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Anton"/>
      <p:regular r:id="rId31"/>
    </p:embeddedFont>
    <p:embeddedFont>
      <p:font typeface="Raleway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1EFF37-DAAD-421A-9EEE-1AA82B7C3A12}">
  <a:tblStyle styleId="{FE1EFF37-DAAD-421A-9EEE-1AA82B7C3A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nton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a9154bc58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a9154bc58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a9154bc5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3a9154bc5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a9154bc5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3a9154bc5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9a15970b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9a15970b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3a9154bc58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3a9154bc58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3a9154bc58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3a9154bc58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a9154bc582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a9154bc582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9a15970b6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39a15970b6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39a15970b6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39a15970b6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9a15970b6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39a15970b6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a9154bc58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3a9154bc58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9a15970b6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39a15970b6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9a15970b6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39a15970b6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9154bc582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a9154bc58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39a15970b6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39a15970b6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9a15970b6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39a15970b6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3a9154bc582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3a9154bc582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3a9154bc582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3a9154bc582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54dda1946d_4_2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54dda1946d_4_2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g1ea912879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g1ea912879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" y="0"/>
            <a:ext cx="9150801" cy="5143797"/>
            <a:chOff x="-1" y="0"/>
            <a:chExt cx="9150801" cy="5143797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1" y="3634654"/>
              <a:ext cx="9144337" cy="1509143"/>
              <a:chOff x="-1" y="3634654"/>
              <a:chExt cx="9144337" cy="1509143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-1" y="3634654"/>
                <a:ext cx="9141082" cy="971959"/>
                <a:chOff x="-1" y="3634654"/>
                <a:chExt cx="9141082" cy="971959"/>
              </a:xfrm>
            </p:grpSpPr>
            <p:grpSp>
              <p:nvGrpSpPr>
                <p:cNvPr id="12" name="Google Shape;12;p2"/>
                <p:cNvGrpSpPr/>
                <p:nvPr/>
              </p:nvGrpSpPr>
              <p:grpSpPr>
                <a:xfrm>
                  <a:off x="-1" y="3834908"/>
                  <a:ext cx="1326491" cy="771410"/>
                  <a:chOff x="-1" y="3834908"/>
                  <a:chExt cx="1326491" cy="771410"/>
                </a:xfrm>
              </p:grpSpPr>
              <p:sp>
                <p:nvSpPr>
                  <p:cNvPr id="13" name="Google Shape;13;p2"/>
                  <p:cNvSpPr/>
                  <p:nvPr/>
                </p:nvSpPr>
                <p:spPr>
                  <a:xfrm flipH="1">
                    <a:off x="180" y="3834908"/>
                    <a:ext cx="997812" cy="678320"/>
                  </a:xfrm>
                  <a:custGeom>
                    <a:rect b="b" l="l" r="r" t="t"/>
                    <a:pathLst>
                      <a:path extrusionOk="0" h="185841" w="226518">
                        <a:moveTo>
                          <a:pt x="194332" y="1391"/>
                        </a:moveTo>
                        <a:cubicBezTo>
                          <a:pt x="175984" y="5326"/>
                          <a:pt x="158987" y="20452"/>
                          <a:pt x="158219" y="39200"/>
                        </a:cubicBezTo>
                        <a:cubicBezTo>
                          <a:pt x="154435" y="32637"/>
                          <a:pt x="146024" y="29156"/>
                          <a:pt x="138704" y="31113"/>
                        </a:cubicBezTo>
                        <a:cubicBezTo>
                          <a:pt x="131395" y="33080"/>
                          <a:pt x="125860" y="40314"/>
                          <a:pt x="125870" y="47882"/>
                        </a:cubicBezTo>
                        <a:cubicBezTo>
                          <a:pt x="119156" y="35200"/>
                          <a:pt x="102798" y="29102"/>
                          <a:pt x="88958" y="32864"/>
                        </a:cubicBezTo>
                        <a:cubicBezTo>
                          <a:pt x="75119" y="36637"/>
                          <a:pt x="64469" y="49114"/>
                          <a:pt x="61345" y="63116"/>
                        </a:cubicBezTo>
                        <a:cubicBezTo>
                          <a:pt x="58220" y="77117"/>
                          <a:pt x="62091" y="92178"/>
                          <a:pt x="70222" y="104007"/>
                        </a:cubicBezTo>
                        <a:cubicBezTo>
                          <a:pt x="61712" y="101055"/>
                          <a:pt x="51625" y="109780"/>
                          <a:pt x="53312" y="118624"/>
                        </a:cubicBezTo>
                        <a:cubicBezTo>
                          <a:pt x="37180" y="119251"/>
                          <a:pt x="21481" y="127328"/>
                          <a:pt x="11589" y="140086"/>
                        </a:cubicBezTo>
                        <a:cubicBezTo>
                          <a:pt x="1695" y="152855"/>
                          <a:pt x="-2208" y="170067"/>
                          <a:pt x="1220" y="185842"/>
                        </a:cubicBezTo>
                        <a:cubicBezTo>
                          <a:pt x="72730" y="158498"/>
                          <a:pt x="150003" y="148530"/>
                          <a:pt x="226518" y="151914"/>
                        </a:cubicBezTo>
                        <a:lnTo>
                          <a:pt x="226518" y="2212"/>
                        </a:lnTo>
                        <a:cubicBezTo>
                          <a:pt x="215847" y="-166"/>
                          <a:pt x="204959" y="-901"/>
                          <a:pt x="194321" y="13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14" name="Google Shape;14;p2"/>
                  <p:cNvGrpSpPr/>
                  <p:nvPr/>
                </p:nvGrpSpPr>
                <p:grpSpPr>
                  <a:xfrm flipH="1">
                    <a:off x="-1" y="4271587"/>
                    <a:ext cx="1326491" cy="334731"/>
                    <a:chOff x="7814590" y="4271587"/>
                    <a:chExt cx="1326491" cy="334731"/>
                  </a:xfrm>
                </p:grpSpPr>
                <p:sp>
                  <p:nvSpPr>
                    <p:cNvPr id="15" name="Google Shape;15;p2"/>
                    <p:cNvSpPr/>
                    <p:nvPr/>
                  </p:nvSpPr>
                  <p:spPr>
                    <a:xfrm>
                      <a:off x="8206349" y="4377411"/>
                      <a:ext cx="934574" cy="228808"/>
                    </a:xfrm>
                    <a:custGeom>
                      <a:rect b="b" l="l" r="r" t="t"/>
                      <a:pathLst>
                        <a:path extrusionOk="0" h="62687" w="212162">
                          <a:moveTo>
                            <a:pt x="89879" y="14347"/>
                          </a:moveTo>
                          <a:cubicBezTo>
                            <a:pt x="56763" y="23721"/>
                            <a:pt x="27376" y="41529"/>
                            <a:pt x="0" y="62687"/>
                          </a:cubicBezTo>
                          <a:lnTo>
                            <a:pt x="212162" y="62687"/>
                          </a:lnTo>
                          <a:lnTo>
                            <a:pt x="212162" y="0"/>
                          </a:lnTo>
                          <a:cubicBezTo>
                            <a:pt x="210465" y="205"/>
                            <a:pt x="208767" y="411"/>
                            <a:pt x="207070" y="594"/>
                          </a:cubicBezTo>
                          <a:cubicBezTo>
                            <a:pt x="167898" y="4800"/>
                            <a:pt x="127786" y="3622"/>
                            <a:pt x="89879" y="1434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6" name="Google Shape;16;p2"/>
                    <p:cNvSpPr/>
                    <p:nvPr/>
                  </p:nvSpPr>
                  <p:spPr>
                    <a:xfrm>
                      <a:off x="7814590" y="4271587"/>
                      <a:ext cx="1326491" cy="334731"/>
                    </a:xfrm>
                    <a:custGeom>
                      <a:rect b="b" l="l" r="r" t="t"/>
                      <a:pathLst>
                        <a:path extrusionOk="0" h="91707" w="301133">
                          <a:moveTo>
                            <a:pt x="252340" y="4768"/>
                          </a:moveTo>
                          <a:cubicBezTo>
                            <a:pt x="222250" y="5319"/>
                            <a:pt x="192009" y="1578"/>
                            <a:pt x="162135" y="5233"/>
                          </a:cubicBezTo>
                          <a:cubicBezTo>
                            <a:pt x="100291" y="12791"/>
                            <a:pt x="47908" y="50437"/>
                            <a:pt x="0" y="91707"/>
                          </a:cubicBezTo>
                          <a:lnTo>
                            <a:pt x="88971" y="91707"/>
                          </a:lnTo>
                          <a:cubicBezTo>
                            <a:pt x="116347" y="70548"/>
                            <a:pt x="145734" y="52741"/>
                            <a:pt x="178851" y="43366"/>
                          </a:cubicBezTo>
                          <a:cubicBezTo>
                            <a:pt x="216768" y="32641"/>
                            <a:pt x="256870" y="33820"/>
                            <a:pt x="296041" y="29614"/>
                          </a:cubicBezTo>
                          <a:cubicBezTo>
                            <a:pt x="297739" y="29430"/>
                            <a:pt x="299436" y="29235"/>
                            <a:pt x="301134" y="29020"/>
                          </a:cubicBezTo>
                          <a:lnTo>
                            <a:pt x="301134" y="0"/>
                          </a:lnTo>
                          <a:cubicBezTo>
                            <a:pt x="285024" y="2854"/>
                            <a:pt x="268698" y="4465"/>
                            <a:pt x="252340" y="476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17" name="Google Shape;17;p2"/>
                    <p:cNvSpPr/>
                    <p:nvPr/>
                  </p:nvSpPr>
                  <p:spPr>
                    <a:xfrm>
                      <a:off x="8206349" y="4377411"/>
                      <a:ext cx="934574" cy="228808"/>
                    </a:xfrm>
                    <a:custGeom>
                      <a:rect b="b" l="l" r="r" t="t"/>
                      <a:pathLst>
                        <a:path extrusionOk="0" h="62687" w="212162">
                          <a:moveTo>
                            <a:pt x="89879" y="14347"/>
                          </a:moveTo>
                          <a:cubicBezTo>
                            <a:pt x="56763" y="23721"/>
                            <a:pt x="27376" y="41529"/>
                            <a:pt x="0" y="62687"/>
                          </a:cubicBezTo>
                          <a:lnTo>
                            <a:pt x="212162" y="62687"/>
                          </a:lnTo>
                          <a:lnTo>
                            <a:pt x="212162" y="0"/>
                          </a:lnTo>
                          <a:cubicBezTo>
                            <a:pt x="210465" y="205"/>
                            <a:pt x="208767" y="411"/>
                            <a:pt x="207070" y="594"/>
                          </a:cubicBezTo>
                          <a:cubicBezTo>
                            <a:pt x="167898" y="4800"/>
                            <a:pt x="127786" y="3622"/>
                            <a:pt x="89879" y="14347"/>
                          </a:cubicBez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18" name="Google Shape;18;p2"/>
                <p:cNvGrpSpPr/>
                <p:nvPr/>
              </p:nvGrpSpPr>
              <p:grpSpPr>
                <a:xfrm>
                  <a:off x="3383561" y="3634654"/>
                  <a:ext cx="5757520" cy="971959"/>
                  <a:chOff x="3383561" y="3634654"/>
                  <a:chExt cx="5757520" cy="971959"/>
                </a:xfrm>
              </p:grpSpPr>
              <p:sp>
                <p:nvSpPr>
                  <p:cNvPr id="19" name="Google Shape;19;p2"/>
                  <p:cNvSpPr/>
                  <p:nvPr/>
                </p:nvSpPr>
                <p:spPr>
                  <a:xfrm flipH="1">
                    <a:off x="6735390" y="3634654"/>
                    <a:ext cx="1254258" cy="629767"/>
                  </a:xfrm>
                  <a:custGeom>
                    <a:rect b="b" l="l" r="r" t="t"/>
                    <a:pathLst>
                      <a:path extrusionOk="0" h="172539" w="284735">
                        <a:moveTo>
                          <a:pt x="7229" y="111178"/>
                        </a:moveTo>
                        <a:cubicBezTo>
                          <a:pt x="18073" y="92128"/>
                          <a:pt x="40929" y="80667"/>
                          <a:pt x="62683" y="83380"/>
                        </a:cubicBezTo>
                        <a:cubicBezTo>
                          <a:pt x="62207" y="72406"/>
                          <a:pt x="76922" y="64265"/>
                          <a:pt x="85961" y="70504"/>
                        </a:cubicBezTo>
                        <a:cubicBezTo>
                          <a:pt x="80706" y="53442"/>
                          <a:pt x="91259" y="33148"/>
                          <a:pt x="108244" y="27645"/>
                        </a:cubicBezTo>
                        <a:cubicBezTo>
                          <a:pt x="125230" y="22153"/>
                          <a:pt x="145675" y="32413"/>
                          <a:pt x="151405" y="49323"/>
                        </a:cubicBezTo>
                        <a:cubicBezTo>
                          <a:pt x="157244" y="39322"/>
                          <a:pt x="173473" y="37863"/>
                          <a:pt x="180998" y="46653"/>
                        </a:cubicBezTo>
                        <a:cubicBezTo>
                          <a:pt x="184036" y="17266"/>
                          <a:pt x="216061" y="-5548"/>
                          <a:pt x="244831" y="1188"/>
                        </a:cubicBezTo>
                        <a:cubicBezTo>
                          <a:pt x="273602" y="7924"/>
                          <a:pt x="292177" y="42576"/>
                          <a:pt x="281851" y="70255"/>
                        </a:cubicBezTo>
                        <a:cubicBezTo>
                          <a:pt x="280522" y="73834"/>
                          <a:pt x="252551" y="79380"/>
                          <a:pt x="248053" y="80862"/>
                        </a:cubicBezTo>
                        <a:cubicBezTo>
                          <a:pt x="236030" y="84808"/>
                          <a:pt x="224062" y="88916"/>
                          <a:pt x="212158" y="93187"/>
                        </a:cubicBezTo>
                        <a:cubicBezTo>
                          <a:pt x="188339" y="101728"/>
                          <a:pt x="164758" y="110929"/>
                          <a:pt x="141448" y="120768"/>
                        </a:cubicBezTo>
                        <a:cubicBezTo>
                          <a:pt x="118137" y="130607"/>
                          <a:pt x="95097" y="141084"/>
                          <a:pt x="72360" y="152199"/>
                        </a:cubicBezTo>
                        <a:cubicBezTo>
                          <a:pt x="57180" y="159615"/>
                          <a:pt x="33696" y="178590"/>
                          <a:pt x="15835" y="170622"/>
                        </a:cubicBezTo>
                        <a:cubicBezTo>
                          <a:pt x="-5346" y="161172"/>
                          <a:pt x="-2102" y="127569"/>
                          <a:pt x="7229" y="1111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flipH="1">
                    <a:off x="3766253" y="3788189"/>
                    <a:ext cx="2420451" cy="680926"/>
                  </a:xfrm>
                  <a:custGeom>
                    <a:rect b="b" l="l" r="r" t="t"/>
                    <a:pathLst>
                      <a:path extrusionOk="0" h="186555" w="549478">
                        <a:moveTo>
                          <a:pt x="0" y="42978"/>
                        </a:moveTo>
                        <a:cubicBezTo>
                          <a:pt x="6076" y="26545"/>
                          <a:pt x="21808" y="14111"/>
                          <a:pt x="39204" y="12002"/>
                        </a:cubicBezTo>
                        <a:cubicBezTo>
                          <a:pt x="56600" y="9894"/>
                          <a:pt x="74851" y="18209"/>
                          <a:pt x="84679" y="32707"/>
                        </a:cubicBezTo>
                        <a:cubicBezTo>
                          <a:pt x="90474" y="25236"/>
                          <a:pt x="105124" y="30231"/>
                          <a:pt x="105157" y="39691"/>
                        </a:cubicBezTo>
                        <a:cubicBezTo>
                          <a:pt x="112292" y="31929"/>
                          <a:pt x="124110" y="28869"/>
                          <a:pt x="134111" y="32199"/>
                        </a:cubicBezTo>
                        <a:cubicBezTo>
                          <a:pt x="144112" y="35518"/>
                          <a:pt x="151756" y="45054"/>
                          <a:pt x="152815" y="55531"/>
                        </a:cubicBezTo>
                        <a:cubicBezTo>
                          <a:pt x="155227" y="24825"/>
                          <a:pt x="184581" y="-1221"/>
                          <a:pt x="215363" y="44"/>
                        </a:cubicBezTo>
                        <a:cubicBezTo>
                          <a:pt x="246133" y="1309"/>
                          <a:pt x="273260" y="29680"/>
                          <a:pt x="273131" y="60483"/>
                        </a:cubicBezTo>
                        <a:cubicBezTo>
                          <a:pt x="277434" y="56720"/>
                          <a:pt x="284851" y="57434"/>
                          <a:pt x="288375" y="61932"/>
                        </a:cubicBezTo>
                        <a:cubicBezTo>
                          <a:pt x="291889" y="66429"/>
                          <a:pt x="290776" y="73803"/>
                          <a:pt x="286094" y="77069"/>
                        </a:cubicBezTo>
                        <a:cubicBezTo>
                          <a:pt x="297803" y="78334"/>
                          <a:pt x="308561" y="86302"/>
                          <a:pt x="313167" y="97146"/>
                        </a:cubicBezTo>
                        <a:cubicBezTo>
                          <a:pt x="317773" y="107991"/>
                          <a:pt x="316043" y="121268"/>
                          <a:pt x="308821" y="130577"/>
                        </a:cubicBezTo>
                        <a:cubicBezTo>
                          <a:pt x="322022" y="114445"/>
                          <a:pt x="346781" y="111818"/>
                          <a:pt x="365627" y="120716"/>
                        </a:cubicBezTo>
                        <a:cubicBezTo>
                          <a:pt x="370946" y="105990"/>
                          <a:pt x="380125" y="92237"/>
                          <a:pt x="393359" y="83880"/>
                        </a:cubicBezTo>
                        <a:cubicBezTo>
                          <a:pt x="406593" y="75522"/>
                          <a:pt x="424184" y="73295"/>
                          <a:pt x="438110" y="80453"/>
                        </a:cubicBezTo>
                        <a:cubicBezTo>
                          <a:pt x="452035" y="87610"/>
                          <a:pt x="460642" y="104974"/>
                          <a:pt x="455712" y="119830"/>
                        </a:cubicBezTo>
                        <a:cubicBezTo>
                          <a:pt x="459290" y="113721"/>
                          <a:pt x="467518" y="110834"/>
                          <a:pt x="474124" y="113342"/>
                        </a:cubicBezTo>
                        <a:cubicBezTo>
                          <a:pt x="480741" y="115862"/>
                          <a:pt x="484958" y="123495"/>
                          <a:pt x="483574" y="130426"/>
                        </a:cubicBezTo>
                        <a:cubicBezTo>
                          <a:pt x="496472" y="118186"/>
                          <a:pt x="518096" y="116489"/>
                          <a:pt x="532747" y="126576"/>
                        </a:cubicBezTo>
                        <a:cubicBezTo>
                          <a:pt x="547396" y="136664"/>
                          <a:pt x="553527" y="157466"/>
                          <a:pt x="546683" y="173889"/>
                        </a:cubicBezTo>
                        <a:cubicBezTo>
                          <a:pt x="477249" y="182906"/>
                          <a:pt x="405404" y="189350"/>
                          <a:pt x="335494" y="185339"/>
                        </a:cubicBezTo>
                        <a:cubicBezTo>
                          <a:pt x="213319" y="178344"/>
                          <a:pt x="92918" y="122597"/>
                          <a:pt x="0" y="4296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21" name="Google Shape;21;p2"/>
                  <p:cNvGrpSpPr/>
                  <p:nvPr/>
                </p:nvGrpSpPr>
                <p:grpSpPr>
                  <a:xfrm flipH="1">
                    <a:off x="3383561" y="3744257"/>
                    <a:ext cx="5757520" cy="862356"/>
                    <a:chOff x="-1" y="3744257"/>
                    <a:chExt cx="5757520" cy="862356"/>
                  </a:xfrm>
                </p:grpSpPr>
                <p:sp>
                  <p:nvSpPr>
                    <p:cNvPr id="22" name="Google Shape;22;p2"/>
                    <p:cNvSpPr/>
                    <p:nvPr/>
                  </p:nvSpPr>
                  <p:spPr>
                    <a:xfrm>
                      <a:off x="-1" y="3924389"/>
                      <a:ext cx="5151374" cy="682083"/>
                    </a:xfrm>
                    <a:custGeom>
                      <a:rect b="b" l="l" r="r" t="t"/>
                      <a:pathLst>
                        <a:path extrusionOk="0" h="186872" w="1169438">
                          <a:moveTo>
                            <a:pt x="1073559" y="155615"/>
                          </a:moveTo>
                          <a:cubicBezTo>
                            <a:pt x="1047815" y="155962"/>
                            <a:pt x="1022180" y="158643"/>
                            <a:pt x="996664" y="161875"/>
                          </a:cubicBezTo>
                          <a:cubicBezTo>
                            <a:pt x="973332" y="164827"/>
                            <a:pt x="949654" y="165141"/>
                            <a:pt x="926117" y="162730"/>
                          </a:cubicBezTo>
                          <a:cubicBezTo>
                            <a:pt x="787962" y="148609"/>
                            <a:pt x="683724" y="17482"/>
                            <a:pt x="545753" y="1654"/>
                          </a:cubicBezTo>
                          <a:cubicBezTo>
                            <a:pt x="493899" y="-4293"/>
                            <a:pt x="450100" y="5708"/>
                            <a:pt x="405274" y="33127"/>
                          </a:cubicBezTo>
                          <a:cubicBezTo>
                            <a:pt x="369065" y="55281"/>
                            <a:pt x="336683" y="83295"/>
                            <a:pt x="300301" y="105178"/>
                          </a:cubicBezTo>
                          <a:cubicBezTo>
                            <a:pt x="243322" y="139473"/>
                            <a:pt x="176948" y="157984"/>
                            <a:pt x="110444" y="158146"/>
                          </a:cubicBezTo>
                          <a:cubicBezTo>
                            <a:pt x="73067" y="158232"/>
                            <a:pt x="35701" y="152523"/>
                            <a:pt x="0" y="141474"/>
                          </a:cubicBezTo>
                          <a:lnTo>
                            <a:pt x="0" y="186873"/>
                          </a:lnTo>
                          <a:lnTo>
                            <a:pt x="1169439" y="186873"/>
                          </a:lnTo>
                          <a:cubicBezTo>
                            <a:pt x="1154832" y="175909"/>
                            <a:pt x="1139663" y="166157"/>
                            <a:pt x="1122245" y="160892"/>
                          </a:cubicBezTo>
                          <a:cubicBezTo>
                            <a:pt x="1106557" y="156145"/>
                            <a:pt x="1089950" y="155388"/>
                            <a:pt x="1073559" y="15560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" name="Google Shape;23;p2"/>
                    <p:cNvSpPr/>
                    <p:nvPr/>
                  </p:nvSpPr>
                  <p:spPr>
                    <a:xfrm>
                      <a:off x="-1" y="3924389"/>
                      <a:ext cx="5151374" cy="682083"/>
                    </a:xfrm>
                    <a:custGeom>
                      <a:rect b="b" l="l" r="r" t="t"/>
                      <a:pathLst>
                        <a:path extrusionOk="0" h="186872" w="1169438">
                          <a:moveTo>
                            <a:pt x="1073559" y="155615"/>
                          </a:moveTo>
                          <a:cubicBezTo>
                            <a:pt x="1047815" y="155962"/>
                            <a:pt x="1022180" y="158643"/>
                            <a:pt x="996664" y="161875"/>
                          </a:cubicBezTo>
                          <a:cubicBezTo>
                            <a:pt x="973332" y="164827"/>
                            <a:pt x="949654" y="165141"/>
                            <a:pt x="926117" y="162730"/>
                          </a:cubicBezTo>
                          <a:cubicBezTo>
                            <a:pt x="787962" y="148609"/>
                            <a:pt x="683724" y="17482"/>
                            <a:pt x="545753" y="1654"/>
                          </a:cubicBezTo>
                          <a:cubicBezTo>
                            <a:pt x="493899" y="-4293"/>
                            <a:pt x="450100" y="5708"/>
                            <a:pt x="405274" y="33127"/>
                          </a:cubicBezTo>
                          <a:cubicBezTo>
                            <a:pt x="369065" y="55281"/>
                            <a:pt x="336683" y="83295"/>
                            <a:pt x="300301" y="105178"/>
                          </a:cubicBezTo>
                          <a:cubicBezTo>
                            <a:pt x="243322" y="139473"/>
                            <a:pt x="176948" y="157984"/>
                            <a:pt x="110444" y="158146"/>
                          </a:cubicBezTo>
                          <a:cubicBezTo>
                            <a:pt x="73067" y="158232"/>
                            <a:pt x="35701" y="152523"/>
                            <a:pt x="0" y="141474"/>
                          </a:cubicBezTo>
                          <a:lnTo>
                            <a:pt x="0" y="186873"/>
                          </a:lnTo>
                          <a:lnTo>
                            <a:pt x="1169439" y="186873"/>
                          </a:lnTo>
                          <a:cubicBezTo>
                            <a:pt x="1154832" y="175909"/>
                            <a:pt x="1139663" y="166157"/>
                            <a:pt x="1122245" y="160892"/>
                          </a:cubicBezTo>
                          <a:cubicBezTo>
                            <a:pt x="1106557" y="156145"/>
                            <a:pt x="1089950" y="155388"/>
                            <a:pt x="1073559" y="155605"/>
                          </a:cubicBez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4" name="Google Shape;24;p2"/>
                    <p:cNvSpPr/>
                    <p:nvPr/>
                  </p:nvSpPr>
                  <p:spPr>
                    <a:xfrm>
                      <a:off x="48" y="3744257"/>
                      <a:ext cx="5757472" cy="862356"/>
                    </a:xfrm>
                    <a:custGeom>
                      <a:rect b="b" l="l" r="r" t="t"/>
                      <a:pathLst>
                        <a:path extrusionOk="0" h="236262" w="1307031">
                          <a:moveTo>
                            <a:pt x="1109130" y="157584"/>
                          </a:moveTo>
                          <a:cubicBezTo>
                            <a:pt x="1073159" y="160493"/>
                            <a:pt x="1038117" y="171456"/>
                            <a:pt x="1002081" y="173240"/>
                          </a:cubicBezTo>
                          <a:cubicBezTo>
                            <a:pt x="832907" y="181619"/>
                            <a:pt x="702126" y="-7449"/>
                            <a:pt x="532919" y="228"/>
                          </a:cubicBezTo>
                          <a:cubicBezTo>
                            <a:pt x="403771" y="6088"/>
                            <a:pt x="305912" y="124975"/>
                            <a:pt x="179294" y="151086"/>
                          </a:cubicBezTo>
                          <a:cubicBezTo>
                            <a:pt x="118596" y="163606"/>
                            <a:pt x="53865" y="151951"/>
                            <a:pt x="0" y="121505"/>
                          </a:cubicBezTo>
                          <a:lnTo>
                            <a:pt x="0" y="190853"/>
                          </a:lnTo>
                          <a:cubicBezTo>
                            <a:pt x="35701" y="201913"/>
                            <a:pt x="73067" y="207622"/>
                            <a:pt x="110444" y="207525"/>
                          </a:cubicBezTo>
                          <a:cubicBezTo>
                            <a:pt x="176948" y="207362"/>
                            <a:pt x="243311" y="188852"/>
                            <a:pt x="300301" y="154557"/>
                          </a:cubicBezTo>
                          <a:cubicBezTo>
                            <a:pt x="336672" y="132663"/>
                            <a:pt x="369054" y="104660"/>
                            <a:pt x="405274" y="82506"/>
                          </a:cubicBezTo>
                          <a:cubicBezTo>
                            <a:pt x="450089" y="55087"/>
                            <a:pt x="493889" y="45086"/>
                            <a:pt x="545753" y="51033"/>
                          </a:cubicBezTo>
                          <a:cubicBezTo>
                            <a:pt x="683713" y="66861"/>
                            <a:pt x="787962" y="197988"/>
                            <a:pt x="926117" y="212109"/>
                          </a:cubicBezTo>
                          <a:cubicBezTo>
                            <a:pt x="949654" y="214520"/>
                            <a:pt x="973332" y="214206"/>
                            <a:pt x="996664" y="211254"/>
                          </a:cubicBezTo>
                          <a:cubicBezTo>
                            <a:pt x="1022180" y="208032"/>
                            <a:pt x="1047815" y="205341"/>
                            <a:pt x="1073559" y="204994"/>
                          </a:cubicBezTo>
                          <a:cubicBezTo>
                            <a:pt x="1089950" y="204778"/>
                            <a:pt x="1106557" y="205535"/>
                            <a:pt x="1122245" y="210281"/>
                          </a:cubicBezTo>
                          <a:cubicBezTo>
                            <a:pt x="1139674" y="215547"/>
                            <a:pt x="1154843" y="225288"/>
                            <a:pt x="1169439" y="236263"/>
                          </a:cubicBezTo>
                          <a:lnTo>
                            <a:pt x="1307031" y="236263"/>
                          </a:lnTo>
                          <a:cubicBezTo>
                            <a:pt x="1257653" y="181878"/>
                            <a:pt x="1182435" y="151670"/>
                            <a:pt x="1109130" y="15759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25" name="Google Shape;25;p2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" name="Google Shape;32;p2"/>
                <p:cNvGrpSpPr/>
                <p:nvPr/>
              </p:nvGrpSpPr>
              <p:grpSpPr>
                <a:xfrm>
                  <a:off x="206231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33" name="Google Shape;33;p2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" name="Google Shape;35;p2"/>
                <p:cNvGrpSpPr/>
                <p:nvPr/>
              </p:nvGrpSpPr>
              <p:grpSpPr>
                <a:xfrm>
                  <a:off x="609226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36" name="Google Shape;36;p2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" name="Google Shape;38;p2"/>
                <p:cNvGrpSpPr/>
                <p:nvPr/>
              </p:nvGrpSpPr>
              <p:grpSpPr>
                <a:xfrm>
                  <a:off x="1292902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39" name="Google Shape;39;p2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2"/>
                <p:cNvGrpSpPr/>
                <p:nvPr/>
              </p:nvGrpSpPr>
              <p:grpSpPr>
                <a:xfrm>
                  <a:off x="7907471" y="4759958"/>
                  <a:ext cx="339829" cy="252642"/>
                  <a:chOff x="7907471" y="4759958"/>
                  <a:chExt cx="339829" cy="252642"/>
                </a:xfrm>
              </p:grpSpPr>
              <p:sp>
                <p:nvSpPr>
                  <p:cNvPr id="43" name="Google Shape;43;p2"/>
                  <p:cNvSpPr/>
                  <p:nvPr/>
                </p:nvSpPr>
                <p:spPr>
                  <a:xfrm>
                    <a:off x="798028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3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5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790747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2" y="22683"/>
                          <a:pt x="9990" y="34101"/>
                        </a:cubicBezTo>
                        <a:cubicBezTo>
                          <a:pt x="14553" y="45507"/>
                          <a:pt x="19808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5" name="Google Shape;45;p2"/>
                <p:cNvGrpSpPr/>
                <p:nvPr/>
              </p:nvGrpSpPr>
              <p:grpSpPr>
                <a:xfrm>
                  <a:off x="8310466" y="4765719"/>
                  <a:ext cx="323832" cy="223114"/>
                  <a:chOff x="8310466" y="4765719"/>
                  <a:chExt cx="323832" cy="223114"/>
                </a:xfrm>
              </p:grpSpPr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831046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3" y="1654"/>
                          <a:pt x="23526" y="4184"/>
                          <a:pt x="18866" y="7720"/>
                        </a:cubicBezTo>
                        <a:cubicBezTo>
                          <a:pt x="14217" y="11244"/>
                          <a:pt x="9784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5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8" y="28543"/>
                        </a:cubicBezTo>
                        <a:cubicBezTo>
                          <a:pt x="20801" y="23981"/>
                          <a:pt x="23807" y="19310"/>
                          <a:pt x="26532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" name="Google Shape;47;p2"/>
                  <p:cNvSpPr/>
                  <p:nvPr/>
                </p:nvSpPr>
                <p:spPr>
                  <a:xfrm>
                    <a:off x="8366831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2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6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" name="Google Shape;48;p2"/>
                <p:cNvGrpSpPr/>
                <p:nvPr/>
              </p:nvGrpSpPr>
              <p:grpSpPr>
                <a:xfrm>
                  <a:off x="8769488" y="4770096"/>
                  <a:ext cx="343944" cy="212303"/>
                  <a:chOff x="8769488" y="4770096"/>
                  <a:chExt cx="343944" cy="212303"/>
                </a:xfrm>
              </p:grpSpPr>
              <p:sp>
                <p:nvSpPr>
                  <p:cNvPr id="49" name="Google Shape;49;p2"/>
                  <p:cNvSpPr/>
                  <p:nvPr/>
                </p:nvSpPr>
                <p:spPr>
                  <a:xfrm>
                    <a:off x="8769488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2"/>
                  <p:cNvSpPr/>
                  <p:nvPr/>
                </p:nvSpPr>
                <p:spPr>
                  <a:xfrm>
                    <a:off x="8895286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1" y="22575"/>
                        </a:cubicBezTo>
                        <a:cubicBezTo>
                          <a:pt x="395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6" y="23526"/>
                        </a:cubicBezTo>
                        <a:cubicBezTo>
                          <a:pt x="11726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" name="Google Shape;51;p2"/>
                  <p:cNvSpPr/>
                  <p:nvPr/>
                </p:nvSpPr>
                <p:spPr>
                  <a:xfrm>
                    <a:off x="8914969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5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2" name="Google Shape;52;p2"/>
                <p:cNvGrpSpPr/>
                <p:nvPr/>
              </p:nvGrpSpPr>
              <p:grpSpPr>
                <a:xfrm>
                  <a:off x="4344901" y="4806225"/>
                  <a:ext cx="237616" cy="159509"/>
                  <a:chOff x="4344901" y="4806225"/>
                  <a:chExt cx="237616" cy="159509"/>
                </a:xfrm>
              </p:grpSpPr>
              <p:sp>
                <p:nvSpPr>
                  <p:cNvPr id="53" name="Google Shape;53;p2"/>
                  <p:cNvSpPr/>
                  <p:nvPr/>
                </p:nvSpPr>
                <p:spPr>
                  <a:xfrm>
                    <a:off x="4344901" y="4806225"/>
                    <a:ext cx="125419" cy="159509"/>
                  </a:xfrm>
                  <a:custGeom>
                    <a:rect b="b" l="l" r="r" t="t"/>
                    <a:pathLst>
                      <a:path extrusionOk="0" h="43701" w="28472">
                        <a:moveTo>
                          <a:pt x="28472" y="0"/>
                        </a:moveTo>
                        <a:cubicBezTo>
                          <a:pt x="20688" y="2292"/>
                          <a:pt x="12535" y="8768"/>
                          <a:pt x="7151" y="17191"/>
                        </a:cubicBezTo>
                        <a:cubicBezTo>
                          <a:pt x="1691" y="25570"/>
                          <a:pt x="-850" y="35658"/>
                          <a:pt x="253" y="43702"/>
                        </a:cubicBezTo>
                        <a:lnTo>
                          <a:pt x="253" y="43702"/>
                        </a:lnTo>
                        <a:cubicBezTo>
                          <a:pt x="6092" y="38037"/>
                          <a:pt x="11465" y="30727"/>
                          <a:pt x="16374" y="23159"/>
                        </a:cubicBezTo>
                        <a:cubicBezTo>
                          <a:pt x="21250" y="15569"/>
                          <a:pt x="25715" y="7665"/>
                          <a:pt x="28472" y="11"/>
                        </a:cubicBezTo>
                        <a:lnTo>
                          <a:pt x="28472" y="11"/>
                        </a:lnTo>
                        <a:cubicBezTo>
                          <a:pt x="28472" y="11"/>
                          <a:pt x="28472" y="11"/>
                          <a:pt x="28472" y="1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" name="Google Shape;54;p2"/>
                  <p:cNvSpPr/>
                  <p:nvPr/>
                </p:nvSpPr>
                <p:spPr>
                  <a:xfrm>
                    <a:off x="4372914" y="4811471"/>
                    <a:ext cx="209603" cy="144277"/>
                  </a:xfrm>
                  <a:custGeom>
                    <a:rect b="b" l="l" r="r" t="t"/>
                    <a:pathLst>
                      <a:path extrusionOk="0" h="39528" w="47583">
                        <a:moveTo>
                          <a:pt x="47583" y="0"/>
                        </a:moveTo>
                        <a:cubicBezTo>
                          <a:pt x="37950" y="87"/>
                          <a:pt x="26576" y="4649"/>
                          <a:pt x="17526" y="12217"/>
                        </a:cubicBezTo>
                        <a:cubicBezTo>
                          <a:pt x="8423" y="19732"/>
                          <a:pt x="1849" y="30079"/>
                          <a:pt x="0" y="39528"/>
                        </a:cubicBezTo>
                        <a:lnTo>
                          <a:pt x="0" y="39528"/>
                        </a:lnTo>
                        <a:cubicBezTo>
                          <a:pt x="8736" y="35420"/>
                          <a:pt x="17559" y="29116"/>
                          <a:pt x="25851" y="22251"/>
                        </a:cubicBezTo>
                        <a:cubicBezTo>
                          <a:pt x="34122" y="15353"/>
                          <a:pt x="41929" y="7828"/>
                          <a:pt x="47572" y="0"/>
                        </a:cubicBezTo>
                        <a:lnTo>
                          <a:pt x="47572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" name="Google Shape;55;p2"/>
                <p:cNvGrpSpPr/>
                <p:nvPr/>
              </p:nvGrpSpPr>
              <p:grpSpPr>
                <a:xfrm>
                  <a:off x="4627559" y="4826661"/>
                  <a:ext cx="393158" cy="170393"/>
                  <a:chOff x="4627559" y="4826661"/>
                  <a:chExt cx="393158" cy="170393"/>
                </a:xfrm>
              </p:grpSpPr>
              <p:sp>
                <p:nvSpPr>
                  <p:cNvPr id="56" name="Google Shape;56;p2"/>
                  <p:cNvSpPr/>
                  <p:nvPr/>
                </p:nvSpPr>
                <p:spPr>
                  <a:xfrm>
                    <a:off x="4627559" y="4829178"/>
                    <a:ext cx="132494" cy="160418"/>
                  </a:xfrm>
                  <a:custGeom>
                    <a:rect b="b" l="l" r="r" t="t"/>
                    <a:pathLst>
                      <a:path extrusionOk="0" h="43950" w="30078">
                        <a:moveTo>
                          <a:pt x="0" y="0"/>
                        </a:moveTo>
                        <a:cubicBezTo>
                          <a:pt x="3438" y="7590"/>
                          <a:pt x="8347" y="15331"/>
                          <a:pt x="13439" y="22921"/>
                        </a:cubicBezTo>
                        <a:cubicBezTo>
                          <a:pt x="18564" y="30479"/>
                          <a:pt x="23916" y="37918"/>
                          <a:pt x="29679" y="43950"/>
                        </a:cubicBezTo>
                        <a:lnTo>
                          <a:pt x="29679" y="43950"/>
                        </a:lnTo>
                        <a:cubicBezTo>
                          <a:pt x="30381" y="39853"/>
                          <a:pt x="30165" y="35171"/>
                          <a:pt x="28976" y="30435"/>
                        </a:cubicBezTo>
                        <a:cubicBezTo>
                          <a:pt x="27797" y="25700"/>
                          <a:pt x="25667" y="20911"/>
                          <a:pt x="22770" y="16629"/>
                        </a:cubicBezTo>
                        <a:cubicBezTo>
                          <a:pt x="19872" y="12347"/>
                          <a:pt x="16240" y="8574"/>
                          <a:pt x="12282" y="5720"/>
                        </a:cubicBezTo>
                        <a:cubicBezTo>
                          <a:pt x="8325" y="2854"/>
                          <a:pt x="4065" y="897"/>
                          <a:pt x="0" y="11"/>
                        </a:cubicBezTo>
                        <a:lnTo>
                          <a:pt x="0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" name="Google Shape;57;p2"/>
                  <p:cNvSpPr/>
                  <p:nvPr/>
                </p:nvSpPr>
                <p:spPr>
                  <a:xfrm>
                    <a:off x="4744022" y="4826661"/>
                    <a:ext cx="234544" cy="170393"/>
                  </a:xfrm>
                  <a:custGeom>
                    <a:rect b="b" l="l" r="r" t="t"/>
                    <a:pathLst>
                      <a:path extrusionOk="0" h="46683" w="53245">
                        <a:moveTo>
                          <a:pt x="53245" y="766"/>
                        </a:moveTo>
                        <a:cubicBezTo>
                          <a:pt x="47764" y="-467"/>
                          <a:pt x="41266" y="-240"/>
                          <a:pt x="34757" y="1652"/>
                        </a:cubicBezTo>
                        <a:cubicBezTo>
                          <a:pt x="28248" y="3512"/>
                          <a:pt x="21772" y="7026"/>
                          <a:pt x="16312" y="11740"/>
                        </a:cubicBezTo>
                        <a:cubicBezTo>
                          <a:pt x="10852" y="16454"/>
                          <a:pt x="6441" y="22357"/>
                          <a:pt x="3651" y="28520"/>
                        </a:cubicBezTo>
                        <a:cubicBezTo>
                          <a:pt x="840" y="34683"/>
                          <a:pt x="-339" y="41084"/>
                          <a:pt x="83" y="46684"/>
                        </a:cubicBezTo>
                        <a:lnTo>
                          <a:pt x="83" y="46684"/>
                        </a:lnTo>
                        <a:cubicBezTo>
                          <a:pt x="83" y="46684"/>
                          <a:pt x="83" y="46684"/>
                          <a:pt x="83" y="46684"/>
                        </a:cubicBezTo>
                        <a:cubicBezTo>
                          <a:pt x="8614" y="39289"/>
                          <a:pt x="17220" y="31050"/>
                          <a:pt x="26270" y="23265"/>
                        </a:cubicBezTo>
                        <a:cubicBezTo>
                          <a:pt x="35287" y="15448"/>
                          <a:pt x="44693" y="8128"/>
                          <a:pt x="53245" y="777"/>
                        </a:cubicBezTo>
                        <a:lnTo>
                          <a:pt x="53245" y="777"/>
                        </a:lnTo>
                        <a:lnTo>
                          <a:pt x="53245" y="777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8" name="Google Shape;58;p2"/>
                  <p:cNvSpPr/>
                  <p:nvPr/>
                </p:nvSpPr>
                <p:spPr>
                  <a:xfrm>
                    <a:off x="4737818" y="4867081"/>
                    <a:ext cx="282898" cy="118468"/>
                  </a:xfrm>
                  <a:custGeom>
                    <a:rect b="b" l="l" r="r" t="t"/>
                    <a:pathLst>
                      <a:path extrusionOk="0" h="32457" w="64222">
                        <a:moveTo>
                          <a:pt x="64223" y="1449"/>
                        </a:moveTo>
                        <a:cubicBezTo>
                          <a:pt x="58849" y="-10"/>
                          <a:pt x="52632" y="-389"/>
                          <a:pt x="46178" y="411"/>
                        </a:cubicBezTo>
                        <a:cubicBezTo>
                          <a:pt x="39734" y="1201"/>
                          <a:pt x="33085" y="3179"/>
                          <a:pt x="26900" y="6163"/>
                        </a:cubicBezTo>
                        <a:cubicBezTo>
                          <a:pt x="20726" y="9148"/>
                          <a:pt x="15040" y="13126"/>
                          <a:pt x="10412" y="17689"/>
                        </a:cubicBezTo>
                        <a:cubicBezTo>
                          <a:pt x="5774" y="22241"/>
                          <a:pt x="2195" y="27355"/>
                          <a:pt x="0" y="32458"/>
                        </a:cubicBezTo>
                        <a:lnTo>
                          <a:pt x="0" y="32458"/>
                        </a:lnTo>
                        <a:cubicBezTo>
                          <a:pt x="10855" y="29874"/>
                          <a:pt x="22316" y="25084"/>
                          <a:pt x="33452" y="19743"/>
                        </a:cubicBezTo>
                        <a:cubicBezTo>
                          <a:pt x="44567" y="14348"/>
                          <a:pt x="55444" y="8358"/>
                          <a:pt x="64212" y="1460"/>
                        </a:cubicBezTo>
                        <a:lnTo>
                          <a:pt x="64212" y="146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9" name="Google Shape;59;p2"/>
                <p:cNvSpPr/>
                <p:nvPr/>
              </p:nvSpPr>
              <p:spPr>
                <a:xfrm>
                  <a:off x="2090505" y="4850202"/>
                  <a:ext cx="295236" cy="133623"/>
                </a:xfrm>
                <a:custGeom>
                  <a:rect b="b" l="l" r="r" t="t"/>
                  <a:pathLst>
                    <a:path extrusionOk="0" h="36609" w="67023">
                      <a:moveTo>
                        <a:pt x="67023" y="0"/>
                      </a:moveTo>
                      <a:cubicBezTo>
                        <a:pt x="43410" y="757"/>
                        <a:pt x="13396" y="17159"/>
                        <a:pt x="0" y="36609"/>
                      </a:cubicBezTo>
                      <a:lnTo>
                        <a:pt x="0" y="36609"/>
                      </a:lnTo>
                      <a:cubicBezTo>
                        <a:pt x="23613" y="35852"/>
                        <a:pt x="53627" y="19451"/>
                        <a:pt x="67023" y="0"/>
                      </a:cubicBezTo>
                      <a:lnTo>
                        <a:pt x="67023" y="0"/>
                      </a:lnTo>
                      <a:lnTo>
                        <a:pt x="6702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" name="Google Shape;60;p2"/>
                <p:cNvGrpSpPr/>
                <p:nvPr/>
              </p:nvGrpSpPr>
              <p:grpSpPr>
                <a:xfrm>
                  <a:off x="2580036" y="4794866"/>
                  <a:ext cx="436020" cy="179560"/>
                  <a:chOff x="2580036" y="4794866"/>
                  <a:chExt cx="436020" cy="179560"/>
                </a:xfrm>
              </p:grpSpPr>
              <p:sp>
                <p:nvSpPr>
                  <p:cNvPr id="61" name="Google Shape;61;p2"/>
                  <p:cNvSpPr/>
                  <p:nvPr/>
                </p:nvSpPr>
                <p:spPr>
                  <a:xfrm>
                    <a:off x="2580036" y="4828113"/>
                    <a:ext cx="74356" cy="141514"/>
                  </a:xfrm>
                  <a:custGeom>
                    <a:rect b="b" l="l" r="r" t="t"/>
                    <a:pathLst>
                      <a:path extrusionOk="0" h="38771" w="16880">
                        <a:moveTo>
                          <a:pt x="55" y="0"/>
                        </a:moveTo>
                        <a:cubicBezTo>
                          <a:pt x="-723" y="13039"/>
                          <a:pt x="6780" y="30403"/>
                          <a:pt x="16825" y="38772"/>
                        </a:cubicBezTo>
                        <a:lnTo>
                          <a:pt x="16825" y="38772"/>
                        </a:lnTo>
                        <a:cubicBezTo>
                          <a:pt x="17603" y="25733"/>
                          <a:pt x="10100" y="8369"/>
                          <a:pt x="55" y="0"/>
                        </a:cubicBezTo>
                        <a:lnTo>
                          <a:pt x="55" y="0"/>
                        </a:lnTo>
                        <a:cubicBezTo>
                          <a:pt x="55" y="0"/>
                          <a:pt x="55" y="0"/>
                          <a:pt x="5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5" name="Google Shape;65;p2"/>
                <p:cNvGrpSpPr/>
                <p:nvPr/>
              </p:nvGrpSpPr>
              <p:grpSpPr>
                <a:xfrm>
                  <a:off x="3055253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9" name="Google Shape;69;p2"/>
                <p:cNvGrpSpPr/>
                <p:nvPr/>
              </p:nvGrpSpPr>
              <p:grpSpPr>
                <a:xfrm>
                  <a:off x="3435299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70" name="Google Shape;70;p2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2" name="Google Shape;72;p2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73" name="Google Shape;73;p2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77" name="Google Shape;77;p2"/>
          <p:cNvSpPr txBox="1"/>
          <p:nvPr>
            <p:ph type="ctrTitle"/>
          </p:nvPr>
        </p:nvSpPr>
        <p:spPr>
          <a:xfrm>
            <a:off x="713225" y="931750"/>
            <a:ext cx="4039800" cy="18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8" name="Google Shape;78;p2"/>
          <p:cNvSpPr txBox="1"/>
          <p:nvPr>
            <p:ph idx="1" type="subTitle"/>
          </p:nvPr>
        </p:nvSpPr>
        <p:spPr>
          <a:xfrm>
            <a:off x="713225" y="2755300"/>
            <a:ext cx="40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"/>
          <p:cNvGrpSpPr/>
          <p:nvPr/>
        </p:nvGrpSpPr>
        <p:grpSpPr>
          <a:xfrm>
            <a:off x="-189810" y="0"/>
            <a:ext cx="9340611" cy="5143797"/>
            <a:chOff x="-189810" y="0"/>
            <a:chExt cx="9340611" cy="5143797"/>
          </a:xfrm>
        </p:grpSpPr>
        <p:grpSp>
          <p:nvGrpSpPr>
            <p:cNvPr id="81" name="Google Shape;81;p3"/>
            <p:cNvGrpSpPr/>
            <p:nvPr/>
          </p:nvGrpSpPr>
          <p:grpSpPr>
            <a:xfrm>
              <a:off x="-189810" y="0"/>
              <a:ext cx="9340611" cy="1135213"/>
              <a:chOff x="-189810" y="0"/>
              <a:chExt cx="9340611" cy="1135213"/>
            </a:xfrm>
          </p:grpSpPr>
          <p:grpSp>
            <p:nvGrpSpPr>
              <p:cNvPr id="82" name="Google Shape;82;p3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83" name="Google Shape;83;p3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3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3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3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87" name="Google Shape;87;p3"/>
              <p:cNvSpPr/>
              <p:nvPr/>
            </p:nvSpPr>
            <p:spPr>
              <a:xfrm>
                <a:off x="-189810" y="379003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" name="Google Shape;88;p3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grpSp>
            <p:nvGrpSpPr>
              <p:cNvPr id="89" name="Google Shape;89;p3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90" name="Google Shape;90;p3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" name="Google Shape;91;p3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" name="Google Shape;92;p3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" name="Google Shape;93;p3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" name="Google Shape;94;p3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" name="Google Shape;95;p3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" name="Google Shape;96;p3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97" name="Google Shape;97;p3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9" name="Google Shape;99;p3"/>
              <p:cNvGrpSpPr/>
              <p:nvPr/>
            </p:nvGrpSpPr>
            <p:grpSpPr>
              <a:xfrm>
                <a:off x="609226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100" name="Google Shape;100;p3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3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2" name="Google Shape;102;p3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103" name="Google Shape;103;p3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3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3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" name="Google Shape;106;p3"/>
              <p:cNvSpPr/>
              <p:nvPr/>
            </p:nvSpPr>
            <p:spPr>
              <a:xfrm>
                <a:off x="6586305" y="4850202"/>
                <a:ext cx="295236" cy="133623"/>
              </a:xfrm>
              <a:custGeom>
                <a:rect b="b" l="l" r="r" t="t"/>
                <a:pathLst>
                  <a:path extrusionOk="0" h="36609" w="67023">
                    <a:moveTo>
                      <a:pt x="67023" y="0"/>
                    </a:moveTo>
                    <a:cubicBezTo>
                      <a:pt x="43410" y="757"/>
                      <a:pt x="13396" y="17159"/>
                      <a:pt x="0" y="36609"/>
                    </a:cubicBezTo>
                    <a:lnTo>
                      <a:pt x="0" y="36609"/>
                    </a:lnTo>
                    <a:cubicBezTo>
                      <a:pt x="23613" y="35852"/>
                      <a:pt x="53627" y="19451"/>
                      <a:pt x="67023" y="0"/>
                    </a:cubicBezTo>
                    <a:lnTo>
                      <a:pt x="67023" y="0"/>
                    </a:lnTo>
                    <a:lnTo>
                      <a:pt x="67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7" name="Google Shape;107;p3"/>
              <p:cNvGrpSpPr/>
              <p:nvPr/>
            </p:nvGrpSpPr>
            <p:grpSpPr>
              <a:xfrm>
                <a:off x="7075836" y="4794866"/>
                <a:ext cx="436020" cy="179560"/>
                <a:chOff x="2580036" y="4794866"/>
                <a:chExt cx="436020" cy="179560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2580036" y="4828113"/>
                  <a:ext cx="74356" cy="141514"/>
                </a:xfrm>
                <a:custGeom>
                  <a:rect b="b" l="l" r="r" t="t"/>
                  <a:pathLst>
                    <a:path extrusionOk="0" h="38771" w="16880">
                      <a:moveTo>
                        <a:pt x="55" y="0"/>
                      </a:moveTo>
                      <a:cubicBezTo>
                        <a:pt x="-723" y="13039"/>
                        <a:pt x="6780" y="30403"/>
                        <a:pt x="16825" y="38772"/>
                      </a:cubicBezTo>
                      <a:lnTo>
                        <a:pt x="16825" y="38772"/>
                      </a:lnTo>
                      <a:cubicBezTo>
                        <a:pt x="17603" y="25733"/>
                        <a:pt x="10100" y="8369"/>
                        <a:pt x="55" y="0"/>
                      </a:cubicBezTo>
                      <a:lnTo>
                        <a:pt x="55" y="0"/>
                      </a:lnTo>
                      <a:cubicBezTo>
                        <a:pt x="55" y="0"/>
                        <a:pt x="55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3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3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3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2" name="Google Shape;112;p3"/>
              <p:cNvGrpSpPr/>
              <p:nvPr/>
            </p:nvGrpSpPr>
            <p:grpSpPr>
              <a:xfrm>
                <a:off x="75510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113" name="Google Shape;113;p3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3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" name="Google Shape;115;p3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6" name="Google Shape;116;p3"/>
              <p:cNvGrpSpPr/>
              <p:nvPr/>
            </p:nvGrpSpPr>
            <p:grpSpPr>
              <a:xfrm flipH="1">
                <a:off x="8441825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117" name="Google Shape;117;p3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" name="Google Shape;118;p3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9" name="Google Shape;119;p3"/>
              <p:cNvGrpSpPr/>
              <p:nvPr/>
            </p:nvGrpSpPr>
            <p:grpSpPr>
              <a:xfrm flipH="1">
                <a:off x="8054831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120" name="Google Shape;120;p3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1" name="Google Shape;121;p3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22" name="Google Shape;122;p3"/>
          <p:cNvSpPr txBox="1"/>
          <p:nvPr>
            <p:ph type="title"/>
          </p:nvPr>
        </p:nvSpPr>
        <p:spPr>
          <a:xfrm>
            <a:off x="2386575" y="1124975"/>
            <a:ext cx="3857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" name="Google Shape;123;p3"/>
          <p:cNvSpPr txBox="1"/>
          <p:nvPr>
            <p:ph hasCustomPrompt="1" idx="2" type="title"/>
          </p:nvPr>
        </p:nvSpPr>
        <p:spPr>
          <a:xfrm>
            <a:off x="842725" y="936125"/>
            <a:ext cx="1288800" cy="12195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24" name="Google Shape;124;p3"/>
          <p:cNvGrpSpPr/>
          <p:nvPr/>
        </p:nvGrpSpPr>
        <p:grpSpPr>
          <a:xfrm>
            <a:off x="25" y="0"/>
            <a:ext cx="9150776" cy="5143797"/>
            <a:chOff x="25" y="0"/>
            <a:chExt cx="9150776" cy="5143797"/>
          </a:xfrm>
        </p:grpSpPr>
        <p:grpSp>
          <p:nvGrpSpPr>
            <p:cNvPr id="125" name="Google Shape;125;p3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126" name="Google Shape;126;p3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3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3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3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grpSp>
            <p:nvGrpSpPr>
              <p:cNvPr id="131" name="Google Shape;131;p3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132" name="Google Shape;132;p3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" name="Google Shape;133;p3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" name="Google Shape;134;p3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" name="Google Shape;135;p3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" name="Google Shape;136;p3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8" name="Google Shape;138;p3"/>
              <p:cNvGrpSpPr/>
              <p:nvPr/>
            </p:nvGrpSpPr>
            <p:grpSpPr>
              <a:xfrm flipH="1">
                <a:off x="8773603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139" name="Google Shape;139;p3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1" name="Google Shape;141;p3"/>
              <p:cNvGrpSpPr/>
              <p:nvPr/>
            </p:nvGrpSpPr>
            <p:grpSpPr>
              <a:xfrm flipH="1">
                <a:off x="8386608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142" name="Google Shape;142;p3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4" name="Google Shape;144;p3"/>
              <p:cNvGrpSpPr/>
              <p:nvPr/>
            </p:nvGrpSpPr>
            <p:grpSpPr>
              <a:xfrm flipH="1">
                <a:off x="4634816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145" name="Google Shape;145;p3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" name="Google Shape;146;p3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" name="Google Shape;147;p3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48" name="Google Shape;148;p3"/>
              <p:cNvGrpSpPr/>
              <p:nvPr/>
            </p:nvGrpSpPr>
            <p:grpSpPr>
              <a:xfrm flipH="1">
                <a:off x="741006" y="4794866"/>
                <a:ext cx="363460" cy="179560"/>
                <a:chOff x="2652596" y="4794866"/>
                <a:chExt cx="363460" cy="179560"/>
              </a:xfrm>
            </p:grpSpPr>
            <p:sp>
              <p:nvSpPr>
                <p:cNvPr id="149" name="Google Shape;149;p3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" name="Google Shape;150;p3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" name="Google Shape;151;p3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2" name="Google Shape;152;p3"/>
              <p:cNvGrpSpPr/>
              <p:nvPr/>
            </p:nvGrpSpPr>
            <p:grpSpPr>
              <a:xfrm flipH="1">
                <a:off x="372846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153" name="Google Shape;153;p3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" name="Google Shape;154;p3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3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6" name="Google Shape;156;p3"/>
              <p:cNvGrpSpPr/>
              <p:nvPr/>
            </p:nvGrpSpPr>
            <p:grpSpPr>
              <a:xfrm flipH="1">
                <a:off x="140521" y="4794745"/>
                <a:ext cx="181242" cy="177466"/>
                <a:chOff x="3435299" y="4794745"/>
                <a:chExt cx="181242" cy="177466"/>
              </a:xfrm>
            </p:grpSpPr>
            <p:sp>
              <p:nvSpPr>
                <p:cNvPr id="157" name="Google Shape;157;p3"/>
                <p:cNvSpPr/>
                <p:nvPr/>
              </p:nvSpPr>
              <p:spPr>
                <a:xfrm>
                  <a:off x="3435299" y="4796402"/>
                  <a:ext cx="137643" cy="175810"/>
                </a:xfrm>
                <a:custGeom>
                  <a:rect b="b" l="l" r="r" t="t"/>
                  <a:pathLst>
                    <a:path extrusionOk="0" h="48167" w="31247">
                      <a:moveTo>
                        <a:pt x="0" y="11"/>
                      </a:moveTo>
                      <a:cubicBezTo>
                        <a:pt x="3589" y="8239"/>
                        <a:pt x="8682" y="16661"/>
                        <a:pt x="13926" y="24954"/>
                      </a:cubicBezTo>
                      <a:cubicBezTo>
                        <a:pt x="19202" y="33225"/>
                        <a:pt x="24651" y="41410"/>
                        <a:pt x="30576" y="48167"/>
                      </a:cubicBezTo>
                      <a:lnTo>
                        <a:pt x="30576" y="48167"/>
                      </a:lnTo>
                      <a:cubicBezTo>
                        <a:pt x="31517" y="43788"/>
                        <a:pt x="31484" y="38729"/>
                        <a:pt x="30381" y="33571"/>
                      </a:cubicBezTo>
                      <a:cubicBezTo>
                        <a:pt x="29300" y="28414"/>
                        <a:pt x="27149" y="23170"/>
                        <a:pt x="24164" y="18456"/>
                      </a:cubicBezTo>
                      <a:cubicBezTo>
                        <a:pt x="21170" y="13742"/>
                        <a:pt x="17342" y="9569"/>
                        <a:pt x="13136" y="6390"/>
                      </a:cubicBezTo>
                      <a:cubicBezTo>
                        <a:pt x="8931" y="3200"/>
                        <a:pt x="4368" y="1016"/>
                        <a:pt x="11" y="0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8" name="Google Shape;158;p3"/>
                <p:cNvSpPr/>
                <p:nvPr/>
              </p:nvSpPr>
              <p:spPr>
                <a:xfrm>
                  <a:off x="3566765" y="4794745"/>
                  <a:ext cx="49776" cy="173915"/>
                </a:xfrm>
                <a:custGeom>
                  <a:rect b="b" l="l" r="r" t="t"/>
                  <a:pathLst>
                    <a:path extrusionOk="0" h="47648" w="11300">
                      <a:moveTo>
                        <a:pt x="1054" y="0"/>
                      </a:moveTo>
                      <a:cubicBezTo>
                        <a:pt x="1822" y="7579"/>
                        <a:pt x="1552" y="15213"/>
                        <a:pt x="925" y="23278"/>
                      </a:cubicBezTo>
                      <a:cubicBezTo>
                        <a:pt x="308" y="31301"/>
                        <a:pt x="-665" y="40102"/>
                        <a:pt x="665" y="47648"/>
                      </a:cubicBezTo>
                      <a:lnTo>
                        <a:pt x="665" y="47648"/>
                      </a:lnTo>
                      <a:cubicBezTo>
                        <a:pt x="3282" y="44891"/>
                        <a:pt x="5671" y="41496"/>
                        <a:pt x="7563" y="37506"/>
                      </a:cubicBezTo>
                      <a:cubicBezTo>
                        <a:pt x="9444" y="33528"/>
                        <a:pt x="10817" y="28922"/>
                        <a:pt x="11196" y="24078"/>
                      </a:cubicBezTo>
                      <a:cubicBezTo>
                        <a:pt x="11585" y="19213"/>
                        <a:pt x="10893" y="14174"/>
                        <a:pt x="9077" y="9839"/>
                      </a:cubicBezTo>
                      <a:cubicBezTo>
                        <a:pt x="7293" y="5493"/>
                        <a:pt x="4330" y="1935"/>
                        <a:pt x="1054" y="0"/>
                      </a:cubicBezTo>
                      <a:lnTo>
                        <a:pt x="10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" name="Google Shape;159;p3"/>
              <p:cNvGrpSpPr/>
              <p:nvPr/>
            </p:nvGrpSpPr>
            <p:grpSpPr>
              <a:xfrm flipH="1">
                <a:off x="4259046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160" name="Google Shape;160;p3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3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3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4"/>
          <p:cNvGrpSpPr/>
          <p:nvPr/>
        </p:nvGrpSpPr>
        <p:grpSpPr>
          <a:xfrm>
            <a:off x="-441019" y="0"/>
            <a:ext cx="9973680" cy="5143797"/>
            <a:chOff x="-441019" y="0"/>
            <a:chExt cx="9973680" cy="5143797"/>
          </a:xfrm>
        </p:grpSpPr>
        <p:grpSp>
          <p:nvGrpSpPr>
            <p:cNvPr id="165" name="Google Shape;165;p4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0" y="460384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0" y="460399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4"/>
              <p:cNvSpPr/>
              <p:nvPr/>
            </p:nvSpPr>
            <p:spPr>
              <a:xfrm>
                <a:off x="50" y="4724379"/>
                <a:ext cx="9144287" cy="419345"/>
              </a:xfrm>
              <a:custGeom>
                <a:rect b="b" l="l" r="r" t="t"/>
                <a:pathLst>
                  <a:path extrusionOk="0" h="164449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64450"/>
                    </a:lnTo>
                    <a:lnTo>
                      <a:pt x="0" y="164450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4"/>
              <p:cNvSpPr/>
              <p:nvPr/>
            </p:nvSpPr>
            <p:spPr>
              <a:xfrm>
                <a:off x="50" y="4843220"/>
                <a:ext cx="9144287" cy="300405"/>
              </a:xfrm>
              <a:custGeom>
                <a:rect b="b" l="l" r="r" t="t"/>
                <a:pathLst>
                  <a:path extrusionOk="0" h="11780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17806"/>
                    </a:lnTo>
                    <a:lnTo>
                      <a:pt x="0" y="117806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"/>
              <p:cNvSpPr/>
              <p:nvPr/>
            </p:nvSpPr>
            <p:spPr>
              <a:xfrm>
                <a:off x="43" y="4905855"/>
                <a:ext cx="9144287" cy="237491"/>
              </a:xfrm>
              <a:custGeom>
                <a:rect b="b" l="l" r="r" t="t"/>
                <a:pathLst>
                  <a:path extrusionOk="0" h="6506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65066"/>
                    </a:lnTo>
                    <a:lnTo>
                      <a:pt x="0" y="650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2" name="Google Shape;172;p4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173" name="Google Shape;173;p4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" name="Google Shape;174;p4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5" name="Google Shape;175;p4"/>
              <p:cNvGrpSpPr/>
              <p:nvPr/>
            </p:nvGrpSpPr>
            <p:grpSpPr>
              <a:xfrm>
                <a:off x="609226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176" name="Google Shape;176;p4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4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8" name="Google Shape;178;p4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179" name="Google Shape;179;p4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4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4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2" name="Google Shape;182;p4"/>
              <p:cNvGrpSpPr/>
              <p:nvPr/>
            </p:nvGrpSpPr>
            <p:grpSpPr>
              <a:xfrm>
                <a:off x="7907471" y="4759958"/>
                <a:ext cx="339829" cy="252642"/>
                <a:chOff x="7907471" y="4759958"/>
                <a:chExt cx="339829" cy="252642"/>
              </a:xfrm>
            </p:grpSpPr>
            <p:sp>
              <p:nvSpPr>
                <p:cNvPr id="183" name="Google Shape;183;p4"/>
                <p:cNvSpPr/>
                <p:nvPr/>
              </p:nvSpPr>
              <p:spPr>
                <a:xfrm>
                  <a:off x="798028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3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5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4"/>
                <p:cNvSpPr/>
                <p:nvPr/>
              </p:nvSpPr>
              <p:spPr>
                <a:xfrm>
                  <a:off x="790747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2" y="22683"/>
                        <a:pt x="9990" y="34101"/>
                      </a:cubicBezTo>
                      <a:cubicBezTo>
                        <a:pt x="14553" y="45507"/>
                        <a:pt x="19808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5" name="Google Shape;185;p4"/>
              <p:cNvGrpSpPr/>
              <p:nvPr/>
            </p:nvGrpSpPr>
            <p:grpSpPr>
              <a:xfrm>
                <a:off x="8310466" y="4765719"/>
                <a:ext cx="323832" cy="223114"/>
                <a:chOff x="8310466" y="4765719"/>
                <a:chExt cx="323832" cy="223114"/>
              </a:xfrm>
            </p:grpSpPr>
            <p:sp>
              <p:nvSpPr>
                <p:cNvPr id="186" name="Google Shape;186;p4"/>
                <p:cNvSpPr/>
                <p:nvPr/>
              </p:nvSpPr>
              <p:spPr>
                <a:xfrm>
                  <a:off x="831046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3" y="1654"/>
                        <a:pt x="23526" y="4184"/>
                        <a:pt x="18866" y="7720"/>
                      </a:cubicBezTo>
                      <a:cubicBezTo>
                        <a:pt x="14217" y="11244"/>
                        <a:pt x="9784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5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8" y="28543"/>
                      </a:cubicBezTo>
                      <a:cubicBezTo>
                        <a:pt x="20801" y="23981"/>
                        <a:pt x="23807" y="19310"/>
                        <a:pt x="26532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4"/>
                <p:cNvSpPr/>
                <p:nvPr/>
              </p:nvSpPr>
              <p:spPr>
                <a:xfrm>
                  <a:off x="8366831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2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6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8" name="Google Shape;188;p4"/>
              <p:cNvGrpSpPr/>
              <p:nvPr/>
            </p:nvGrpSpPr>
            <p:grpSpPr>
              <a:xfrm>
                <a:off x="8769488" y="4770096"/>
                <a:ext cx="343944" cy="212303"/>
                <a:chOff x="8769488" y="4770096"/>
                <a:chExt cx="343944" cy="212303"/>
              </a:xfrm>
            </p:grpSpPr>
            <p:sp>
              <p:nvSpPr>
                <p:cNvPr id="189" name="Google Shape;189;p4"/>
                <p:cNvSpPr/>
                <p:nvPr/>
              </p:nvSpPr>
              <p:spPr>
                <a:xfrm>
                  <a:off x="8769488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4"/>
                <p:cNvSpPr/>
                <p:nvPr/>
              </p:nvSpPr>
              <p:spPr>
                <a:xfrm>
                  <a:off x="8895286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1" y="22575"/>
                      </a:cubicBezTo>
                      <a:cubicBezTo>
                        <a:pt x="395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6" y="23526"/>
                      </a:cubicBezTo>
                      <a:cubicBezTo>
                        <a:pt x="11726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4"/>
                <p:cNvSpPr/>
                <p:nvPr/>
              </p:nvSpPr>
              <p:spPr>
                <a:xfrm>
                  <a:off x="8914969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5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" name="Google Shape;192;p4"/>
              <p:cNvGrpSpPr/>
              <p:nvPr/>
            </p:nvGrpSpPr>
            <p:grpSpPr>
              <a:xfrm>
                <a:off x="6783301" y="4806225"/>
                <a:ext cx="237616" cy="159509"/>
                <a:chOff x="4344901" y="4806225"/>
                <a:chExt cx="237616" cy="159509"/>
              </a:xfrm>
            </p:grpSpPr>
            <p:sp>
              <p:nvSpPr>
                <p:cNvPr id="193" name="Google Shape;193;p4"/>
                <p:cNvSpPr/>
                <p:nvPr/>
              </p:nvSpPr>
              <p:spPr>
                <a:xfrm>
                  <a:off x="4344901" y="4806225"/>
                  <a:ext cx="125419" cy="159509"/>
                </a:xfrm>
                <a:custGeom>
                  <a:rect b="b" l="l" r="r" t="t"/>
                  <a:pathLst>
                    <a:path extrusionOk="0" h="43701" w="28472">
                      <a:moveTo>
                        <a:pt x="28472" y="0"/>
                      </a:moveTo>
                      <a:cubicBezTo>
                        <a:pt x="20688" y="2292"/>
                        <a:pt x="12535" y="8768"/>
                        <a:pt x="7151" y="17191"/>
                      </a:cubicBezTo>
                      <a:cubicBezTo>
                        <a:pt x="1691" y="25570"/>
                        <a:pt x="-850" y="35658"/>
                        <a:pt x="253" y="43702"/>
                      </a:cubicBezTo>
                      <a:lnTo>
                        <a:pt x="253" y="43702"/>
                      </a:lnTo>
                      <a:cubicBezTo>
                        <a:pt x="6092" y="38037"/>
                        <a:pt x="11465" y="30727"/>
                        <a:pt x="16374" y="23159"/>
                      </a:cubicBezTo>
                      <a:cubicBezTo>
                        <a:pt x="21250" y="15569"/>
                        <a:pt x="25715" y="7665"/>
                        <a:pt x="28472" y="11"/>
                      </a:cubicBezTo>
                      <a:lnTo>
                        <a:pt x="28472" y="11"/>
                      </a:lnTo>
                      <a:cubicBezTo>
                        <a:pt x="28472" y="11"/>
                        <a:pt x="28472" y="11"/>
                        <a:pt x="28472" y="1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4"/>
                <p:cNvSpPr/>
                <p:nvPr/>
              </p:nvSpPr>
              <p:spPr>
                <a:xfrm>
                  <a:off x="4372914" y="4811471"/>
                  <a:ext cx="209603" cy="144277"/>
                </a:xfrm>
                <a:custGeom>
                  <a:rect b="b" l="l" r="r" t="t"/>
                  <a:pathLst>
                    <a:path extrusionOk="0" h="39528" w="47583">
                      <a:moveTo>
                        <a:pt x="47583" y="0"/>
                      </a:moveTo>
                      <a:cubicBezTo>
                        <a:pt x="37950" y="87"/>
                        <a:pt x="26576" y="4649"/>
                        <a:pt x="17526" y="12217"/>
                      </a:cubicBezTo>
                      <a:cubicBezTo>
                        <a:pt x="8423" y="19732"/>
                        <a:pt x="1849" y="30079"/>
                        <a:pt x="0" y="39528"/>
                      </a:cubicBezTo>
                      <a:lnTo>
                        <a:pt x="0" y="39528"/>
                      </a:lnTo>
                      <a:cubicBezTo>
                        <a:pt x="8736" y="35420"/>
                        <a:pt x="17559" y="29116"/>
                        <a:pt x="25851" y="22251"/>
                      </a:cubicBezTo>
                      <a:cubicBezTo>
                        <a:pt x="34122" y="15353"/>
                        <a:pt x="41929" y="7828"/>
                        <a:pt x="47572" y="0"/>
                      </a:cubicBezTo>
                      <a:lnTo>
                        <a:pt x="4757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5" name="Google Shape;195;p4"/>
              <p:cNvGrpSpPr/>
              <p:nvPr/>
            </p:nvGrpSpPr>
            <p:grpSpPr>
              <a:xfrm>
                <a:off x="7065959" y="4826661"/>
                <a:ext cx="393158" cy="170393"/>
                <a:chOff x="4627559" y="4826661"/>
                <a:chExt cx="393158" cy="170393"/>
              </a:xfrm>
            </p:grpSpPr>
            <p:sp>
              <p:nvSpPr>
                <p:cNvPr id="196" name="Google Shape;196;p4"/>
                <p:cNvSpPr/>
                <p:nvPr/>
              </p:nvSpPr>
              <p:spPr>
                <a:xfrm>
                  <a:off x="4627559" y="4829178"/>
                  <a:ext cx="132494" cy="160418"/>
                </a:xfrm>
                <a:custGeom>
                  <a:rect b="b" l="l" r="r" t="t"/>
                  <a:pathLst>
                    <a:path extrusionOk="0" h="43950" w="30078">
                      <a:moveTo>
                        <a:pt x="0" y="0"/>
                      </a:moveTo>
                      <a:cubicBezTo>
                        <a:pt x="3438" y="7590"/>
                        <a:pt x="8347" y="15331"/>
                        <a:pt x="13439" y="22921"/>
                      </a:cubicBezTo>
                      <a:cubicBezTo>
                        <a:pt x="18564" y="30479"/>
                        <a:pt x="23916" y="37918"/>
                        <a:pt x="29679" y="43950"/>
                      </a:cubicBezTo>
                      <a:lnTo>
                        <a:pt x="29679" y="43950"/>
                      </a:lnTo>
                      <a:cubicBezTo>
                        <a:pt x="30381" y="39853"/>
                        <a:pt x="30165" y="35171"/>
                        <a:pt x="28976" y="30435"/>
                      </a:cubicBezTo>
                      <a:cubicBezTo>
                        <a:pt x="27797" y="25700"/>
                        <a:pt x="25667" y="20911"/>
                        <a:pt x="22770" y="16629"/>
                      </a:cubicBezTo>
                      <a:cubicBezTo>
                        <a:pt x="19872" y="12347"/>
                        <a:pt x="16240" y="8574"/>
                        <a:pt x="12282" y="5720"/>
                      </a:cubicBezTo>
                      <a:cubicBezTo>
                        <a:pt x="8325" y="2854"/>
                        <a:pt x="4065" y="897"/>
                        <a:pt x="0" y="11"/>
                      </a:cubicBezTo>
                      <a:lnTo>
                        <a:pt x="0" y="1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4"/>
                <p:cNvSpPr/>
                <p:nvPr/>
              </p:nvSpPr>
              <p:spPr>
                <a:xfrm>
                  <a:off x="4744022" y="4826661"/>
                  <a:ext cx="234544" cy="170393"/>
                </a:xfrm>
                <a:custGeom>
                  <a:rect b="b" l="l" r="r" t="t"/>
                  <a:pathLst>
                    <a:path extrusionOk="0" h="46683" w="53245">
                      <a:moveTo>
                        <a:pt x="53245" y="766"/>
                      </a:moveTo>
                      <a:cubicBezTo>
                        <a:pt x="47764" y="-467"/>
                        <a:pt x="41266" y="-240"/>
                        <a:pt x="34757" y="1652"/>
                      </a:cubicBezTo>
                      <a:cubicBezTo>
                        <a:pt x="28248" y="3512"/>
                        <a:pt x="21772" y="7026"/>
                        <a:pt x="16312" y="11740"/>
                      </a:cubicBezTo>
                      <a:cubicBezTo>
                        <a:pt x="10852" y="16454"/>
                        <a:pt x="6441" y="22357"/>
                        <a:pt x="3651" y="28520"/>
                      </a:cubicBezTo>
                      <a:cubicBezTo>
                        <a:pt x="840" y="34683"/>
                        <a:pt x="-339" y="41084"/>
                        <a:pt x="83" y="46684"/>
                      </a:cubicBezTo>
                      <a:lnTo>
                        <a:pt x="83" y="46684"/>
                      </a:lnTo>
                      <a:cubicBezTo>
                        <a:pt x="83" y="46684"/>
                        <a:pt x="83" y="46684"/>
                        <a:pt x="83" y="46684"/>
                      </a:cubicBezTo>
                      <a:cubicBezTo>
                        <a:pt x="8614" y="39289"/>
                        <a:pt x="17220" y="31050"/>
                        <a:pt x="26270" y="23265"/>
                      </a:cubicBezTo>
                      <a:cubicBezTo>
                        <a:pt x="35287" y="15448"/>
                        <a:pt x="44693" y="8128"/>
                        <a:pt x="53245" y="777"/>
                      </a:cubicBezTo>
                      <a:lnTo>
                        <a:pt x="53245" y="777"/>
                      </a:lnTo>
                      <a:lnTo>
                        <a:pt x="53245" y="77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4"/>
                <p:cNvSpPr/>
                <p:nvPr/>
              </p:nvSpPr>
              <p:spPr>
                <a:xfrm>
                  <a:off x="4737818" y="4867081"/>
                  <a:ext cx="282898" cy="118468"/>
                </a:xfrm>
                <a:custGeom>
                  <a:rect b="b" l="l" r="r" t="t"/>
                  <a:pathLst>
                    <a:path extrusionOk="0" h="32457" w="64222">
                      <a:moveTo>
                        <a:pt x="64223" y="1449"/>
                      </a:moveTo>
                      <a:cubicBezTo>
                        <a:pt x="58849" y="-10"/>
                        <a:pt x="52632" y="-389"/>
                        <a:pt x="46178" y="411"/>
                      </a:cubicBezTo>
                      <a:cubicBezTo>
                        <a:pt x="39734" y="1201"/>
                        <a:pt x="33085" y="3179"/>
                        <a:pt x="26900" y="6163"/>
                      </a:cubicBezTo>
                      <a:cubicBezTo>
                        <a:pt x="20726" y="9148"/>
                        <a:pt x="15040" y="13126"/>
                        <a:pt x="10412" y="17689"/>
                      </a:cubicBezTo>
                      <a:cubicBezTo>
                        <a:pt x="5774" y="22241"/>
                        <a:pt x="2195" y="27355"/>
                        <a:pt x="0" y="32458"/>
                      </a:cubicBezTo>
                      <a:lnTo>
                        <a:pt x="0" y="32458"/>
                      </a:lnTo>
                      <a:cubicBezTo>
                        <a:pt x="10855" y="29874"/>
                        <a:pt x="22316" y="25084"/>
                        <a:pt x="33452" y="19743"/>
                      </a:cubicBezTo>
                      <a:cubicBezTo>
                        <a:pt x="44567" y="14348"/>
                        <a:pt x="55444" y="8358"/>
                        <a:pt x="64212" y="1460"/>
                      </a:cubicBezTo>
                      <a:lnTo>
                        <a:pt x="64212" y="146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9" name="Google Shape;199;p4"/>
              <p:cNvSpPr/>
              <p:nvPr/>
            </p:nvSpPr>
            <p:spPr>
              <a:xfrm>
                <a:off x="2090505" y="4850202"/>
                <a:ext cx="295236" cy="133623"/>
              </a:xfrm>
              <a:custGeom>
                <a:rect b="b" l="l" r="r" t="t"/>
                <a:pathLst>
                  <a:path extrusionOk="0" h="36609" w="67023">
                    <a:moveTo>
                      <a:pt x="67023" y="0"/>
                    </a:moveTo>
                    <a:cubicBezTo>
                      <a:pt x="43410" y="757"/>
                      <a:pt x="13396" y="17159"/>
                      <a:pt x="0" y="36609"/>
                    </a:cubicBezTo>
                    <a:lnTo>
                      <a:pt x="0" y="36609"/>
                    </a:lnTo>
                    <a:cubicBezTo>
                      <a:pt x="23613" y="35852"/>
                      <a:pt x="53627" y="19451"/>
                      <a:pt x="67023" y="0"/>
                    </a:cubicBezTo>
                    <a:lnTo>
                      <a:pt x="67023" y="0"/>
                    </a:lnTo>
                    <a:lnTo>
                      <a:pt x="67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" name="Google Shape;200;p4"/>
              <p:cNvGrpSpPr/>
              <p:nvPr/>
            </p:nvGrpSpPr>
            <p:grpSpPr>
              <a:xfrm>
                <a:off x="2580036" y="4794866"/>
                <a:ext cx="436020" cy="179560"/>
                <a:chOff x="2580036" y="4794866"/>
                <a:chExt cx="436020" cy="179560"/>
              </a:xfrm>
            </p:grpSpPr>
            <p:sp>
              <p:nvSpPr>
                <p:cNvPr id="201" name="Google Shape;201;p4"/>
                <p:cNvSpPr/>
                <p:nvPr/>
              </p:nvSpPr>
              <p:spPr>
                <a:xfrm>
                  <a:off x="2580036" y="4828113"/>
                  <a:ext cx="74356" cy="141514"/>
                </a:xfrm>
                <a:custGeom>
                  <a:rect b="b" l="l" r="r" t="t"/>
                  <a:pathLst>
                    <a:path extrusionOk="0" h="38771" w="16880">
                      <a:moveTo>
                        <a:pt x="55" y="0"/>
                      </a:moveTo>
                      <a:cubicBezTo>
                        <a:pt x="-723" y="13039"/>
                        <a:pt x="6780" y="30403"/>
                        <a:pt x="16825" y="38772"/>
                      </a:cubicBezTo>
                      <a:lnTo>
                        <a:pt x="16825" y="38772"/>
                      </a:lnTo>
                      <a:cubicBezTo>
                        <a:pt x="17603" y="25733"/>
                        <a:pt x="10100" y="8369"/>
                        <a:pt x="55" y="0"/>
                      </a:cubicBezTo>
                      <a:lnTo>
                        <a:pt x="55" y="0"/>
                      </a:lnTo>
                      <a:cubicBezTo>
                        <a:pt x="55" y="0"/>
                        <a:pt x="55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4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4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4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5" name="Google Shape;205;p4"/>
              <p:cNvGrpSpPr/>
              <p:nvPr/>
            </p:nvGrpSpPr>
            <p:grpSpPr>
              <a:xfrm>
                <a:off x="30552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206" name="Google Shape;206;p4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4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4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9" name="Google Shape;209;p4"/>
              <p:cNvGrpSpPr/>
              <p:nvPr/>
            </p:nvGrpSpPr>
            <p:grpSpPr>
              <a:xfrm>
                <a:off x="3435299" y="4794745"/>
                <a:ext cx="181242" cy="177466"/>
                <a:chOff x="3435299" y="4794745"/>
                <a:chExt cx="181242" cy="177466"/>
              </a:xfrm>
            </p:grpSpPr>
            <p:sp>
              <p:nvSpPr>
                <p:cNvPr id="210" name="Google Shape;210;p4"/>
                <p:cNvSpPr/>
                <p:nvPr/>
              </p:nvSpPr>
              <p:spPr>
                <a:xfrm>
                  <a:off x="3435299" y="4796402"/>
                  <a:ext cx="137643" cy="175810"/>
                </a:xfrm>
                <a:custGeom>
                  <a:rect b="b" l="l" r="r" t="t"/>
                  <a:pathLst>
                    <a:path extrusionOk="0" h="48167" w="31247">
                      <a:moveTo>
                        <a:pt x="0" y="11"/>
                      </a:moveTo>
                      <a:cubicBezTo>
                        <a:pt x="3589" y="8239"/>
                        <a:pt x="8682" y="16661"/>
                        <a:pt x="13926" y="24954"/>
                      </a:cubicBezTo>
                      <a:cubicBezTo>
                        <a:pt x="19202" y="33225"/>
                        <a:pt x="24651" y="41410"/>
                        <a:pt x="30576" y="48167"/>
                      </a:cubicBezTo>
                      <a:lnTo>
                        <a:pt x="30576" y="48167"/>
                      </a:lnTo>
                      <a:cubicBezTo>
                        <a:pt x="31517" y="43788"/>
                        <a:pt x="31484" y="38729"/>
                        <a:pt x="30381" y="33571"/>
                      </a:cubicBezTo>
                      <a:cubicBezTo>
                        <a:pt x="29300" y="28414"/>
                        <a:pt x="27149" y="23170"/>
                        <a:pt x="24164" y="18456"/>
                      </a:cubicBezTo>
                      <a:cubicBezTo>
                        <a:pt x="21170" y="13742"/>
                        <a:pt x="17342" y="9569"/>
                        <a:pt x="13136" y="6390"/>
                      </a:cubicBezTo>
                      <a:cubicBezTo>
                        <a:pt x="8931" y="3200"/>
                        <a:pt x="4368" y="1016"/>
                        <a:pt x="11" y="0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1" name="Google Shape;211;p4"/>
                <p:cNvSpPr/>
                <p:nvPr/>
              </p:nvSpPr>
              <p:spPr>
                <a:xfrm>
                  <a:off x="3566765" y="4794745"/>
                  <a:ext cx="49776" cy="173915"/>
                </a:xfrm>
                <a:custGeom>
                  <a:rect b="b" l="l" r="r" t="t"/>
                  <a:pathLst>
                    <a:path extrusionOk="0" h="47648" w="11300">
                      <a:moveTo>
                        <a:pt x="1054" y="0"/>
                      </a:moveTo>
                      <a:cubicBezTo>
                        <a:pt x="1822" y="7579"/>
                        <a:pt x="1552" y="15213"/>
                        <a:pt x="925" y="23278"/>
                      </a:cubicBezTo>
                      <a:cubicBezTo>
                        <a:pt x="308" y="31301"/>
                        <a:pt x="-665" y="40102"/>
                        <a:pt x="665" y="47648"/>
                      </a:cubicBezTo>
                      <a:lnTo>
                        <a:pt x="665" y="47648"/>
                      </a:lnTo>
                      <a:cubicBezTo>
                        <a:pt x="3282" y="44891"/>
                        <a:pt x="5671" y="41496"/>
                        <a:pt x="7563" y="37506"/>
                      </a:cubicBezTo>
                      <a:cubicBezTo>
                        <a:pt x="9444" y="33528"/>
                        <a:pt x="10817" y="28922"/>
                        <a:pt x="11196" y="24078"/>
                      </a:cubicBezTo>
                      <a:cubicBezTo>
                        <a:pt x="11585" y="19213"/>
                        <a:pt x="10893" y="14174"/>
                        <a:pt x="9077" y="9839"/>
                      </a:cubicBezTo>
                      <a:cubicBezTo>
                        <a:pt x="7293" y="5493"/>
                        <a:pt x="4330" y="1935"/>
                        <a:pt x="1054" y="0"/>
                      </a:cubicBezTo>
                      <a:lnTo>
                        <a:pt x="10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2" name="Google Shape;212;p4"/>
            <p:cNvSpPr/>
            <p:nvPr/>
          </p:nvSpPr>
          <p:spPr>
            <a:xfrm>
              <a:off x="-441019" y="2575438"/>
              <a:ext cx="870255" cy="185280"/>
            </a:xfrm>
            <a:custGeom>
              <a:rect b="b" l="l" r="r" t="t"/>
              <a:pathLst>
                <a:path extrusionOk="0" h="28815" w="135343">
                  <a:moveTo>
                    <a:pt x="0" y="28805"/>
                  </a:moveTo>
                  <a:lnTo>
                    <a:pt x="135343" y="28805"/>
                  </a:lnTo>
                  <a:cubicBezTo>
                    <a:pt x="132684" y="19063"/>
                    <a:pt x="121958" y="11927"/>
                    <a:pt x="112001" y="13625"/>
                  </a:cubicBezTo>
                  <a:cubicBezTo>
                    <a:pt x="111903" y="7018"/>
                    <a:pt x="106000" y="1440"/>
                    <a:pt x="99491" y="282"/>
                  </a:cubicBezTo>
                  <a:cubicBezTo>
                    <a:pt x="92983" y="-874"/>
                    <a:pt x="86257" y="1645"/>
                    <a:pt x="80960" y="5602"/>
                  </a:cubicBezTo>
                  <a:cubicBezTo>
                    <a:pt x="74840" y="10165"/>
                    <a:pt x="70201" y="16663"/>
                    <a:pt x="67866" y="23928"/>
                  </a:cubicBezTo>
                  <a:cubicBezTo>
                    <a:pt x="66439" y="21139"/>
                    <a:pt x="63358" y="19279"/>
                    <a:pt x="60233" y="19311"/>
                  </a:cubicBezTo>
                  <a:cubicBezTo>
                    <a:pt x="57098" y="19333"/>
                    <a:pt x="54060" y="21247"/>
                    <a:pt x="52665" y="24047"/>
                  </a:cubicBezTo>
                  <a:cubicBezTo>
                    <a:pt x="45323" y="18814"/>
                    <a:pt x="36036" y="16403"/>
                    <a:pt x="27073" y="17387"/>
                  </a:cubicBezTo>
                  <a:cubicBezTo>
                    <a:pt x="18110" y="18371"/>
                    <a:pt x="6022" y="22112"/>
                    <a:pt x="0" y="288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" name="Google Shape;213;p4"/>
            <p:cNvGrpSpPr/>
            <p:nvPr/>
          </p:nvGrpSpPr>
          <p:grpSpPr>
            <a:xfrm>
              <a:off x="-189810" y="0"/>
              <a:ext cx="9340611" cy="1135213"/>
              <a:chOff x="-189810" y="0"/>
              <a:chExt cx="9340611" cy="1135213"/>
            </a:xfrm>
          </p:grpSpPr>
          <p:grpSp>
            <p:nvGrpSpPr>
              <p:cNvPr id="214" name="Google Shape;214;p4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215" name="Google Shape;215;p4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4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4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4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219" name="Google Shape;219;p4"/>
              <p:cNvSpPr/>
              <p:nvPr/>
            </p:nvSpPr>
            <p:spPr>
              <a:xfrm>
                <a:off x="-189810" y="379003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4"/>
              <p:cNvSpPr/>
              <p:nvPr/>
            </p:nvSpPr>
            <p:spPr>
              <a:xfrm>
                <a:off x="8186314" y="388574"/>
                <a:ext cx="572154" cy="104365"/>
              </a:xfrm>
              <a:custGeom>
                <a:rect b="b" l="l" r="r" t="t"/>
                <a:pathLst>
                  <a:path extrusionOk="0" h="16231" w="88982">
                    <a:moveTo>
                      <a:pt x="88982" y="16232"/>
                    </a:moveTo>
                    <a:lnTo>
                      <a:pt x="0" y="16232"/>
                    </a:lnTo>
                    <a:cubicBezTo>
                      <a:pt x="3406" y="7399"/>
                      <a:pt x="9558" y="1127"/>
                      <a:pt x="18975" y="133"/>
                    </a:cubicBezTo>
                    <a:cubicBezTo>
                      <a:pt x="28392" y="-862"/>
                      <a:pt x="38188" y="3798"/>
                      <a:pt x="43356" y="11723"/>
                    </a:cubicBezTo>
                    <a:cubicBezTo>
                      <a:pt x="57660" y="4209"/>
                      <a:pt x="77273" y="5085"/>
                      <a:pt x="88971" y="162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" name="Google Shape;221;p4"/>
            <p:cNvSpPr/>
            <p:nvPr/>
          </p:nvSpPr>
          <p:spPr>
            <a:xfrm flipH="1">
              <a:off x="8662406" y="3062888"/>
              <a:ext cx="870255" cy="185280"/>
            </a:xfrm>
            <a:custGeom>
              <a:rect b="b" l="l" r="r" t="t"/>
              <a:pathLst>
                <a:path extrusionOk="0" h="28815" w="135343">
                  <a:moveTo>
                    <a:pt x="0" y="28805"/>
                  </a:moveTo>
                  <a:lnTo>
                    <a:pt x="135343" y="28805"/>
                  </a:lnTo>
                  <a:cubicBezTo>
                    <a:pt x="132684" y="19063"/>
                    <a:pt x="121958" y="11927"/>
                    <a:pt x="112001" y="13625"/>
                  </a:cubicBezTo>
                  <a:cubicBezTo>
                    <a:pt x="111903" y="7018"/>
                    <a:pt x="106000" y="1440"/>
                    <a:pt x="99491" y="282"/>
                  </a:cubicBezTo>
                  <a:cubicBezTo>
                    <a:pt x="92983" y="-874"/>
                    <a:pt x="86257" y="1645"/>
                    <a:pt x="80960" y="5602"/>
                  </a:cubicBezTo>
                  <a:cubicBezTo>
                    <a:pt x="74840" y="10165"/>
                    <a:pt x="70201" y="16663"/>
                    <a:pt x="67866" y="23928"/>
                  </a:cubicBezTo>
                  <a:cubicBezTo>
                    <a:pt x="66439" y="21139"/>
                    <a:pt x="63358" y="19279"/>
                    <a:pt x="60233" y="19311"/>
                  </a:cubicBezTo>
                  <a:cubicBezTo>
                    <a:pt x="57098" y="19333"/>
                    <a:pt x="54060" y="21247"/>
                    <a:pt x="52665" y="24047"/>
                  </a:cubicBezTo>
                  <a:cubicBezTo>
                    <a:pt x="45323" y="18814"/>
                    <a:pt x="36036" y="16403"/>
                    <a:pt x="27073" y="17387"/>
                  </a:cubicBezTo>
                  <a:cubicBezTo>
                    <a:pt x="18110" y="18371"/>
                    <a:pt x="6022" y="22112"/>
                    <a:pt x="0" y="288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4"/>
          <p:cNvSpPr txBox="1"/>
          <p:nvPr>
            <p:ph idx="1" type="body"/>
          </p:nvPr>
        </p:nvSpPr>
        <p:spPr>
          <a:xfrm>
            <a:off x="720000" y="1063350"/>
            <a:ext cx="3737400" cy="32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5"/>
          <p:cNvGrpSpPr/>
          <p:nvPr/>
        </p:nvGrpSpPr>
        <p:grpSpPr>
          <a:xfrm>
            <a:off x="25" y="0"/>
            <a:ext cx="9150776" cy="5143797"/>
            <a:chOff x="25" y="0"/>
            <a:chExt cx="9150776" cy="5143797"/>
          </a:xfrm>
        </p:grpSpPr>
        <p:grpSp>
          <p:nvGrpSpPr>
            <p:cNvPr id="226" name="Google Shape;226;p5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227" name="Google Shape;227;p5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5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5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31" name="Google Shape;231;p5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50" y="460384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50" y="460399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0" y="4724379"/>
                <a:ext cx="9144287" cy="419345"/>
              </a:xfrm>
              <a:custGeom>
                <a:rect b="b" l="l" r="r" t="t"/>
                <a:pathLst>
                  <a:path extrusionOk="0" h="164449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64450"/>
                    </a:lnTo>
                    <a:lnTo>
                      <a:pt x="0" y="164450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5"/>
              <p:cNvSpPr/>
              <p:nvPr/>
            </p:nvSpPr>
            <p:spPr>
              <a:xfrm>
                <a:off x="50" y="4843220"/>
                <a:ext cx="9144287" cy="300405"/>
              </a:xfrm>
              <a:custGeom>
                <a:rect b="b" l="l" r="r" t="t"/>
                <a:pathLst>
                  <a:path extrusionOk="0" h="11780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17806"/>
                    </a:lnTo>
                    <a:lnTo>
                      <a:pt x="0" y="117806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>
                <a:off x="43" y="4905855"/>
                <a:ext cx="9144287" cy="237491"/>
              </a:xfrm>
              <a:custGeom>
                <a:rect b="b" l="l" r="r" t="t"/>
                <a:pathLst>
                  <a:path extrusionOk="0" h="6506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65066"/>
                    </a:lnTo>
                    <a:lnTo>
                      <a:pt x="0" y="650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8" name="Google Shape;238;p5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239" name="Google Shape;239;p5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5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1" name="Google Shape;241;p5"/>
              <p:cNvGrpSpPr/>
              <p:nvPr/>
            </p:nvGrpSpPr>
            <p:grpSpPr>
              <a:xfrm>
                <a:off x="609226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242" name="Google Shape;242;p5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5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4" name="Google Shape;244;p5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245" name="Google Shape;245;p5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" name="Google Shape;246;p5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" name="Google Shape;247;p5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8" name="Google Shape;248;p5"/>
              <p:cNvSpPr/>
              <p:nvPr/>
            </p:nvSpPr>
            <p:spPr>
              <a:xfrm>
                <a:off x="7653105" y="4850202"/>
                <a:ext cx="295236" cy="133623"/>
              </a:xfrm>
              <a:custGeom>
                <a:rect b="b" l="l" r="r" t="t"/>
                <a:pathLst>
                  <a:path extrusionOk="0" h="36609" w="67023">
                    <a:moveTo>
                      <a:pt x="67023" y="0"/>
                    </a:moveTo>
                    <a:cubicBezTo>
                      <a:pt x="43410" y="757"/>
                      <a:pt x="13396" y="17159"/>
                      <a:pt x="0" y="36609"/>
                    </a:cubicBezTo>
                    <a:lnTo>
                      <a:pt x="0" y="36609"/>
                    </a:lnTo>
                    <a:cubicBezTo>
                      <a:pt x="23613" y="35852"/>
                      <a:pt x="53627" y="19451"/>
                      <a:pt x="67023" y="0"/>
                    </a:cubicBezTo>
                    <a:lnTo>
                      <a:pt x="67023" y="0"/>
                    </a:lnTo>
                    <a:lnTo>
                      <a:pt x="67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9" name="Google Shape;249;p5"/>
              <p:cNvGrpSpPr/>
              <p:nvPr/>
            </p:nvGrpSpPr>
            <p:grpSpPr>
              <a:xfrm>
                <a:off x="8142636" y="4794866"/>
                <a:ext cx="436020" cy="179560"/>
                <a:chOff x="8142636" y="4794866"/>
                <a:chExt cx="436020" cy="179560"/>
              </a:xfrm>
            </p:grpSpPr>
            <p:sp>
              <p:nvSpPr>
                <p:cNvPr id="250" name="Google Shape;250;p5"/>
                <p:cNvSpPr/>
                <p:nvPr/>
              </p:nvSpPr>
              <p:spPr>
                <a:xfrm>
                  <a:off x="8142636" y="4828113"/>
                  <a:ext cx="74356" cy="141514"/>
                </a:xfrm>
                <a:custGeom>
                  <a:rect b="b" l="l" r="r" t="t"/>
                  <a:pathLst>
                    <a:path extrusionOk="0" h="38771" w="16880">
                      <a:moveTo>
                        <a:pt x="55" y="0"/>
                      </a:moveTo>
                      <a:cubicBezTo>
                        <a:pt x="-723" y="13039"/>
                        <a:pt x="6780" y="30403"/>
                        <a:pt x="16825" y="38772"/>
                      </a:cubicBezTo>
                      <a:lnTo>
                        <a:pt x="16825" y="38772"/>
                      </a:lnTo>
                      <a:cubicBezTo>
                        <a:pt x="17603" y="25733"/>
                        <a:pt x="10100" y="8369"/>
                        <a:pt x="55" y="0"/>
                      </a:cubicBezTo>
                      <a:lnTo>
                        <a:pt x="55" y="0"/>
                      </a:lnTo>
                      <a:cubicBezTo>
                        <a:pt x="55" y="0"/>
                        <a:pt x="55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" name="Google Shape;251;p5"/>
                <p:cNvSpPr/>
                <p:nvPr/>
              </p:nvSpPr>
              <p:spPr>
                <a:xfrm>
                  <a:off x="82151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2" name="Google Shape;252;p5"/>
                <p:cNvSpPr/>
                <p:nvPr/>
              </p:nvSpPr>
              <p:spPr>
                <a:xfrm>
                  <a:off x="83528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" name="Google Shape;253;p5"/>
                <p:cNvSpPr/>
                <p:nvPr/>
              </p:nvSpPr>
              <p:spPr>
                <a:xfrm>
                  <a:off x="83877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4" name="Google Shape;254;p5"/>
              <p:cNvGrpSpPr/>
              <p:nvPr/>
            </p:nvGrpSpPr>
            <p:grpSpPr>
              <a:xfrm>
                <a:off x="8617853" y="4744852"/>
                <a:ext cx="328964" cy="214701"/>
                <a:chOff x="8617853" y="4744852"/>
                <a:chExt cx="328964" cy="214701"/>
              </a:xfrm>
            </p:grpSpPr>
            <p:sp>
              <p:nvSpPr>
                <p:cNvPr id="255" name="Google Shape;255;p5"/>
                <p:cNvSpPr/>
                <p:nvPr/>
              </p:nvSpPr>
              <p:spPr>
                <a:xfrm>
                  <a:off x="86178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6" name="Google Shape;256;p5"/>
                <p:cNvSpPr/>
                <p:nvPr/>
              </p:nvSpPr>
              <p:spPr>
                <a:xfrm>
                  <a:off x="86819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7" name="Google Shape;257;p5"/>
                <p:cNvSpPr/>
                <p:nvPr/>
              </p:nvSpPr>
              <p:spPr>
                <a:xfrm>
                  <a:off x="87177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58" name="Google Shape;258;p5"/>
            <p:cNvSpPr/>
            <p:nvPr/>
          </p:nvSpPr>
          <p:spPr>
            <a:xfrm>
              <a:off x="39" y="2721749"/>
              <a:ext cx="572154" cy="104365"/>
            </a:xfrm>
            <a:custGeom>
              <a:rect b="b" l="l" r="r" t="t"/>
              <a:pathLst>
                <a:path extrusionOk="0" h="16231" w="88982">
                  <a:moveTo>
                    <a:pt x="88982" y="16232"/>
                  </a:moveTo>
                  <a:lnTo>
                    <a:pt x="0" y="16232"/>
                  </a:lnTo>
                  <a:cubicBezTo>
                    <a:pt x="3406" y="7399"/>
                    <a:pt x="9558" y="1127"/>
                    <a:pt x="18975" y="133"/>
                  </a:cubicBezTo>
                  <a:cubicBezTo>
                    <a:pt x="28392" y="-862"/>
                    <a:pt x="38188" y="3798"/>
                    <a:pt x="43356" y="11723"/>
                  </a:cubicBezTo>
                  <a:cubicBezTo>
                    <a:pt x="57660" y="4209"/>
                    <a:pt x="77273" y="5085"/>
                    <a:pt x="88971" y="162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0" name="Google Shape;260;p5"/>
          <p:cNvSpPr txBox="1"/>
          <p:nvPr>
            <p:ph idx="1" type="subTitle"/>
          </p:nvPr>
        </p:nvSpPr>
        <p:spPr>
          <a:xfrm>
            <a:off x="720000" y="3277325"/>
            <a:ext cx="41847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5"/>
          <p:cNvSpPr txBox="1"/>
          <p:nvPr>
            <p:ph idx="2" type="subTitle"/>
          </p:nvPr>
        </p:nvSpPr>
        <p:spPr>
          <a:xfrm>
            <a:off x="720000" y="1659358"/>
            <a:ext cx="4184700" cy="9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5"/>
          <p:cNvSpPr txBox="1"/>
          <p:nvPr>
            <p:ph idx="3" type="subTitle"/>
          </p:nvPr>
        </p:nvSpPr>
        <p:spPr>
          <a:xfrm>
            <a:off x="720000" y="1392625"/>
            <a:ext cx="4184700" cy="4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5"/>
          <p:cNvSpPr txBox="1"/>
          <p:nvPr>
            <p:ph idx="4" type="subTitle"/>
          </p:nvPr>
        </p:nvSpPr>
        <p:spPr>
          <a:xfrm>
            <a:off x="720000" y="3010596"/>
            <a:ext cx="4184700" cy="41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6"/>
          <p:cNvGrpSpPr/>
          <p:nvPr/>
        </p:nvGrpSpPr>
        <p:grpSpPr>
          <a:xfrm>
            <a:off x="-441019" y="0"/>
            <a:ext cx="9973680" cy="5143797"/>
            <a:chOff x="-441019" y="0"/>
            <a:chExt cx="9973680" cy="5143797"/>
          </a:xfrm>
        </p:grpSpPr>
        <p:grpSp>
          <p:nvGrpSpPr>
            <p:cNvPr id="266" name="Google Shape;266;p6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sp>
            <p:nvSpPr>
              <p:cNvPr id="267" name="Google Shape;267;p6"/>
              <p:cNvSpPr/>
              <p:nvPr/>
            </p:nvSpPr>
            <p:spPr>
              <a:xfrm>
                <a:off x="50" y="460384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50" y="460399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50" y="4724379"/>
                <a:ext cx="9144287" cy="419345"/>
              </a:xfrm>
              <a:custGeom>
                <a:rect b="b" l="l" r="r" t="t"/>
                <a:pathLst>
                  <a:path extrusionOk="0" h="164449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64450"/>
                    </a:lnTo>
                    <a:lnTo>
                      <a:pt x="0" y="164450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6"/>
              <p:cNvSpPr/>
              <p:nvPr/>
            </p:nvSpPr>
            <p:spPr>
              <a:xfrm>
                <a:off x="50" y="4843220"/>
                <a:ext cx="9144287" cy="300405"/>
              </a:xfrm>
              <a:custGeom>
                <a:rect b="b" l="l" r="r" t="t"/>
                <a:pathLst>
                  <a:path extrusionOk="0" h="11780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17806"/>
                    </a:lnTo>
                    <a:lnTo>
                      <a:pt x="0" y="117806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>
                <a:off x="43" y="4905855"/>
                <a:ext cx="9144287" cy="237491"/>
              </a:xfrm>
              <a:custGeom>
                <a:rect b="b" l="l" r="r" t="t"/>
                <a:pathLst>
                  <a:path extrusionOk="0" h="6506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65066"/>
                    </a:lnTo>
                    <a:lnTo>
                      <a:pt x="0" y="650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3" name="Google Shape;273;p6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274" name="Google Shape;274;p6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5" name="Google Shape;275;p6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6" name="Google Shape;276;p6"/>
              <p:cNvGrpSpPr/>
              <p:nvPr/>
            </p:nvGrpSpPr>
            <p:grpSpPr>
              <a:xfrm>
                <a:off x="609226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" name="Google Shape;278;p6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79" name="Google Shape;279;p6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280" name="Google Shape;280;p6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6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" name="Google Shape;282;p6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3" name="Google Shape;283;p6"/>
              <p:cNvGrpSpPr/>
              <p:nvPr/>
            </p:nvGrpSpPr>
            <p:grpSpPr>
              <a:xfrm>
                <a:off x="7907471" y="4759958"/>
                <a:ext cx="339829" cy="252642"/>
                <a:chOff x="7907471" y="4759958"/>
                <a:chExt cx="339829" cy="252642"/>
              </a:xfrm>
            </p:grpSpPr>
            <p:sp>
              <p:nvSpPr>
                <p:cNvPr id="284" name="Google Shape;284;p6"/>
                <p:cNvSpPr/>
                <p:nvPr/>
              </p:nvSpPr>
              <p:spPr>
                <a:xfrm>
                  <a:off x="798028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3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5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6"/>
                <p:cNvSpPr/>
                <p:nvPr/>
              </p:nvSpPr>
              <p:spPr>
                <a:xfrm>
                  <a:off x="790747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2" y="22683"/>
                        <a:pt x="9990" y="34101"/>
                      </a:cubicBezTo>
                      <a:cubicBezTo>
                        <a:pt x="14553" y="45507"/>
                        <a:pt x="19808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6" name="Google Shape;286;p6"/>
              <p:cNvGrpSpPr/>
              <p:nvPr/>
            </p:nvGrpSpPr>
            <p:grpSpPr>
              <a:xfrm>
                <a:off x="8310466" y="4765719"/>
                <a:ext cx="323832" cy="223114"/>
                <a:chOff x="8310466" y="4765719"/>
                <a:chExt cx="323832" cy="223114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831046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3" y="1654"/>
                        <a:pt x="23526" y="4184"/>
                        <a:pt x="18866" y="7720"/>
                      </a:cubicBezTo>
                      <a:cubicBezTo>
                        <a:pt x="14217" y="11244"/>
                        <a:pt x="9784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5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8" y="28543"/>
                      </a:cubicBezTo>
                      <a:cubicBezTo>
                        <a:pt x="20801" y="23981"/>
                        <a:pt x="23807" y="19310"/>
                        <a:pt x="26532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8" name="Google Shape;288;p6"/>
                <p:cNvSpPr/>
                <p:nvPr/>
              </p:nvSpPr>
              <p:spPr>
                <a:xfrm>
                  <a:off x="8366831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2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6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9" name="Google Shape;289;p6"/>
              <p:cNvGrpSpPr/>
              <p:nvPr/>
            </p:nvGrpSpPr>
            <p:grpSpPr>
              <a:xfrm>
                <a:off x="8769488" y="4770096"/>
                <a:ext cx="343944" cy="212303"/>
                <a:chOff x="8769488" y="4770096"/>
                <a:chExt cx="343944" cy="212303"/>
              </a:xfrm>
            </p:grpSpPr>
            <p:sp>
              <p:nvSpPr>
                <p:cNvPr id="290" name="Google Shape;290;p6"/>
                <p:cNvSpPr/>
                <p:nvPr/>
              </p:nvSpPr>
              <p:spPr>
                <a:xfrm>
                  <a:off x="8769488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" name="Google Shape;291;p6"/>
                <p:cNvSpPr/>
                <p:nvPr/>
              </p:nvSpPr>
              <p:spPr>
                <a:xfrm>
                  <a:off x="8895286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1" y="22575"/>
                      </a:cubicBezTo>
                      <a:cubicBezTo>
                        <a:pt x="395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6" y="23526"/>
                      </a:cubicBezTo>
                      <a:cubicBezTo>
                        <a:pt x="11726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" name="Google Shape;292;p6"/>
                <p:cNvSpPr/>
                <p:nvPr/>
              </p:nvSpPr>
              <p:spPr>
                <a:xfrm>
                  <a:off x="8914969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5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3" name="Google Shape;293;p6"/>
              <p:cNvGrpSpPr/>
              <p:nvPr/>
            </p:nvGrpSpPr>
            <p:grpSpPr>
              <a:xfrm>
                <a:off x="6783301" y="4806225"/>
                <a:ext cx="237616" cy="159509"/>
                <a:chOff x="4344901" y="4806225"/>
                <a:chExt cx="237616" cy="159509"/>
              </a:xfrm>
            </p:grpSpPr>
            <p:sp>
              <p:nvSpPr>
                <p:cNvPr id="294" name="Google Shape;294;p6"/>
                <p:cNvSpPr/>
                <p:nvPr/>
              </p:nvSpPr>
              <p:spPr>
                <a:xfrm>
                  <a:off x="4344901" y="4806225"/>
                  <a:ext cx="125419" cy="159509"/>
                </a:xfrm>
                <a:custGeom>
                  <a:rect b="b" l="l" r="r" t="t"/>
                  <a:pathLst>
                    <a:path extrusionOk="0" h="43701" w="28472">
                      <a:moveTo>
                        <a:pt x="28472" y="0"/>
                      </a:moveTo>
                      <a:cubicBezTo>
                        <a:pt x="20688" y="2292"/>
                        <a:pt x="12535" y="8768"/>
                        <a:pt x="7151" y="17191"/>
                      </a:cubicBezTo>
                      <a:cubicBezTo>
                        <a:pt x="1691" y="25570"/>
                        <a:pt x="-850" y="35658"/>
                        <a:pt x="253" y="43702"/>
                      </a:cubicBezTo>
                      <a:lnTo>
                        <a:pt x="253" y="43702"/>
                      </a:lnTo>
                      <a:cubicBezTo>
                        <a:pt x="6092" y="38037"/>
                        <a:pt x="11465" y="30727"/>
                        <a:pt x="16374" y="23159"/>
                      </a:cubicBezTo>
                      <a:cubicBezTo>
                        <a:pt x="21250" y="15569"/>
                        <a:pt x="25715" y="7665"/>
                        <a:pt x="28472" y="11"/>
                      </a:cubicBezTo>
                      <a:lnTo>
                        <a:pt x="28472" y="11"/>
                      </a:lnTo>
                      <a:cubicBezTo>
                        <a:pt x="28472" y="11"/>
                        <a:pt x="28472" y="11"/>
                        <a:pt x="28472" y="1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" name="Google Shape;295;p6"/>
                <p:cNvSpPr/>
                <p:nvPr/>
              </p:nvSpPr>
              <p:spPr>
                <a:xfrm>
                  <a:off x="4372914" y="4811471"/>
                  <a:ext cx="209603" cy="144277"/>
                </a:xfrm>
                <a:custGeom>
                  <a:rect b="b" l="l" r="r" t="t"/>
                  <a:pathLst>
                    <a:path extrusionOk="0" h="39528" w="47583">
                      <a:moveTo>
                        <a:pt x="47583" y="0"/>
                      </a:moveTo>
                      <a:cubicBezTo>
                        <a:pt x="37950" y="87"/>
                        <a:pt x="26576" y="4649"/>
                        <a:pt x="17526" y="12217"/>
                      </a:cubicBezTo>
                      <a:cubicBezTo>
                        <a:pt x="8423" y="19732"/>
                        <a:pt x="1849" y="30079"/>
                        <a:pt x="0" y="39528"/>
                      </a:cubicBezTo>
                      <a:lnTo>
                        <a:pt x="0" y="39528"/>
                      </a:lnTo>
                      <a:cubicBezTo>
                        <a:pt x="8736" y="35420"/>
                        <a:pt x="17559" y="29116"/>
                        <a:pt x="25851" y="22251"/>
                      </a:cubicBezTo>
                      <a:cubicBezTo>
                        <a:pt x="34122" y="15353"/>
                        <a:pt x="41929" y="7828"/>
                        <a:pt x="47572" y="0"/>
                      </a:cubicBezTo>
                      <a:lnTo>
                        <a:pt x="47572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6" name="Google Shape;296;p6"/>
              <p:cNvGrpSpPr/>
              <p:nvPr/>
            </p:nvGrpSpPr>
            <p:grpSpPr>
              <a:xfrm>
                <a:off x="7065959" y="4826661"/>
                <a:ext cx="393158" cy="170393"/>
                <a:chOff x="4627559" y="4826661"/>
                <a:chExt cx="393158" cy="170393"/>
              </a:xfrm>
            </p:grpSpPr>
            <p:sp>
              <p:nvSpPr>
                <p:cNvPr id="297" name="Google Shape;297;p6"/>
                <p:cNvSpPr/>
                <p:nvPr/>
              </p:nvSpPr>
              <p:spPr>
                <a:xfrm>
                  <a:off x="4627559" y="4829178"/>
                  <a:ext cx="132494" cy="160418"/>
                </a:xfrm>
                <a:custGeom>
                  <a:rect b="b" l="l" r="r" t="t"/>
                  <a:pathLst>
                    <a:path extrusionOk="0" h="43950" w="30078">
                      <a:moveTo>
                        <a:pt x="0" y="0"/>
                      </a:moveTo>
                      <a:cubicBezTo>
                        <a:pt x="3438" y="7590"/>
                        <a:pt x="8347" y="15331"/>
                        <a:pt x="13439" y="22921"/>
                      </a:cubicBezTo>
                      <a:cubicBezTo>
                        <a:pt x="18564" y="30479"/>
                        <a:pt x="23916" y="37918"/>
                        <a:pt x="29679" y="43950"/>
                      </a:cubicBezTo>
                      <a:lnTo>
                        <a:pt x="29679" y="43950"/>
                      </a:lnTo>
                      <a:cubicBezTo>
                        <a:pt x="30381" y="39853"/>
                        <a:pt x="30165" y="35171"/>
                        <a:pt x="28976" y="30435"/>
                      </a:cubicBezTo>
                      <a:cubicBezTo>
                        <a:pt x="27797" y="25700"/>
                        <a:pt x="25667" y="20911"/>
                        <a:pt x="22770" y="16629"/>
                      </a:cubicBezTo>
                      <a:cubicBezTo>
                        <a:pt x="19872" y="12347"/>
                        <a:pt x="16240" y="8574"/>
                        <a:pt x="12282" y="5720"/>
                      </a:cubicBezTo>
                      <a:cubicBezTo>
                        <a:pt x="8325" y="2854"/>
                        <a:pt x="4065" y="897"/>
                        <a:pt x="0" y="11"/>
                      </a:cubicBezTo>
                      <a:lnTo>
                        <a:pt x="0" y="11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6"/>
                <p:cNvSpPr/>
                <p:nvPr/>
              </p:nvSpPr>
              <p:spPr>
                <a:xfrm>
                  <a:off x="4744022" y="4826661"/>
                  <a:ext cx="234544" cy="170393"/>
                </a:xfrm>
                <a:custGeom>
                  <a:rect b="b" l="l" r="r" t="t"/>
                  <a:pathLst>
                    <a:path extrusionOk="0" h="46683" w="53245">
                      <a:moveTo>
                        <a:pt x="53245" y="766"/>
                      </a:moveTo>
                      <a:cubicBezTo>
                        <a:pt x="47764" y="-467"/>
                        <a:pt x="41266" y="-240"/>
                        <a:pt x="34757" y="1652"/>
                      </a:cubicBezTo>
                      <a:cubicBezTo>
                        <a:pt x="28248" y="3512"/>
                        <a:pt x="21772" y="7026"/>
                        <a:pt x="16312" y="11740"/>
                      </a:cubicBezTo>
                      <a:cubicBezTo>
                        <a:pt x="10852" y="16454"/>
                        <a:pt x="6441" y="22357"/>
                        <a:pt x="3651" y="28520"/>
                      </a:cubicBezTo>
                      <a:cubicBezTo>
                        <a:pt x="840" y="34683"/>
                        <a:pt x="-339" y="41084"/>
                        <a:pt x="83" y="46684"/>
                      </a:cubicBezTo>
                      <a:lnTo>
                        <a:pt x="83" y="46684"/>
                      </a:lnTo>
                      <a:cubicBezTo>
                        <a:pt x="83" y="46684"/>
                        <a:pt x="83" y="46684"/>
                        <a:pt x="83" y="46684"/>
                      </a:cubicBezTo>
                      <a:cubicBezTo>
                        <a:pt x="8614" y="39289"/>
                        <a:pt x="17220" y="31050"/>
                        <a:pt x="26270" y="23265"/>
                      </a:cubicBezTo>
                      <a:cubicBezTo>
                        <a:pt x="35287" y="15448"/>
                        <a:pt x="44693" y="8128"/>
                        <a:pt x="53245" y="777"/>
                      </a:cubicBezTo>
                      <a:lnTo>
                        <a:pt x="53245" y="777"/>
                      </a:lnTo>
                      <a:lnTo>
                        <a:pt x="53245" y="77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6"/>
                <p:cNvSpPr/>
                <p:nvPr/>
              </p:nvSpPr>
              <p:spPr>
                <a:xfrm>
                  <a:off x="4737818" y="4867081"/>
                  <a:ext cx="282898" cy="118468"/>
                </a:xfrm>
                <a:custGeom>
                  <a:rect b="b" l="l" r="r" t="t"/>
                  <a:pathLst>
                    <a:path extrusionOk="0" h="32457" w="64222">
                      <a:moveTo>
                        <a:pt x="64223" y="1449"/>
                      </a:moveTo>
                      <a:cubicBezTo>
                        <a:pt x="58849" y="-10"/>
                        <a:pt x="52632" y="-389"/>
                        <a:pt x="46178" y="411"/>
                      </a:cubicBezTo>
                      <a:cubicBezTo>
                        <a:pt x="39734" y="1201"/>
                        <a:pt x="33085" y="3179"/>
                        <a:pt x="26900" y="6163"/>
                      </a:cubicBezTo>
                      <a:cubicBezTo>
                        <a:pt x="20726" y="9148"/>
                        <a:pt x="15040" y="13126"/>
                        <a:pt x="10412" y="17689"/>
                      </a:cubicBezTo>
                      <a:cubicBezTo>
                        <a:pt x="5774" y="22241"/>
                        <a:pt x="2195" y="27355"/>
                        <a:pt x="0" y="32458"/>
                      </a:cubicBezTo>
                      <a:lnTo>
                        <a:pt x="0" y="32458"/>
                      </a:lnTo>
                      <a:cubicBezTo>
                        <a:pt x="10855" y="29874"/>
                        <a:pt x="22316" y="25084"/>
                        <a:pt x="33452" y="19743"/>
                      </a:cubicBezTo>
                      <a:cubicBezTo>
                        <a:pt x="44567" y="14348"/>
                        <a:pt x="55444" y="8358"/>
                        <a:pt x="64212" y="1460"/>
                      </a:cubicBezTo>
                      <a:lnTo>
                        <a:pt x="64212" y="146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0" name="Google Shape;300;p6"/>
              <p:cNvSpPr/>
              <p:nvPr/>
            </p:nvSpPr>
            <p:spPr>
              <a:xfrm>
                <a:off x="2090505" y="4850202"/>
                <a:ext cx="295236" cy="133623"/>
              </a:xfrm>
              <a:custGeom>
                <a:rect b="b" l="l" r="r" t="t"/>
                <a:pathLst>
                  <a:path extrusionOk="0" h="36609" w="67023">
                    <a:moveTo>
                      <a:pt x="67023" y="0"/>
                    </a:moveTo>
                    <a:cubicBezTo>
                      <a:pt x="43410" y="757"/>
                      <a:pt x="13396" y="17159"/>
                      <a:pt x="0" y="36609"/>
                    </a:cubicBezTo>
                    <a:lnTo>
                      <a:pt x="0" y="36609"/>
                    </a:lnTo>
                    <a:cubicBezTo>
                      <a:pt x="23613" y="35852"/>
                      <a:pt x="53627" y="19451"/>
                      <a:pt x="67023" y="0"/>
                    </a:cubicBezTo>
                    <a:lnTo>
                      <a:pt x="67023" y="0"/>
                    </a:lnTo>
                    <a:lnTo>
                      <a:pt x="67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1" name="Google Shape;301;p6"/>
              <p:cNvGrpSpPr/>
              <p:nvPr/>
            </p:nvGrpSpPr>
            <p:grpSpPr>
              <a:xfrm>
                <a:off x="2580036" y="4794866"/>
                <a:ext cx="436020" cy="179560"/>
                <a:chOff x="2580036" y="4794866"/>
                <a:chExt cx="436020" cy="179560"/>
              </a:xfrm>
            </p:grpSpPr>
            <p:sp>
              <p:nvSpPr>
                <p:cNvPr id="302" name="Google Shape;302;p6"/>
                <p:cNvSpPr/>
                <p:nvPr/>
              </p:nvSpPr>
              <p:spPr>
                <a:xfrm>
                  <a:off x="2580036" y="4828113"/>
                  <a:ext cx="74356" cy="141514"/>
                </a:xfrm>
                <a:custGeom>
                  <a:rect b="b" l="l" r="r" t="t"/>
                  <a:pathLst>
                    <a:path extrusionOk="0" h="38771" w="16880">
                      <a:moveTo>
                        <a:pt x="55" y="0"/>
                      </a:moveTo>
                      <a:cubicBezTo>
                        <a:pt x="-723" y="13039"/>
                        <a:pt x="6780" y="30403"/>
                        <a:pt x="16825" y="38772"/>
                      </a:cubicBezTo>
                      <a:lnTo>
                        <a:pt x="16825" y="38772"/>
                      </a:lnTo>
                      <a:cubicBezTo>
                        <a:pt x="17603" y="25733"/>
                        <a:pt x="10100" y="8369"/>
                        <a:pt x="55" y="0"/>
                      </a:cubicBezTo>
                      <a:lnTo>
                        <a:pt x="55" y="0"/>
                      </a:lnTo>
                      <a:cubicBezTo>
                        <a:pt x="55" y="0"/>
                        <a:pt x="55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" name="Google Shape;303;p6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" name="Google Shape;304;p6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6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6" name="Google Shape;306;p6"/>
              <p:cNvGrpSpPr/>
              <p:nvPr/>
            </p:nvGrpSpPr>
            <p:grpSpPr>
              <a:xfrm>
                <a:off x="30552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307" name="Google Shape;307;p6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" name="Google Shape;308;p6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9" name="Google Shape;309;p6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0" name="Google Shape;310;p6"/>
              <p:cNvGrpSpPr/>
              <p:nvPr/>
            </p:nvGrpSpPr>
            <p:grpSpPr>
              <a:xfrm>
                <a:off x="3435299" y="4794745"/>
                <a:ext cx="181242" cy="177466"/>
                <a:chOff x="3435299" y="4794745"/>
                <a:chExt cx="181242" cy="177466"/>
              </a:xfrm>
            </p:grpSpPr>
            <p:sp>
              <p:nvSpPr>
                <p:cNvPr id="311" name="Google Shape;311;p6"/>
                <p:cNvSpPr/>
                <p:nvPr/>
              </p:nvSpPr>
              <p:spPr>
                <a:xfrm>
                  <a:off x="3435299" y="4796402"/>
                  <a:ext cx="137643" cy="175810"/>
                </a:xfrm>
                <a:custGeom>
                  <a:rect b="b" l="l" r="r" t="t"/>
                  <a:pathLst>
                    <a:path extrusionOk="0" h="48167" w="31247">
                      <a:moveTo>
                        <a:pt x="0" y="11"/>
                      </a:moveTo>
                      <a:cubicBezTo>
                        <a:pt x="3589" y="8239"/>
                        <a:pt x="8682" y="16661"/>
                        <a:pt x="13926" y="24954"/>
                      </a:cubicBezTo>
                      <a:cubicBezTo>
                        <a:pt x="19202" y="33225"/>
                        <a:pt x="24651" y="41410"/>
                        <a:pt x="30576" y="48167"/>
                      </a:cubicBezTo>
                      <a:lnTo>
                        <a:pt x="30576" y="48167"/>
                      </a:lnTo>
                      <a:cubicBezTo>
                        <a:pt x="31517" y="43788"/>
                        <a:pt x="31484" y="38729"/>
                        <a:pt x="30381" y="33571"/>
                      </a:cubicBezTo>
                      <a:cubicBezTo>
                        <a:pt x="29300" y="28414"/>
                        <a:pt x="27149" y="23170"/>
                        <a:pt x="24164" y="18456"/>
                      </a:cubicBezTo>
                      <a:cubicBezTo>
                        <a:pt x="21170" y="13742"/>
                        <a:pt x="17342" y="9569"/>
                        <a:pt x="13136" y="6390"/>
                      </a:cubicBezTo>
                      <a:cubicBezTo>
                        <a:pt x="8931" y="3200"/>
                        <a:pt x="4368" y="1016"/>
                        <a:pt x="11" y="0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6"/>
                <p:cNvSpPr/>
                <p:nvPr/>
              </p:nvSpPr>
              <p:spPr>
                <a:xfrm>
                  <a:off x="3566765" y="4794745"/>
                  <a:ext cx="49776" cy="173915"/>
                </a:xfrm>
                <a:custGeom>
                  <a:rect b="b" l="l" r="r" t="t"/>
                  <a:pathLst>
                    <a:path extrusionOk="0" h="47648" w="11300">
                      <a:moveTo>
                        <a:pt x="1054" y="0"/>
                      </a:moveTo>
                      <a:cubicBezTo>
                        <a:pt x="1822" y="7579"/>
                        <a:pt x="1552" y="15213"/>
                        <a:pt x="925" y="23278"/>
                      </a:cubicBezTo>
                      <a:cubicBezTo>
                        <a:pt x="308" y="31301"/>
                        <a:pt x="-665" y="40102"/>
                        <a:pt x="665" y="47648"/>
                      </a:cubicBezTo>
                      <a:lnTo>
                        <a:pt x="665" y="47648"/>
                      </a:lnTo>
                      <a:cubicBezTo>
                        <a:pt x="3282" y="44891"/>
                        <a:pt x="5671" y="41496"/>
                        <a:pt x="7563" y="37506"/>
                      </a:cubicBezTo>
                      <a:cubicBezTo>
                        <a:pt x="9444" y="33528"/>
                        <a:pt x="10817" y="28922"/>
                        <a:pt x="11196" y="24078"/>
                      </a:cubicBezTo>
                      <a:cubicBezTo>
                        <a:pt x="11585" y="19213"/>
                        <a:pt x="10893" y="14174"/>
                        <a:pt x="9077" y="9839"/>
                      </a:cubicBezTo>
                      <a:cubicBezTo>
                        <a:pt x="7293" y="5493"/>
                        <a:pt x="4330" y="1935"/>
                        <a:pt x="1054" y="0"/>
                      </a:cubicBezTo>
                      <a:lnTo>
                        <a:pt x="10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3" name="Google Shape;313;p6"/>
            <p:cNvSpPr/>
            <p:nvPr/>
          </p:nvSpPr>
          <p:spPr>
            <a:xfrm>
              <a:off x="-441019" y="2575438"/>
              <a:ext cx="870255" cy="185280"/>
            </a:xfrm>
            <a:custGeom>
              <a:rect b="b" l="l" r="r" t="t"/>
              <a:pathLst>
                <a:path extrusionOk="0" h="28815" w="135343">
                  <a:moveTo>
                    <a:pt x="0" y="28805"/>
                  </a:moveTo>
                  <a:lnTo>
                    <a:pt x="135343" y="28805"/>
                  </a:lnTo>
                  <a:cubicBezTo>
                    <a:pt x="132684" y="19063"/>
                    <a:pt x="121958" y="11927"/>
                    <a:pt x="112001" y="13625"/>
                  </a:cubicBezTo>
                  <a:cubicBezTo>
                    <a:pt x="111903" y="7018"/>
                    <a:pt x="106000" y="1440"/>
                    <a:pt x="99491" y="282"/>
                  </a:cubicBezTo>
                  <a:cubicBezTo>
                    <a:pt x="92983" y="-874"/>
                    <a:pt x="86257" y="1645"/>
                    <a:pt x="80960" y="5602"/>
                  </a:cubicBezTo>
                  <a:cubicBezTo>
                    <a:pt x="74840" y="10165"/>
                    <a:pt x="70201" y="16663"/>
                    <a:pt x="67866" y="23928"/>
                  </a:cubicBezTo>
                  <a:cubicBezTo>
                    <a:pt x="66439" y="21139"/>
                    <a:pt x="63358" y="19279"/>
                    <a:pt x="60233" y="19311"/>
                  </a:cubicBezTo>
                  <a:cubicBezTo>
                    <a:pt x="57098" y="19333"/>
                    <a:pt x="54060" y="21247"/>
                    <a:pt x="52665" y="24047"/>
                  </a:cubicBezTo>
                  <a:cubicBezTo>
                    <a:pt x="45323" y="18814"/>
                    <a:pt x="36036" y="16403"/>
                    <a:pt x="27073" y="17387"/>
                  </a:cubicBezTo>
                  <a:cubicBezTo>
                    <a:pt x="18110" y="18371"/>
                    <a:pt x="6022" y="22112"/>
                    <a:pt x="0" y="288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4" name="Google Shape;314;p6"/>
            <p:cNvGrpSpPr/>
            <p:nvPr/>
          </p:nvGrpSpPr>
          <p:grpSpPr>
            <a:xfrm>
              <a:off x="-189810" y="0"/>
              <a:ext cx="9340611" cy="1135213"/>
              <a:chOff x="-189810" y="0"/>
              <a:chExt cx="9340611" cy="113521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6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" name="Google Shape;318;p6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9" name="Google Shape;319;p6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320" name="Google Shape;320;p6"/>
              <p:cNvSpPr/>
              <p:nvPr/>
            </p:nvSpPr>
            <p:spPr>
              <a:xfrm>
                <a:off x="-189810" y="379003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8186314" y="388574"/>
                <a:ext cx="572154" cy="104365"/>
              </a:xfrm>
              <a:custGeom>
                <a:rect b="b" l="l" r="r" t="t"/>
                <a:pathLst>
                  <a:path extrusionOk="0" h="16231" w="88982">
                    <a:moveTo>
                      <a:pt x="88982" y="16232"/>
                    </a:moveTo>
                    <a:lnTo>
                      <a:pt x="0" y="16232"/>
                    </a:lnTo>
                    <a:cubicBezTo>
                      <a:pt x="3406" y="7399"/>
                      <a:pt x="9558" y="1127"/>
                      <a:pt x="18975" y="133"/>
                    </a:cubicBezTo>
                    <a:cubicBezTo>
                      <a:pt x="28392" y="-862"/>
                      <a:pt x="38188" y="3798"/>
                      <a:pt x="43356" y="11723"/>
                    </a:cubicBezTo>
                    <a:cubicBezTo>
                      <a:pt x="57660" y="4209"/>
                      <a:pt x="77273" y="5085"/>
                      <a:pt x="88971" y="162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2" name="Google Shape;322;p6"/>
            <p:cNvSpPr/>
            <p:nvPr/>
          </p:nvSpPr>
          <p:spPr>
            <a:xfrm flipH="1">
              <a:off x="8662406" y="3062888"/>
              <a:ext cx="870255" cy="185280"/>
            </a:xfrm>
            <a:custGeom>
              <a:rect b="b" l="l" r="r" t="t"/>
              <a:pathLst>
                <a:path extrusionOk="0" h="28815" w="135343">
                  <a:moveTo>
                    <a:pt x="0" y="28805"/>
                  </a:moveTo>
                  <a:lnTo>
                    <a:pt x="135343" y="28805"/>
                  </a:lnTo>
                  <a:cubicBezTo>
                    <a:pt x="132684" y="19063"/>
                    <a:pt x="121958" y="11927"/>
                    <a:pt x="112001" y="13625"/>
                  </a:cubicBezTo>
                  <a:cubicBezTo>
                    <a:pt x="111903" y="7018"/>
                    <a:pt x="106000" y="1440"/>
                    <a:pt x="99491" y="282"/>
                  </a:cubicBezTo>
                  <a:cubicBezTo>
                    <a:pt x="92983" y="-874"/>
                    <a:pt x="86257" y="1645"/>
                    <a:pt x="80960" y="5602"/>
                  </a:cubicBezTo>
                  <a:cubicBezTo>
                    <a:pt x="74840" y="10165"/>
                    <a:pt x="70201" y="16663"/>
                    <a:pt x="67866" y="23928"/>
                  </a:cubicBezTo>
                  <a:cubicBezTo>
                    <a:pt x="66439" y="21139"/>
                    <a:pt x="63358" y="19279"/>
                    <a:pt x="60233" y="19311"/>
                  </a:cubicBezTo>
                  <a:cubicBezTo>
                    <a:pt x="57098" y="19333"/>
                    <a:pt x="54060" y="21247"/>
                    <a:pt x="52665" y="24047"/>
                  </a:cubicBezTo>
                  <a:cubicBezTo>
                    <a:pt x="45323" y="18814"/>
                    <a:pt x="36036" y="16403"/>
                    <a:pt x="27073" y="17387"/>
                  </a:cubicBezTo>
                  <a:cubicBezTo>
                    <a:pt x="18110" y="18371"/>
                    <a:pt x="6022" y="22112"/>
                    <a:pt x="0" y="288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3" name="Google Shape;32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7"/>
          <p:cNvGrpSpPr/>
          <p:nvPr/>
        </p:nvGrpSpPr>
        <p:grpSpPr>
          <a:xfrm>
            <a:off x="-189810" y="0"/>
            <a:ext cx="9340611" cy="5143797"/>
            <a:chOff x="-189810" y="0"/>
            <a:chExt cx="9340611" cy="5143797"/>
          </a:xfrm>
        </p:grpSpPr>
        <p:grpSp>
          <p:nvGrpSpPr>
            <p:cNvPr id="326" name="Google Shape;326;p7"/>
            <p:cNvGrpSpPr/>
            <p:nvPr/>
          </p:nvGrpSpPr>
          <p:grpSpPr>
            <a:xfrm>
              <a:off x="-189810" y="0"/>
              <a:ext cx="9340611" cy="5143797"/>
              <a:chOff x="-189810" y="0"/>
              <a:chExt cx="9340611" cy="5143797"/>
            </a:xfrm>
          </p:grpSpPr>
          <p:grpSp>
            <p:nvGrpSpPr>
              <p:cNvPr id="327" name="Google Shape;327;p7"/>
              <p:cNvGrpSpPr/>
              <p:nvPr/>
            </p:nvGrpSpPr>
            <p:grpSpPr>
              <a:xfrm>
                <a:off x="-189810" y="0"/>
                <a:ext cx="9340611" cy="1135213"/>
                <a:chOff x="-189810" y="0"/>
                <a:chExt cx="9340611" cy="1135213"/>
              </a:xfrm>
            </p:grpSpPr>
            <p:grpSp>
              <p:nvGrpSpPr>
                <p:cNvPr id="328" name="Google Shape;328;p7"/>
                <p:cNvGrpSpPr/>
                <p:nvPr/>
              </p:nvGrpSpPr>
              <p:grpSpPr>
                <a:xfrm>
                  <a:off x="25" y="0"/>
                  <a:ext cx="9150776" cy="1135213"/>
                  <a:chOff x="24" y="0"/>
                  <a:chExt cx="9150776" cy="2380400"/>
                </a:xfrm>
              </p:grpSpPr>
              <p:sp>
                <p:nvSpPr>
                  <p:cNvPr id="329" name="Google Shape;329;p7"/>
                  <p:cNvSpPr/>
                  <p:nvPr/>
                </p:nvSpPr>
                <p:spPr>
                  <a:xfrm>
                    <a:off x="68" y="4"/>
                    <a:ext cx="9144287" cy="1894248"/>
                  </a:xfrm>
                  <a:custGeom>
                    <a:rect b="b" l="l" r="r" t="t"/>
                    <a:pathLst>
                      <a:path extrusionOk="0" h="51897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518972"/>
                        </a:lnTo>
                        <a:lnTo>
                          <a:pt x="0" y="51897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" name="Google Shape;330;p7"/>
                  <p:cNvSpPr/>
                  <p:nvPr/>
                </p:nvSpPr>
                <p:spPr>
                  <a:xfrm>
                    <a:off x="24" y="391542"/>
                    <a:ext cx="9144287" cy="1502446"/>
                  </a:xfrm>
                  <a:custGeom>
                    <a:rect b="b" l="l" r="r" t="t"/>
                    <a:pathLst>
                      <a:path extrusionOk="0" h="411629" w="2075888">
                        <a:moveTo>
                          <a:pt x="1512490" y="168188"/>
                        </a:moveTo>
                        <a:cubicBezTo>
                          <a:pt x="1304772" y="184471"/>
                          <a:pt x="1124569" y="8172"/>
                          <a:pt x="916353" y="280"/>
                        </a:cubicBezTo>
                        <a:cubicBezTo>
                          <a:pt x="806191" y="-3894"/>
                          <a:pt x="700677" y="39646"/>
                          <a:pt x="593423" y="65162"/>
                        </a:cubicBezTo>
                        <a:cubicBezTo>
                          <a:pt x="397576" y="111751"/>
                          <a:pt x="187738" y="97089"/>
                          <a:pt x="0" y="24585"/>
                        </a:cubicBezTo>
                        <a:lnTo>
                          <a:pt x="0" y="411630"/>
                        </a:lnTo>
                        <a:lnTo>
                          <a:pt x="2075888" y="411630"/>
                        </a:lnTo>
                        <a:lnTo>
                          <a:pt x="2075888" y="16054"/>
                        </a:lnTo>
                        <a:cubicBezTo>
                          <a:pt x="1989771" y="15924"/>
                          <a:pt x="1903611" y="30758"/>
                          <a:pt x="1822706" y="60307"/>
                        </a:cubicBezTo>
                        <a:cubicBezTo>
                          <a:pt x="1719398" y="98030"/>
                          <a:pt x="1622123" y="159593"/>
                          <a:pt x="1512479" y="16818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1" name="Google Shape;331;p7"/>
                  <p:cNvSpPr/>
                  <p:nvPr/>
                </p:nvSpPr>
                <p:spPr>
                  <a:xfrm>
                    <a:off x="24" y="0"/>
                    <a:ext cx="9144335" cy="1009561"/>
                  </a:xfrm>
                  <a:custGeom>
                    <a:rect b="b" l="l" r="r" t="t"/>
                    <a:pathLst>
                      <a:path extrusionOk="0" h="276592" w="2075899">
                        <a:moveTo>
                          <a:pt x="2047237" y="0"/>
                        </a:moveTo>
                        <a:cubicBezTo>
                          <a:pt x="1967272" y="13429"/>
                          <a:pt x="1888085" y="45389"/>
                          <a:pt x="1813083" y="77857"/>
                        </a:cubicBezTo>
                        <a:cubicBezTo>
                          <a:pt x="1688584" y="131743"/>
                          <a:pt x="1556138" y="189285"/>
                          <a:pt x="1422157" y="167942"/>
                        </a:cubicBezTo>
                        <a:cubicBezTo>
                          <a:pt x="1301658" y="148740"/>
                          <a:pt x="1197323" y="67532"/>
                          <a:pt x="1076359" y="51541"/>
                        </a:cubicBezTo>
                        <a:cubicBezTo>
                          <a:pt x="954541" y="35431"/>
                          <a:pt x="835459" y="87252"/>
                          <a:pt x="715208" y="112498"/>
                        </a:cubicBezTo>
                        <a:cubicBezTo>
                          <a:pt x="503133" y="157033"/>
                          <a:pt x="274504" y="115190"/>
                          <a:pt x="91145" y="0"/>
                        </a:cubicBezTo>
                        <a:lnTo>
                          <a:pt x="0" y="0"/>
                        </a:lnTo>
                        <a:lnTo>
                          <a:pt x="0" y="131927"/>
                        </a:lnTo>
                        <a:cubicBezTo>
                          <a:pt x="187738" y="204421"/>
                          <a:pt x="397576" y="219082"/>
                          <a:pt x="593423" y="172504"/>
                        </a:cubicBezTo>
                        <a:cubicBezTo>
                          <a:pt x="700677" y="146988"/>
                          <a:pt x="806191" y="103449"/>
                          <a:pt x="916353" y="107622"/>
                        </a:cubicBezTo>
                        <a:cubicBezTo>
                          <a:pt x="1124559" y="115504"/>
                          <a:pt x="1304761" y="291814"/>
                          <a:pt x="1512490" y="275531"/>
                        </a:cubicBezTo>
                        <a:cubicBezTo>
                          <a:pt x="1622134" y="266936"/>
                          <a:pt x="1719409" y="205373"/>
                          <a:pt x="1822717" y="167650"/>
                        </a:cubicBezTo>
                        <a:cubicBezTo>
                          <a:pt x="1903622" y="138112"/>
                          <a:pt x="1989782" y="123267"/>
                          <a:pt x="2075899" y="123397"/>
                        </a:cubicBezTo>
                        <a:lnTo>
                          <a:pt x="2075899" y="0"/>
                        </a:lnTo>
                        <a:lnTo>
                          <a:pt x="2047248" y="0"/>
                        </a:lnTo>
                        <a:close/>
                      </a:path>
                    </a:pathLst>
                  </a:custGeom>
                  <a:solidFill>
                    <a:srgbClr val="D0EDFE">
                      <a:alpha val="3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2" name="Google Shape;332;p7"/>
                  <p:cNvSpPr/>
                  <p:nvPr/>
                </p:nvSpPr>
                <p:spPr>
                  <a:xfrm>
                    <a:off x="6500" y="1645400"/>
                    <a:ext cx="9144300" cy="735000"/>
                  </a:xfrm>
                  <a:prstGeom prst="rect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  <p:sp>
              <p:nvSpPr>
                <p:cNvPr id="333" name="Google Shape;333;p7"/>
                <p:cNvSpPr/>
                <p:nvPr/>
              </p:nvSpPr>
              <p:spPr>
                <a:xfrm>
                  <a:off x="-189810" y="379003"/>
                  <a:ext cx="909813" cy="113946"/>
                </a:xfrm>
                <a:custGeom>
                  <a:rect b="b" l="l" r="r" t="t"/>
                  <a:pathLst>
                    <a:path extrusionOk="0" h="17721" w="141495">
                      <a:moveTo>
                        <a:pt x="141495" y="17721"/>
                      </a:moveTo>
                      <a:lnTo>
                        <a:pt x="0" y="17721"/>
                      </a:lnTo>
                      <a:cubicBezTo>
                        <a:pt x="1384" y="13104"/>
                        <a:pt x="5925" y="7709"/>
                        <a:pt x="10584" y="6509"/>
                      </a:cubicBezTo>
                      <a:cubicBezTo>
                        <a:pt x="15255" y="5309"/>
                        <a:pt x="20499" y="6726"/>
                        <a:pt x="23937" y="10098"/>
                      </a:cubicBezTo>
                      <a:cubicBezTo>
                        <a:pt x="28532" y="3136"/>
                        <a:pt x="37236" y="-876"/>
                        <a:pt x="45507" y="162"/>
                      </a:cubicBezTo>
                      <a:cubicBezTo>
                        <a:pt x="53778" y="1200"/>
                        <a:pt x="61228" y="7233"/>
                        <a:pt x="63963" y="15115"/>
                      </a:cubicBezTo>
                      <a:cubicBezTo>
                        <a:pt x="68861" y="12120"/>
                        <a:pt x="75197" y="11623"/>
                        <a:pt x="80506" y="13829"/>
                      </a:cubicBezTo>
                      <a:cubicBezTo>
                        <a:pt x="98831" y="6768"/>
                        <a:pt x="124164" y="8498"/>
                        <a:pt x="141495" y="177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4" name="Google Shape;334;p7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grpSp>
              <p:nvGrpSpPr>
                <p:cNvPr id="335" name="Google Shape;335;p7"/>
                <p:cNvGrpSpPr/>
                <p:nvPr/>
              </p:nvGrpSpPr>
              <p:grpSpPr>
                <a:xfrm>
                  <a:off x="43" y="4603847"/>
                  <a:ext cx="9144293" cy="539950"/>
                  <a:chOff x="43" y="4603847"/>
                  <a:chExt cx="9144293" cy="539950"/>
                </a:xfrm>
              </p:grpSpPr>
              <p:sp>
                <p:nvSpPr>
                  <p:cNvPr id="336" name="Google Shape;336;p7"/>
                  <p:cNvSpPr/>
                  <p:nvPr/>
                </p:nvSpPr>
                <p:spPr>
                  <a:xfrm>
                    <a:off x="50" y="460384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" name="Google Shape;337;p7"/>
                  <p:cNvSpPr/>
                  <p:nvPr/>
                </p:nvSpPr>
                <p:spPr>
                  <a:xfrm>
                    <a:off x="50" y="460399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" name="Google Shape;338;p7"/>
                  <p:cNvSpPr/>
                  <p:nvPr/>
                </p:nvSpPr>
                <p:spPr>
                  <a:xfrm>
                    <a:off x="50" y="4655044"/>
                    <a:ext cx="9144287" cy="488713"/>
                  </a:xfrm>
                  <a:custGeom>
                    <a:rect b="b" l="l" r="r" t="t"/>
                    <a:pathLst>
                      <a:path extrusionOk="0" h="19165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91652"/>
                        </a:lnTo>
                        <a:lnTo>
                          <a:pt x="0" y="191652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" name="Google Shape;339;p7"/>
                  <p:cNvSpPr/>
                  <p:nvPr/>
                </p:nvSpPr>
                <p:spPr>
                  <a:xfrm>
                    <a:off x="50" y="4724379"/>
                    <a:ext cx="9144287" cy="419345"/>
                  </a:xfrm>
                  <a:custGeom>
                    <a:rect b="b" l="l" r="r" t="t"/>
                    <a:pathLst>
                      <a:path extrusionOk="0" h="164449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64450"/>
                        </a:lnTo>
                        <a:lnTo>
                          <a:pt x="0" y="164450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" name="Google Shape;340;p7"/>
                  <p:cNvSpPr/>
                  <p:nvPr/>
                </p:nvSpPr>
                <p:spPr>
                  <a:xfrm>
                    <a:off x="50" y="4843220"/>
                    <a:ext cx="9144287" cy="300405"/>
                  </a:xfrm>
                  <a:custGeom>
                    <a:rect b="b" l="l" r="r" t="t"/>
                    <a:pathLst>
                      <a:path extrusionOk="0" h="11780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17806"/>
                        </a:lnTo>
                        <a:lnTo>
                          <a:pt x="0" y="117806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" name="Google Shape;341;p7"/>
                  <p:cNvSpPr/>
                  <p:nvPr/>
                </p:nvSpPr>
                <p:spPr>
                  <a:xfrm>
                    <a:off x="43" y="4905855"/>
                    <a:ext cx="9144287" cy="237491"/>
                  </a:xfrm>
                  <a:custGeom>
                    <a:rect b="b" l="l" r="r" t="t"/>
                    <a:pathLst>
                      <a:path extrusionOk="0" h="6506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65066"/>
                        </a:lnTo>
                        <a:lnTo>
                          <a:pt x="0" y="6506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2" name="Google Shape;342;p7"/>
                <p:cNvGrpSpPr/>
                <p:nvPr/>
              </p:nvGrpSpPr>
              <p:grpSpPr>
                <a:xfrm>
                  <a:off x="206231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343" name="Google Shape;343;p7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" name="Google Shape;344;p7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5" name="Google Shape;345;p7"/>
                <p:cNvGrpSpPr/>
                <p:nvPr/>
              </p:nvGrpSpPr>
              <p:grpSpPr>
                <a:xfrm>
                  <a:off x="609226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346" name="Google Shape;346;p7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7" name="Google Shape;347;p7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8" name="Google Shape;348;p7"/>
                <p:cNvGrpSpPr/>
                <p:nvPr/>
              </p:nvGrpSpPr>
              <p:grpSpPr>
                <a:xfrm>
                  <a:off x="1292902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349" name="Google Shape;349;p7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0" name="Google Shape;350;p7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1" name="Google Shape;351;p7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2" name="Google Shape;352;p7"/>
                <p:cNvSpPr/>
                <p:nvPr/>
              </p:nvSpPr>
              <p:spPr>
                <a:xfrm>
                  <a:off x="6586305" y="4850202"/>
                  <a:ext cx="295236" cy="133623"/>
                </a:xfrm>
                <a:custGeom>
                  <a:rect b="b" l="l" r="r" t="t"/>
                  <a:pathLst>
                    <a:path extrusionOk="0" h="36609" w="67023">
                      <a:moveTo>
                        <a:pt x="67023" y="0"/>
                      </a:moveTo>
                      <a:cubicBezTo>
                        <a:pt x="43410" y="757"/>
                        <a:pt x="13396" y="17159"/>
                        <a:pt x="0" y="36609"/>
                      </a:cubicBezTo>
                      <a:lnTo>
                        <a:pt x="0" y="36609"/>
                      </a:lnTo>
                      <a:cubicBezTo>
                        <a:pt x="23613" y="35852"/>
                        <a:pt x="53627" y="19451"/>
                        <a:pt x="67023" y="0"/>
                      </a:cubicBezTo>
                      <a:lnTo>
                        <a:pt x="67023" y="0"/>
                      </a:lnTo>
                      <a:lnTo>
                        <a:pt x="6702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3" name="Google Shape;353;p7"/>
                <p:cNvGrpSpPr/>
                <p:nvPr/>
              </p:nvGrpSpPr>
              <p:grpSpPr>
                <a:xfrm>
                  <a:off x="7075836" y="4794866"/>
                  <a:ext cx="436020" cy="179560"/>
                  <a:chOff x="2580036" y="4794866"/>
                  <a:chExt cx="436020" cy="179560"/>
                </a:xfrm>
              </p:grpSpPr>
              <p:sp>
                <p:nvSpPr>
                  <p:cNvPr id="354" name="Google Shape;354;p7"/>
                  <p:cNvSpPr/>
                  <p:nvPr/>
                </p:nvSpPr>
                <p:spPr>
                  <a:xfrm>
                    <a:off x="2580036" y="4828113"/>
                    <a:ext cx="74356" cy="141514"/>
                  </a:xfrm>
                  <a:custGeom>
                    <a:rect b="b" l="l" r="r" t="t"/>
                    <a:pathLst>
                      <a:path extrusionOk="0" h="38771" w="16880">
                        <a:moveTo>
                          <a:pt x="55" y="0"/>
                        </a:moveTo>
                        <a:cubicBezTo>
                          <a:pt x="-723" y="13039"/>
                          <a:pt x="6780" y="30403"/>
                          <a:pt x="16825" y="38772"/>
                        </a:cubicBezTo>
                        <a:lnTo>
                          <a:pt x="16825" y="38772"/>
                        </a:lnTo>
                        <a:cubicBezTo>
                          <a:pt x="17603" y="25733"/>
                          <a:pt x="10100" y="8369"/>
                          <a:pt x="55" y="0"/>
                        </a:cubicBezTo>
                        <a:lnTo>
                          <a:pt x="55" y="0"/>
                        </a:lnTo>
                        <a:cubicBezTo>
                          <a:pt x="55" y="0"/>
                          <a:pt x="55" y="0"/>
                          <a:pt x="5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5" name="Google Shape;355;p7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6" name="Google Shape;356;p7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7" name="Google Shape;357;p7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8" name="Google Shape;358;p7"/>
                <p:cNvGrpSpPr/>
                <p:nvPr/>
              </p:nvGrpSpPr>
              <p:grpSpPr>
                <a:xfrm>
                  <a:off x="7551053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359" name="Google Shape;359;p7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0" name="Google Shape;360;p7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1" name="Google Shape;361;p7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2" name="Google Shape;362;p7"/>
                <p:cNvGrpSpPr/>
                <p:nvPr/>
              </p:nvGrpSpPr>
              <p:grpSpPr>
                <a:xfrm flipH="1">
                  <a:off x="8441825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363" name="Google Shape;363;p7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" name="Google Shape;364;p7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5" name="Google Shape;365;p7"/>
                <p:cNvGrpSpPr/>
                <p:nvPr/>
              </p:nvGrpSpPr>
              <p:grpSpPr>
                <a:xfrm flipH="1">
                  <a:off x="8054831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366" name="Google Shape;366;p7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7" name="Google Shape;367;p7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68" name="Google Shape;368;p7"/>
            <p:cNvGrpSpPr/>
            <p:nvPr/>
          </p:nvGrpSpPr>
          <p:grpSpPr>
            <a:xfrm>
              <a:off x="-373" y="3930322"/>
              <a:ext cx="9143821" cy="678320"/>
              <a:chOff x="-373" y="3930322"/>
              <a:chExt cx="9143821" cy="678320"/>
            </a:xfrm>
          </p:grpSpPr>
          <p:grpSp>
            <p:nvGrpSpPr>
              <p:cNvPr id="369" name="Google Shape;369;p7"/>
              <p:cNvGrpSpPr/>
              <p:nvPr/>
            </p:nvGrpSpPr>
            <p:grpSpPr>
              <a:xfrm>
                <a:off x="7084734" y="3930322"/>
                <a:ext cx="2058714" cy="678320"/>
                <a:chOff x="7084734" y="3930322"/>
                <a:chExt cx="2058714" cy="678320"/>
              </a:xfrm>
            </p:grpSpPr>
            <p:sp>
              <p:nvSpPr>
                <p:cNvPr id="370" name="Google Shape;370;p7"/>
                <p:cNvSpPr/>
                <p:nvPr/>
              </p:nvSpPr>
              <p:spPr>
                <a:xfrm>
                  <a:off x="8145620" y="3930322"/>
                  <a:ext cx="997812" cy="678320"/>
                </a:xfrm>
                <a:custGeom>
                  <a:rect b="b" l="l" r="r" t="t"/>
                  <a:pathLst>
                    <a:path extrusionOk="0" h="185841" w="226518">
                      <a:moveTo>
                        <a:pt x="194332" y="1391"/>
                      </a:moveTo>
                      <a:cubicBezTo>
                        <a:pt x="175984" y="5326"/>
                        <a:pt x="158987" y="20452"/>
                        <a:pt x="158219" y="39200"/>
                      </a:cubicBezTo>
                      <a:cubicBezTo>
                        <a:pt x="154435" y="32637"/>
                        <a:pt x="146024" y="29156"/>
                        <a:pt x="138704" y="31113"/>
                      </a:cubicBezTo>
                      <a:cubicBezTo>
                        <a:pt x="131395" y="33080"/>
                        <a:pt x="125860" y="40314"/>
                        <a:pt x="125870" y="47882"/>
                      </a:cubicBezTo>
                      <a:cubicBezTo>
                        <a:pt x="119156" y="35200"/>
                        <a:pt x="102798" y="29102"/>
                        <a:pt x="88958" y="32864"/>
                      </a:cubicBezTo>
                      <a:cubicBezTo>
                        <a:pt x="75119" y="36637"/>
                        <a:pt x="64469" y="49114"/>
                        <a:pt x="61345" y="63116"/>
                      </a:cubicBezTo>
                      <a:cubicBezTo>
                        <a:pt x="58220" y="77117"/>
                        <a:pt x="62091" y="92178"/>
                        <a:pt x="70222" y="104007"/>
                      </a:cubicBezTo>
                      <a:cubicBezTo>
                        <a:pt x="61712" y="101055"/>
                        <a:pt x="51625" y="109780"/>
                        <a:pt x="53312" y="118624"/>
                      </a:cubicBezTo>
                      <a:cubicBezTo>
                        <a:pt x="37180" y="119251"/>
                        <a:pt x="21481" y="127328"/>
                        <a:pt x="11589" y="140086"/>
                      </a:cubicBezTo>
                      <a:cubicBezTo>
                        <a:pt x="1695" y="152855"/>
                        <a:pt x="-2208" y="170067"/>
                        <a:pt x="1220" y="185842"/>
                      </a:cubicBezTo>
                      <a:cubicBezTo>
                        <a:pt x="72730" y="158498"/>
                        <a:pt x="150003" y="148530"/>
                        <a:pt x="226518" y="151914"/>
                      </a:cubicBezTo>
                      <a:lnTo>
                        <a:pt x="226518" y="2212"/>
                      </a:lnTo>
                      <a:cubicBezTo>
                        <a:pt x="215847" y="-166"/>
                        <a:pt x="204959" y="-901"/>
                        <a:pt x="194321" y="13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1" name="Google Shape;371;p7"/>
                <p:cNvGrpSpPr/>
                <p:nvPr/>
              </p:nvGrpSpPr>
              <p:grpSpPr>
                <a:xfrm>
                  <a:off x="7084734" y="4426965"/>
                  <a:ext cx="2058714" cy="179549"/>
                  <a:chOff x="7814590" y="4271587"/>
                  <a:chExt cx="1326491" cy="334731"/>
                </a:xfrm>
              </p:grpSpPr>
              <p:sp>
                <p:nvSpPr>
                  <p:cNvPr id="372" name="Google Shape;372;p7"/>
                  <p:cNvSpPr/>
                  <p:nvPr/>
                </p:nvSpPr>
                <p:spPr>
                  <a:xfrm>
                    <a:off x="8206349" y="4377411"/>
                    <a:ext cx="934574" cy="228808"/>
                  </a:xfrm>
                  <a:custGeom>
                    <a:rect b="b" l="l" r="r" t="t"/>
                    <a:pathLst>
                      <a:path extrusionOk="0" h="62687" w="212162">
                        <a:moveTo>
                          <a:pt x="89879" y="14347"/>
                        </a:moveTo>
                        <a:cubicBezTo>
                          <a:pt x="56763" y="23721"/>
                          <a:pt x="27376" y="41529"/>
                          <a:pt x="0" y="62687"/>
                        </a:cubicBezTo>
                        <a:lnTo>
                          <a:pt x="212162" y="62687"/>
                        </a:lnTo>
                        <a:lnTo>
                          <a:pt x="212162" y="0"/>
                        </a:lnTo>
                        <a:cubicBezTo>
                          <a:pt x="210465" y="205"/>
                          <a:pt x="208767" y="411"/>
                          <a:pt x="207070" y="594"/>
                        </a:cubicBezTo>
                        <a:cubicBezTo>
                          <a:pt x="167898" y="4800"/>
                          <a:pt x="127786" y="3622"/>
                          <a:pt x="89879" y="1434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3" name="Google Shape;373;p7"/>
                  <p:cNvSpPr/>
                  <p:nvPr/>
                </p:nvSpPr>
                <p:spPr>
                  <a:xfrm>
                    <a:off x="7814590" y="4271587"/>
                    <a:ext cx="1326491" cy="334731"/>
                  </a:xfrm>
                  <a:custGeom>
                    <a:rect b="b" l="l" r="r" t="t"/>
                    <a:pathLst>
                      <a:path extrusionOk="0" h="91707" w="301133">
                        <a:moveTo>
                          <a:pt x="252340" y="4768"/>
                        </a:moveTo>
                        <a:cubicBezTo>
                          <a:pt x="222250" y="5319"/>
                          <a:pt x="192009" y="1578"/>
                          <a:pt x="162135" y="5233"/>
                        </a:cubicBezTo>
                        <a:cubicBezTo>
                          <a:pt x="100291" y="12791"/>
                          <a:pt x="47908" y="50437"/>
                          <a:pt x="0" y="91707"/>
                        </a:cubicBezTo>
                        <a:lnTo>
                          <a:pt x="88971" y="91707"/>
                        </a:lnTo>
                        <a:cubicBezTo>
                          <a:pt x="116347" y="70548"/>
                          <a:pt x="145734" y="52741"/>
                          <a:pt x="178851" y="43366"/>
                        </a:cubicBezTo>
                        <a:cubicBezTo>
                          <a:pt x="216768" y="32641"/>
                          <a:pt x="256870" y="33820"/>
                          <a:pt x="296041" y="29614"/>
                        </a:cubicBezTo>
                        <a:cubicBezTo>
                          <a:pt x="297739" y="29430"/>
                          <a:pt x="299436" y="29235"/>
                          <a:pt x="301134" y="29020"/>
                        </a:cubicBezTo>
                        <a:lnTo>
                          <a:pt x="301134" y="0"/>
                        </a:lnTo>
                        <a:cubicBezTo>
                          <a:pt x="285024" y="2854"/>
                          <a:pt x="268698" y="4465"/>
                          <a:pt x="252340" y="476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4" name="Google Shape;374;p7"/>
                  <p:cNvSpPr/>
                  <p:nvPr/>
                </p:nvSpPr>
                <p:spPr>
                  <a:xfrm>
                    <a:off x="8206349" y="4377411"/>
                    <a:ext cx="934574" cy="228808"/>
                  </a:xfrm>
                  <a:custGeom>
                    <a:rect b="b" l="l" r="r" t="t"/>
                    <a:pathLst>
                      <a:path extrusionOk="0" h="62687" w="212162">
                        <a:moveTo>
                          <a:pt x="89879" y="14347"/>
                        </a:moveTo>
                        <a:cubicBezTo>
                          <a:pt x="56763" y="23721"/>
                          <a:pt x="27376" y="41529"/>
                          <a:pt x="0" y="62687"/>
                        </a:cubicBezTo>
                        <a:lnTo>
                          <a:pt x="212162" y="62687"/>
                        </a:lnTo>
                        <a:lnTo>
                          <a:pt x="212162" y="0"/>
                        </a:lnTo>
                        <a:cubicBezTo>
                          <a:pt x="210465" y="205"/>
                          <a:pt x="208767" y="411"/>
                          <a:pt x="207070" y="594"/>
                        </a:cubicBezTo>
                        <a:cubicBezTo>
                          <a:pt x="167898" y="4800"/>
                          <a:pt x="127786" y="3622"/>
                          <a:pt x="89879" y="14347"/>
                        </a:cubicBez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75" name="Google Shape;375;p7"/>
              <p:cNvGrpSpPr/>
              <p:nvPr/>
            </p:nvGrpSpPr>
            <p:grpSpPr>
              <a:xfrm>
                <a:off x="-373" y="3930322"/>
                <a:ext cx="2058714" cy="678320"/>
                <a:chOff x="-373" y="3930322"/>
                <a:chExt cx="2058714" cy="678320"/>
              </a:xfrm>
            </p:grpSpPr>
            <p:sp>
              <p:nvSpPr>
                <p:cNvPr id="376" name="Google Shape;376;p7"/>
                <p:cNvSpPr/>
                <p:nvPr/>
              </p:nvSpPr>
              <p:spPr>
                <a:xfrm flipH="1">
                  <a:off x="180" y="3930322"/>
                  <a:ext cx="997812" cy="678320"/>
                </a:xfrm>
                <a:custGeom>
                  <a:rect b="b" l="l" r="r" t="t"/>
                  <a:pathLst>
                    <a:path extrusionOk="0" h="185841" w="226518">
                      <a:moveTo>
                        <a:pt x="194332" y="1391"/>
                      </a:moveTo>
                      <a:cubicBezTo>
                        <a:pt x="175984" y="5326"/>
                        <a:pt x="158987" y="20452"/>
                        <a:pt x="158219" y="39200"/>
                      </a:cubicBezTo>
                      <a:cubicBezTo>
                        <a:pt x="154435" y="32637"/>
                        <a:pt x="146024" y="29156"/>
                        <a:pt x="138704" y="31113"/>
                      </a:cubicBezTo>
                      <a:cubicBezTo>
                        <a:pt x="131395" y="33080"/>
                        <a:pt x="125860" y="40314"/>
                        <a:pt x="125870" y="47882"/>
                      </a:cubicBezTo>
                      <a:cubicBezTo>
                        <a:pt x="119156" y="35200"/>
                        <a:pt x="102798" y="29102"/>
                        <a:pt x="88958" y="32864"/>
                      </a:cubicBezTo>
                      <a:cubicBezTo>
                        <a:pt x="75119" y="36637"/>
                        <a:pt x="64469" y="49114"/>
                        <a:pt x="61345" y="63116"/>
                      </a:cubicBezTo>
                      <a:cubicBezTo>
                        <a:pt x="58220" y="77117"/>
                        <a:pt x="62091" y="92178"/>
                        <a:pt x="70222" y="104007"/>
                      </a:cubicBezTo>
                      <a:cubicBezTo>
                        <a:pt x="61712" y="101055"/>
                        <a:pt x="51625" y="109780"/>
                        <a:pt x="53312" y="118624"/>
                      </a:cubicBezTo>
                      <a:cubicBezTo>
                        <a:pt x="37180" y="119251"/>
                        <a:pt x="21481" y="127328"/>
                        <a:pt x="11589" y="140086"/>
                      </a:cubicBezTo>
                      <a:cubicBezTo>
                        <a:pt x="1695" y="152855"/>
                        <a:pt x="-2208" y="170067"/>
                        <a:pt x="1220" y="185842"/>
                      </a:cubicBezTo>
                      <a:cubicBezTo>
                        <a:pt x="72730" y="158498"/>
                        <a:pt x="150003" y="148530"/>
                        <a:pt x="226518" y="151914"/>
                      </a:cubicBezTo>
                      <a:lnTo>
                        <a:pt x="226518" y="2212"/>
                      </a:lnTo>
                      <a:cubicBezTo>
                        <a:pt x="215847" y="-166"/>
                        <a:pt x="204959" y="-901"/>
                        <a:pt x="194321" y="138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7" name="Google Shape;377;p7"/>
                <p:cNvGrpSpPr/>
                <p:nvPr/>
              </p:nvGrpSpPr>
              <p:grpSpPr>
                <a:xfrm flipH="1">
                  <a:off x="-373" y="4426965"/>
                  <a:ext cx="2058714" cy="179549"/>
                  <a:chOff x="7814590" y="4271587"/>
                  <a:chExt cx="1326491" cy="334731"/>
                </a:xfrm>
              </p:grpSpPr>
              <p:sp>
                <p:nvSpPr>
                  <p:cNvPr id="378" name="Google Shape;378;p7"/>
                  <p:cNvSpPr/>
                  <p:nvPr/>
                </p:nvSpPr>
                <p:spPr>
                  <a:xfrm>
                    <a:off x="8206349" y="4377411"/>
                    <a:ext cx="934574" cy="228808"/>
                  </a:xfrm>
                  <a:custGeom>
                    <a:rect b="b" l="l" r="r" t="t"/>
                    <a:pathLst>
                      <a:path extrusionOk="0" h="62687" w="212162">
                        <a:moveTo>
                          <a:pt x="89879" y="14347"/>
                        </a:moveTo>
                        <a:cubicBezTo>
                          <a:pt x="56763" y="23721"/>
                          <a:pt x="27376" y="41529"/>
                          <a:pt x="0" y="62687"/>
                        </a:cubicBezTo>
                        <a:lnTo>
                          <a:pt x="212162" y="62687"/>
                        </a:lnTo>
                        <a:lnTo>
                          <a:pt x="212162" y="0"/>
                        </a:lnTo>
                        <a:cubicBezTo>
                          <a:pt x="210465" y="205"/>
                          <a:pt x="208767" y="411"/>
                          <a:pt x="207070" y="594"/>
                        </a:cubicBezTo>
                        <a:cubicBezTo>
                          <a:pt x="167898" y="4800"/>
                          <a:pt x="127786" y="3622"/>
                          <a:pt x="89879" y="1434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7"/>
                  <p:cNvSpPr/>
                  <p:nvPr/>
                </p:nvSpPr>
                <p:spPr>
                  <a:xfrm>
                    <a:off x="7814590" y="4271587"/>
                    <a:ext cx="1326491" cy="334731"/>
                  </a:xfrm>
                  <a:custGeom>
                    <a:rect b="b" l="l" r="r" t="t"/>
                    <a:pathLst>
                      <a:path extrusionOk="0" h="91707" w="301133">
                        <a:moveTo>
                          <a:pt x="252340" y="4768"/>
                        </a:moveTo>
                        <a:cubicBezTo>
                          <a:pt x="222250" y="5319"/>
                          <a:pt x="192009" y="1578"/>
                          <a:pt x="162135" y="5233"/>
                        </a:cubicBezTo>
                        <a:cubicBezTo>
                          <a:pt x="100291" y="12791"/>
                          <a:pt x="47908" y="50437"/>
                          <a:pt x="0" y="91707"/>
                        </a:cubicBezTo>
                        <a:lnTo>
                          <a:pt x="88971" y="91707"/>
                        </a:lnTo>
                        <a:cubicBezTo>
                          <a:pt x="116347" y="70548"/>
                          <a:pt x="145734" y="52741"/>
                          <a:pt x="178851" y="43366"/>
                        </a:cubicBezTo>
                        <a:cubicBezTo>
                          <a:pt x="216768" y="32641"/>
                          <a:pt x="256870" y="33820"/>
                          <a:pt x="296041" y="29614"/>
                        </a:cubicBezTo>
                        <a:cubicBezTo>
                          <a:pt x="297739" y="29430"/>
                          <a:pt x="299436" y="29235"/>
                          <a:pt x="301134" y="29020"/>
                        </a:cubicBezTo>
                        <a:lnTo>
                          <a:pt x="301134" y="0"/>
                        </a:lnTo>
                        <a:cubicBezTo>
                          <a:pt x="285024" y="2854"/>
                          <a:pt x="268698" y="4465"/>
                          <a:pt x="252340" y="476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0" name="Google Shape;380;p7"/>
                  <p:cNvSpPr/>
                  <p:nvPr/>
                </p:nvSpPr>
                <p:spPr>
                  <a:xfrm>
                    <a:off x="8206349" y="4377411"/>
                    <a:ext cx="934574" cy="228808"/>
                  </a:xfrm>
                  <a:custGeom>
                    <a:rect b="b" l="l" r="r" t="t"/>
                    <a:pathLst>
                      <a:path extrusionOk="0" h="62687" w="212162">
                        <a:moveTo>
                          <a:pt x="89879" y="14347"/>
                        </a:moveTo>
                        <a:cubicBezTo>
                          <a:pt x="56763" y="23721"/>
                          <a:pt x="27376" y="41529"/>
                          <a:pt x="0" y="62687"/>
                        </a:cubicBezTo>
                        <a:lnTo>
                          <a:pt x="212162" y="62687"/>
                        </a:lnTo>
                        <a:lnTo>
                          <a:pt x="212162" y="0"/>
                        </a:lnTo>
                        <a:cubicBezTo>
                          <a:pt x="210465" y="205"/>
                          <a:pt x="208767" y="411"/>
                          <a:pt x="207070" y="594"/>
                        </a:cubicBezTo>
                        <a:cubicBezTo>
                          <a:pt x="167898" y="4800"/>
                          <a:pt x="127786" y="3622"/>
                          <a:pt x="89879" y="14347"/>
                        </a:cubicBez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81" name="Google Shape;381;p7"/>
          <p:cNvSpPr txBox="1"/>
          <p:nvPr>
            <p:ph type="title"/>
          </p:nvPr>
        </p:nvSpPr>
        <p:spPr>
          <a:xfrm>
            <a:off x="4022550" y="1067300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2" name="Google Shape;382;p7"/>
          <p:cNvSpPr txBox="1"/>
          <p:nvPr>
            <p:ph idx="1" type="subTitle"/>
          </p:nvPr>
        </p:nvSpPr>
        <p:spPr>
          <a:xfrm>
            <a:off x="4022550" y="1566400"/>
            <a:ext cx="4294800" cy="25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7"/>
          <p:cNvSpPr/>
          <p:nvPr>
            <p:ph idx="2" type="pic"/>
          </p:nvPr>
        </p:nvSpPr>
        <p:spPr>
          <a:xfrm>
            <a:off x="713225" y="976475"/>
            <a:ext cx="3156900" cy="319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8"/>
          <p:cNvGrpSpPr/>
          <p:nvPr/>
        </p:nvGrpSpPr>
        <p:grpSpPr>
          <a:xfrm>
            <a:off x="-1" y="0"/>
            <a:ext cx="9150801" cy="5143797"/>
            <a:chOff x="-1" y="0"/>
            <a:chExt cx="9150801" cy="5143797"/>
          </a:xfrm>
        </p:grpSpPr>
        <p:grpSp>
          <p:nvGrpSpPr>
            <p:cNvPr id="386" name="Google Shape;386;p8"/>
            <p:cNvGrpSpPr/>
            <p:nvPr/>
          </p:nvGrpSpPr>
          <p:grpSpPr>
            <a:xfrm>
              <a:off x="-1" y="3634654"/>
              <a:ext cx="9144337" cy="1509143"/>
              <a:chOff x="-1" y="3634654"/>
              <a:chExt cx="9144337" cy="1509143"/>
            </a:xfrm>
          </p:grpSpPr>
          <p:grpSp>
            <p:nvGrpSpPr>
              <p:cNvPr id="387" name="Google Shape;387;p8"/>
              <p:cNvGrpSpPr/>
              <p:nvPr/>
            </p:nvGrpSpPr>
            <p:grpSpPr>
              <a:xfrm>
                <a:off x="-1" y="3634654"/>
                <a:ext cx="9141082" cy="971959"/>
                <a:chOff x="-1" y="3634654"/>
                <a:chExt cx="9141082" cy="971959"/>
              </a:xfrm>
            </p:grpSpPr>
            <p:grpSp>
              <p:nvGrpSpPr>
                <p:cNvPr id="388" name="Google Shape;388;p8"/>
                <p:cNvGrpSpPr/>
                <p:nvPr/>
              </p:nvGrpSpPr>
              <p:grpSpPr>
                <a:xfrm>
                  <a:off x="-1" y="3834908"/>
                  <a:ext cx="1326491" cy="771410"/>
                  <a:chOff x="-1" y="3834908"/>
                  <a:chExt cx="1326491" cy="771410"/>
                </a:xfrm>
              </p:grpSpPr>
              <p:sp>
                <p:nvSpPr>
                  <p:cNvPr id="389" name="Google Shape;389;p8"/>
                  <p:cNvSpPr/>
                  <p:nvPr/>
                </p:nvSpPr>
                <p:spPr>
                  <a:xfrm flipH="1">
                    <a:off x="180" y="3834908"/>
                    <a:ext cx="997812" cy="678320"/>
                  </a:xfrm>
                  <a:custGeom>
                    <a:rect b="b" l="l" r="r" t="t"/>
                    <a:pathLst>
                      <a:path extrusionOk="0" h="185841" w="226518">
                        <a:moveTo>
                          <a:pt x="194332" y="1391"/>
                        </a:moveTo>
                        <a:cubicBezTo>
                          <a:pt x="175984" y="5326"/>
                          <a:pt x="158987" y="20452"/>
                          <a:pt x="158219" y="39200"/>
                        </a:cubicBezTo>
                        <a:cubicBezTo>
                          <a:pt x="154435" y="32637"/>
                          <a:pt x="146024" y="29156"/>
                          <a:pt x="138704" y="31113"/>
                        </a:cubicBezTo>
                        <a:cubicBezTo>
                          <a:pt x="131395" y="33080"/>
                          <a:pt x="125860" y="40314"/>
                          <a:pt x="125870" y="47882"/>
                        </a:cubicBezTo>
                        <a:cubicBezTo>
                          <a:pt x="119156" y="35200"/>
                          <a:pt x="102798" y="29102"/>
                          <a:pt x="88958" y="32864"/>
                        </a:cubicBezTo>
                        <a:cubicBezTo>
                          <a:pt x="75119" y="36637"/>
                          <a:pt x="64469" y="49114"/>
                          <a:pt x="61345" y="63116"/>
                        </a:cubicBezTo>
                        <a:cubicBezTo>
                          <a:pt x="58220" y="77117"/>
                          <a:pt x="62091" y="92178"/>
                          <a:pt x="70222" y="104007"/>
                        </a:cubicBezTo>
                        <a:cubicBezTo>
                          <a:pt x="61712" y="101055"/>
                          <a:pt x="51625" y="109780"/>
                          <a:pt x="53312" y="118624"/>
                        </a:cubicBezTo>
                        <a:cubicBezTo>
                          <a:pt x="37180" y="119251"/>
                          <a:pt x="21481" y="127328"/>
                          <a:pt x="11589" y="140086"/>
                        </a:cubicBezTo>
                        <a:cubicBezTo>
                          <a:pt x="1695" y="152855"/>
                          <a:pt x="-2208" y="170067"/>
                          <a:pt x="1220" y="185842"/>
                        </a:cubicBezTo>
                        <a:cubicBezTo>
                          <a:pt x="72730" y="158498"/>
                          <a:pt x="150003" y="148530"/>
                          <a:pt x="226518" y="151914"/>
                        </a:cubicBezTo>
                        <a:lnTo>
                          <a:pt x="226518" y="2212"/>
                        </a:lnTo>
                        <a:cubicBezTo>
                          <a:pt x="215847" y="-166"/>
                          <a:pt x="204959" y="-901"/>
                          <a:pt x="194321" y="13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90" name="Google Shape;390;p8"/>
                  <p:cNvGrpSpPr/>
                  <p:nvPr/>
                </p:nvGrpSpPr>
                <p:grpSpPr>
                  <a:xfrm flipH="1">
                    <a:off x="-1" y="4271587"/>
                    <a:ext cx="1326491" cy="334731"/>
                    <a:chOff x="7814590" y="4271587"/>
                    <a:chExt cx="1326491" cy="334731"/>
                  </a:xfrm>
                </p:grpSpPr>
                <p:sp>
                  <p:nvSpPr>
                    <p:cNvPr id="391" name="Google Shape;391;p8"/>
                    <p:cNvSpPr/>
                    <p:nvPr/>
                  </p:nvSpPr>
                  <p:spPr>
                    <a:xfrm>
                      <a:off x="8206349" y="4377411"/>
                      <a:ext cx="934574" cy="228808"/>
                    </a:xfrm>
                    <a:custGeom>
                      <a:rect b="b" l="l" r="r" t="t"/>
                      <a:pathLst>
                        <a:path extrusionOk="0" h="62687" w="212162">
                          <a:moveTo>
                            <a:pt x="89879" y="14347"/>
                          </a:moveTo>
                          <a:cubicBezTo>
                            <a:pt x="56763" y="23721"/>
                            <a:pt x="27376" y="41529"/>
                            <a:pt x="0" y="62687"/>
                          </a:cubicBezTo>
                          <a:lnTo>
                            <a:pt x="212162" y="62687"/>
                          </a:lnTo>
                          <a:lnTo>
                            <a:pt x="212162" y="0"/>
                          </a:lnTo>
                          <a:cubicBezTo>
                            <a:pt x="210465" y="205"/>
                            <a:pt x="208767" y="411"/>
                            <a:pt x="207070" y="594"/>
                          </a:cubicBezTo>
                          <a:cubicBezTo>
                            <a:pt x="167898" y="4800"/>
                            <a:pt x="127786" y="3622"/>
                            <a:pt x="89879" y="1434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2" name="Google Shape;392;p8"/>
                    <p:cNvSpPr/>
                    <p:nvPr/>
                  </p:nvSpPr>
                  <p:spPr>
                    <a:xfrm>
                      <a:off x="7814590" y="4271587"/>
                      <a:ext cx="1326491" cy="334731"/>
                    </a:xfrm>
                    <a:custGeom>
                      <a:rect b="b" l="l" r="r" t="t"/>
                      <a:pathLst>
                        <a:path extrusionOk="0" h="91707" w="301133">
                          <a:moveTo>
                            <a:pt x="252340" y="4768"/>
                          </a:moveTo>
                          <a:cubicBezTo>
                            <a:pt x="222250" y="5319"/>
                            <a:pt x="192009" y="1578"/>
                            <a:pt x="162135" y="5233"/>
                          </a:cubicBezTo>
                          <a:cubicBezTo>
                            <a:pt x="100291" y="12791"/>
                            <a:pt x="47908" y="50437"/>
                            <a:pt x="0" y="91707"/>
                          </a:cubicBezTo>
                          <a:lnTo>
                            <a:pt x="88971" y="91707"/>
                          </a:lnTo>
                          <a:cubicBezTo>
                            <a:pt x="116347" y="70548"/>
                            <a:pt x="145734" y="52741"/>
                            <a:pt x="178851" y="43366"/>
                          </a:cubicBezTo>
                          <a:cubicBezTo>
                            <a:pt x="216768" y="32641"/>
                            <a:pt x="256870" y="33820"/>
                            <a:pt x="296041" y="29614"/>
                          </a:cubicBezTo>
                          <a:cubicBezTo>
                            <a:pt x="297739" y="29430"/>
                            <a:pt x="299436" y="29235"/>
                            <a:pt x="301134" y="29020"/>
                          </a:cubicBezTo>
                          <a:lnTo>
                            <a:pt x="301134" y="0"/>
                          </a:lnTo>
                          <a:cubicBezTo>
                            <a:pt x="285024" y="2854"/>
                            <a:pt x="268698" y="4465"/>
                            <a:pt x="252340" y="476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3" name="Google Shape;393;p8"/>
                    <p:cNvSpPr/>
                    <p:nvPr/>
                  </p:nvSpPr>
                  <p:spPr>
                    <a:xfrm>
                      <a:off x="8206349" y="4377411"/>
                      <a:ext cx="934574" cy="228808"/>
                    </a:xfrm>
                    <a:custGeom>
                      <a:rect b="b" l="l" r="r" t="t"/>
                      <a:pathLst>
                        <a:path extrusionOk="0" h="62687" w="212162">
                          <a:moveTo>
                            <a:pt x="89879" y="14347"/>
                          </a:moveTo>
                          <a:cubicBezTo>
                            <a:pt x="56763" y="23721"/>
                            <a:pt x="27376" y="41529"/>
                            <a:pt x="0" y="62687"/>
                          </a:cubicBezTo>
                          <a:lnTo>
                            <a:pt x="212162" y="62687"/>
                          </a:lnTo>
                          <a:lnTo>
                            <a:pt x="212162" y="0"/>
                          </a:lnTo>
                          <a:cubicBezTo>
                            <a:pt x="210465" y="205"/>
                            <a:pt x="208767" y="411"/>
                            <a:pt x="207070" y="594"/>
                          </a:cubicBezTo>
                          <a:cubicBezTo>
                            <a:pt x="167898" y="4800"/>
                            <a:pt x="127786" y="3622"/>
                            <a:pt x="89879" y="14347"/>
                          </a:cubicBez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394" name="Google Shape;394;p8"/>
                <p:cNvGrpSpPr/>
                <p:nvPr/>
              </p:nvGrpSpPr>
              <p:grpSpPr>
                <a:xfrm>
                  <a:off x="3383561" y="3634654"/>
                  <a:ext cx="5757520" cy="971959"/>
                  <a:chOff x="3383561" y="3634654"/>
                  <a:chExt cx="5757520" cy="971959"/>
                </a:xfrm>
              </p:grpSpPr>
              <p:sp>
                <p:nvSpPr>
                  <p:cNvPr id="395" name="Google Shape;395;p8"/>
                  <p:cNvSpPr/>
                  <p:nvPr/>
                </p:nvSpPr>
                <p:spPr>
                  <a:xfrm flipH="1">
                    <a:off x="6735390" y="3634654"/>
                    <a:ext cx="1254258" cy="629767"/>
                  </a:xfrm>
                  <a:custGeom>
                    <a:rect b="b" l="l" r="r" t="t"/>
                    <a:pathLst>
                      <a:path extrusionOk="0" h="172539" w="284735">
                        <a:moveTo>
                          <a:pt x="7229" y="111178"/>
                        </a:moveTo>
                        <a:cubicBezTo>
                          <a:pt x="18073" y="92128"/>
                          <a:pt x="40929" y="80667"/>
                          <a:pt x="62683" y="83380"/>
                        </a:cubicBezTo>
                        <a:cubicBezTo>
                          <a:pt x="62207" y="72406"/>
                          <a:pt x="76922" y="64265"/>
                          <a:pt x="85961" y="70504"/>
                        </a:cubicBezTo>
                        <a:cubicBezTo>
                          <a:pt x="80706" y="53442"/>
                          <a:pt x="91259" y="33148"/>
                          <a:pt x="108244" y="27645"/>
                        </a:cubicBezTo>
                        <a:cubicBezTo>
                          <a:pt x="125230" y="22153"/>
                          <a:pt x="145675" y="32413"/>
                          <a:pt x="151405" y="49323"/>
                        </a:cubicBezTo>
                        <a:cubicBezTo>
                          <a:pt x="157244" y="39322"/>
                          <a:pt x="173473" y="37863"/>
                          <a:pt x="180998" y="46653"/>
                        </a:cubicBezTo>
                        <a:cubicBezTo>
                          <a:pt x="184036" y="17266"/>
                          <a:pt x="216061" y="-5548"/>
                          <a:pt x="244831" y="1188"/>
                        </a:cubicBezTo>
                        <a:cubicBezTo>
                          <a:pt x="273602" y="7924"/>
                          <a:pt x="292177" y="42576"/>
                          <a:pt x="281851" y="70255"/>
                        </a:cubicBezTo>
                        <a:cubicBezTo>
                          <a:pt x="280522" y="73834"/>
                          <a:pt x="252551" y="79380"/>
                          <a:pt x="248053" y="80862"/>
                        </a:cubicBezTo>
                        <a:cubicBezTo>
                          <a:pt x="236030" y="84808"/>
                          <a:pt x="224062" y="88916"/>
                          <a:pt x="212158" y="93187"/>
                        </a:cubicBezTo>
                        <a:cubicBezTo>
                          <a:pt x="188339" y="101728"/>
                          <a:pt x="164758" y="110929"/>
                          <a:pt x="141448" y="120768"/>
                        </a:cubicBezTo>
                        <a:cubicBezTo>
                          <a:pt x="118137" y="130607"/>
                          <a:pt x="95097" y="141084"/>
                          <a:pt x="72360" y="152199"/>
                        </a:cubicBezTo>
                        <a:cubicBezTo>
                          <a:pt x="57180" y="159615"/>
                          <a:pt x="33696" y="178590"/>
                          <a:pt x="15835" y="170622"/>
                        </a:cubicBezTo>
                        <a:cubicBezTo>
                          <a:pt x="-5346" y="161172"/>
                          <a:pt x="-2102" y="127569"/>
                          <a:pt x="7229" y="1111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flipH="1">
                    <a:off x="3766253" y="3788189"/>
                    <a:ext cx="2420451" cy="680926"/>
                  </a:xfrm>
                  <a:custGeom>
                    <a:rect b="b" l="l" r="r" t="t"/>
                    <a:pathLst>
                      <a:path extrusionOk="0" h="186555" w="549478">
                        <a:moveTo>
                          <a:pt x="0" y="42978"/>
                        </a:moveTo>
                        <a:cubicBezTo>
                          <a:pt x="6076" y="26545"/>
                          <a:pt x="21808" y="14111"/>
                          <a:pt x="39204" y="12002"/>
                        </a:cubicBezTo>
                        <a:cubicBezTo>
                          <a:pt x="56600" y="9894"/>
                          <a:pt x="74851" y="18209"/>
                          <a:pt x="84679" y="32707"/>
                        </a:cubicBezTo>
                        <a:cubicBezTo>
                          <a:pt x="90474" y="25236"/>
                          <a:pt x="105124" y="30231"/>
                          <a:pt x="105157" y="39691"/>
                        </a:cubicBezTo>
                        <a:cubicBezTo>
                          <a:pt x="112292" y="31929"/>
                          <a:pt x="124110" y="28869"/>
                          <a:pt x="134111" y="32199"/>
                        </a:cubicBezTo>
                        <a:cubicBezTo>
                          <a:pt x="144112" y="35518"/>
                          <a:pt x="151756" y="45054"/>
                          <a:pt x="152815" y="55531"/>
                        </a:cubicBezTo>
                        <a:cubicBezTo>
                          <a:pt x="155227" y="24825"/>
                          <a:pt x="184581" y="-1221"/>
                          <a:pt x="215363" y="44"/>
                        </a:cubicBezTo>
                        <a:cubicBezTo>
                          <a:pt x="246133" y="1309"/>
                          <a:pt x="273260" y="29680"/>
                          <a:pt x="273131" y="60483"/>
                        </a:cubicBezTo>
                        <a:cubicBezTo>
                          <a:pt x="277434" y="56720"/>
                          <a:pt x="284851" y="57434"/>
                          <a:pt x="288375" y="61932"/>
                        </a:cubicBezTo>
                        <a:cubicBezTo>
                          <a:pt x="291889" y="66429"/>
                          <a:pt x="290776" y="73803"/>
                          <a:pt x="286094" y="77069"/>
                        </a:cubicBezTo>
                        <a:cubicBezTo>
                          <a:pt x="297803" y="78334"/>
                          <a:pt x="308561" y="86302"/>
                          <a:pt x="313167" y="97146"/>
                        </a:cubicBezTo>
                        <a:cubicBezTo>
                          <a:pt x="317773" y="107991"/>
                          <a:pt x="316043" y="121268"/>
                          <a:pt x="308821" y="130577"/>
                        </a:cubicBezTo>
                        <a:cubicBezTo>
                          <a:pt x="322022" y="114445"/>
                          <a:pt x="346781" y="111818"/>
                          <a:pt x="365627" y="120716"/>
                        </a:cubicBezTo>
                        <a:cubicBezTo>
                          <a:pt x="370946" y="105990"/>
                          <a:pt x="380125" y="92237"/>
                          <a:pt x="393359" y="83880"/>
                        </a:cubicBezTo>
                        <a:cubicBezTo>
                          <a:pt x="406593" y="75522"/>
                          <a:pt x="424184" y="73295"/>
                          <a:pt x="438110" y="80453"/>
                        </a:cubicBezTo>
                        <a:cubicBezTo>
                          <a:pt x="452035" y="87610"/>
                          <a:pt x="460642" y="104974"/>
                          <a:pt x="455712" y="119830"/>
                        </a:cubicBezTo>
                        <a:cubicBezTo>
                          <a:pt x="459290" y="113721"/>
                          <a:pt x="467518" y="110834"/>
                          <a:pt x="474124" y="113342"/>
                        </a:cubicBezTo>
                        <a:cubicBezTo>
                          <a:pt x="480741" y="115862"/>
                          <a:pt x="484958" y="123495"/>
                          <a:pt x="483574" y="130426"/>
                        </a:cubicBezTo>
                        <a:cubicBezTo>
                          <a:pt x="496472" y="118186"/>
                          <a:pt x="518096" y="116489"/>
                          <a:pt x="532747" y="126576"/>
                        </a:cubicBezTo>
                        <a:cubicBezTo>
                          <a:pt x="547396" y="136664"/>
                          <a:pt x="553527" y="157466"/>
                          <a:pt x="546683" y="173889"/>
                        </a:cubicBezTo>
                        <a:cubicBezTo>
                          <a:pt x="477249" y="182906"/>
                          <a:pt x="405404" y="189350"/>
                          <a:pt x="335494" y="185339"/>
                        </a:cubicBezTo>
                        <a:cubicBezTo>
                          <a:pt x="213319" y="178344"/>
                          <a:pt x="92918" y="122597"/>
                          <a:pt x="0" y="4296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397" name="Google Shape;397;p8"/>
                  <p:cNvGrpSpPr/>
                  <p:nvPr/>
                </p:nvGrpSpPr>
                <p:grpSpPr>
                  <a:xfrm flipH="1">
                    <a:off x="3383561" y="3744257"/>
                    <a:ext cx="5757520" cy="862356"/>
                    <a:chOff x="-1" y="3744257"/>
                    <a:chExt cx="5757520" cy="862356"/>
                  </a:xfrm>
                </p:grpSpPr>
                <p:sp>
                  <p:nvSpPr>
                    <p:cNvPr id="398" name="Google Shape;398;p8"/>
                    <p:cNvSpPr/>
                    <p:nvPr/>
                  </p:nvSpPr>
                  <p:spPr>
                    <a:xfrm>
                      <a:off x="-1" y="3924389"/>
                      <a:ext cx="5151374" cy="682083"/>
                    </a:xfrm>
                    <a:custGeom>
                      <a:rect b="b" l="l" r="r" t="t"/>
                      <a:pathLst>
                        <a:path extrusionOk="0" h="186872" w="1169438">
                          <a:moveTo>
                            <a:pt x="1073559" y="155615"/>
                          </a:moveTo>
                          <a:cubicBezTo>
                            <a:pt x="1047815" y="155962"/>
                            <a:pt x="1022180" y="158643"/>
                            <a:pt x="996664" y="161875"/>
                          </a:cubicBezTo>
                          <a:cubicBezTo>
                            <a:pt x="973332" y="164827"/>
                            <a:pt x="949654" y="165141"/>
                            <a:pt x="926117" y="162730"/>
                          </a:cubicBezTo>
                          <a:cubicBezTo>
                            <a:pt x="787962" y="148609"/>
                            <a:pt x="683724" y="17482"/>
                            <a:pt x="545753" y="1654"/>
                          </a:cubicBezTo>
                          <a:cubicBezTo>
                            <a:pt x="493899" y="-4293"/>
                            <a:pt x="450100" y="5708"/>
                            <a:pt x="405274" y="33127"/>
                          </a:cubicBezTo>
                          <a:cubicBezTo>
                            <a:pt x="369065" y="55281"/>
                            <a:pt x="336683" y="83295"/>
                            <a:pt x="300301" y="105178"/>
                          </a:cubicBezTo>
                          <a:cubicBezTo>
                            <a:pt x="243322" y="139473"/>
                            <a:pt x="176948" y="157984"/>
                            <a:pt x="110444" y="158146"/>
                          </a:cubicBezTo>
                          <a:cubicBezTo>
                            <a:pt x="73067" y="158232"/>
                            <a:pt x="35701" y="152523"/>
                            <a:pt x="0" y="141474"/>
                          </a:cubicBezTo>
                          <a:lnTo>
                            <a:pt x="0" y="186873"/>
                          </a:lnTo>
                          <a:lnTo>
                            <a:pt x="1169439" y="186873"/>
                          </a:lnTo>
                          <a:cubicBezTo>
                            <a:pt x="1154832" y="175909"/>
                            <a:pt x="1139663" y="166157"/>
                            <a:pt x="1122245" y="160892"/>
                          </a:cubicBezTo>
                          <a:cubicBezTo>
                            <a:pt x="1106557" y="156145"/>
                            <a:pt x="1089950" y="155388"/>
                            <a:pt x="1073559" y="15560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99" name="Google Shape;399;p8"/>
                    <p:cNvSpPr/>
                    <p:nvPr/>
                  </p:nvSpPr>
                  <p:spPr>
                    <a:xfrm>
                      <a:off x="-1" y="3924389"/>
                      <a:ext cx="5151374" cy="682083"/>
                    </a:xfrm>
                    <a:custGeom>
                      <a:rect b="b" l="l" r="r" t="t"/>
                      <a:pathLst>
                        <a:path extrusionOk="0" h="186872" w="1169438">
                          <a:moveTo>
                            <a:pt x="1073559" y="155615"/>
                          </a:moveTo>
                          <a:cubicBezTo>
                            <a:pt x="1047815" y="155962"/>
                            <a:pt x="1022180" y="158643"/>
                            <a:pt x="996664" y="161875"/>
                          </a:cubicBezTo>
                          <a:cubicBezTo>
                            <a:pt x="973332" y="164827"/>
                            <a:pt x="949654" y="165141"/>
                            <a:pt x="926117" y="162730"/>
                          </a:cubicBezTo>
                          <a:cubicBezTo>
                            <a:pt x="787962" y="148609"/>
                            <a:pt x="683724" y="17482"/>
                            <a:pt x="545753" y="1654"/>
                          </a:cubicBezTo>
                          <a:cubicBezTo>
                            <a:pt x="493899" y="-4293"/>
                            <a:pt x="450100" y="5708"/>
                            <a:pt x="405274" y="33127"/>
                          </a:cubicBezTo>
                          <a:cubicBezTo>
                            <a:pt x="369065" y="55281"/>
                            <a:pt x="336683" y="83295"/>
                            <a:pt x="300301" y="105178"/>
                          </a:cubicBezTo>
                          <a:cubicBezTo>
                            <a:pt x="243322" y="139473"/>
                            <a:pt x="176948" y="157984"/>
                            <a:pt x="110444" y="158146"/>
                          </a:cubicBezTo>
                          <a:cubicBezTo>
                            <a:pt x="73067" y="158232"/>
                            <a:pt x="35701" y="152523"/>
                            <a:pt x="0" y="141474"/>
                          </a:cubicBezTo>
                          <a:lnTo>
                            <a:pt x="0" y="186873"/>
                          </a:lnTo>
                          <a:lnTo>
                            <a:pt x="1169439" y="186873"/>
                          </a:lnTo>
                          <a:cubicBezTo>
                            <a:pt x="1154832" y="175909"/>
                            <a:pt x="1139663" y="166157"/>
                            <a:pt x="1122245" y="160892"/>
                          </a:cubicBezTo>
                          <a:cubicBezTo>
                            <a:pt x="1106557" y="156145"/>
                            <a:pt x="1089950" y="155388"/>
                            <a:pt x="1073559" y="155605"/>
                          </a:cubicBez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0" name="Google Shape;400;p8"/>
                    <p:cNvSpPr/>
                    <p:nvPr/>
                  </p:nvSpPr>
                  <p:spPr>
                    <a:xfrm>
                      <a:off x="48" y="3744257"/>
                      <a:ext cx="5757472" cy="862356"/>
                    </a:xfrm>
                    <a:custGeom>
                      <a:rect b="b" l="l" r="r" t="t"/>
                      <a:pathLst>
                        <a:path extrusionOk="0" h="236262" w="1307031">
                          <a:moveTo>
                            <a:pt x="1109130" y="157584"/>
                          </a:moveTo>
                          <a:cubicBezTo>
                            <a:pt x="1073159" y="160493"/>
                            <a:pt x="1038117" y="171456"/>
                            <a:pt x="1002081" y="173240"/>
                          </a:cubicBezTo>
                          <a:cubicBezTo>
                            <a:pt x="832907" y="181619"/>
                            <a:pt x="702126" y="-7449"/>
                            <a:pt x="532919" y="228"/>
                          </a:cubicBezTo>
                          <a:cubicBezTo>
                            <a:pt x="403771" y="6088"/>
                            <a:pt x="305912" y="124975"/>
                            <a:pt x="179294" y="151086"/>
                          </a:cubicBezTo>
                          <a:cubicBezTo>
                            <a:pt x="118596" y="163606"/>
                            <a:pt x="53865" y="151951"/>
                            <a:pt x="0" y="121505"/>
                          </a:cubicBezTo>
                          <a:lnTo>
                            <a:pt x="0" y="190853"/>
                          </a:lnTo>
                          <a:cubicBezTo>
                            <a:pt x="35701" y="201913"/>
                            <a:pt x="73067" y="207622"/>
                            <a:pt x="110444" y="207525"/>
                          </a:cubicBezTo>
                          <a:cubicBezTo>
                            <a:pt x="176948" y="207362"/>
                            <a:pt x="243311" y="188852"/>
                            <a:pt x="300301" y="154557"/>
                          </a:cubicBezTo>
                          <a:cubicBezTo>
                            <a:pt x="336672" y="132663"/>
                            <a:pt x="369054" y="104660"/>
                            <a:pt x="405274" y="82506"/>
                          </a:cubicBezTo>
                          <a:cubicBezTo>
                            <a:pt x="450089" y="55087"/>
                            <a:pt x="493889" y="45086"/>
                            <a:pt x="545753" y="51033"/>
                          </a:cubicBezTo>
                          <a:cubicBezTo>
                            <a:pt x="683713" y="66861"/>
                            <a:pt x="787962" y="197988"/>
                            <a:pt x="926117" y="212109"/>
                          </a:cubicBezTo>
                          <a:cubicBezTo>
                            <a:pt x="949654" y="214520"/>
                            <a:pt x="973332" y="214206"/>
                            <a:pt x="996664" y="211254"/>
                          </a:cubicBezTo>
                          <a:cubicBezTo>
                            <a:pt x="1022180" y="208032"/>
                            <a:pt x="1047815" y="205341"/>
                            <a:pt x="1073559" y="204994"/>
                          </a:cubicBezTo>
                          <a:cubicBezTo>
                            <a:pt x="1089950" y="204778"/>
                            <a:pt x="1106557" y="205535"/>
                            <a:pt x="1122245" y="210281"/>
                          </a:cubicBezTo>
                          <a:cubicBezTo>
                            <a:pt x="1139674" y="215547"/>
                            <a:pt x="1154843" y="225288"/>
                            <a:pt x="1169439" y="236263"/>
                          </a:cubicBezTo>
                          <a:lnTo>
                            <a:pt x="1307031" y="236263"/>
                          </a:lnTo>
                          <a:cubicBezTo>
                            <a:pt x="1257653" y="181878"/>
                            <a:pt x="1182435" y="151670"/>
                            <a:pt x="1109130" y="15759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401" name="Google Shape;401;p8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402" name="Google Shape;402;p8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8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8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8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8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8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8" name="Google Shape;408;p8"/>
                <p:cNvGrpSpPr/>
                <p:nvPr/>
              </p:nvGrpSpPr>
              <p:grpSpPr>
                <a:xfrm>
                  <a:off x="206231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409" name="Google Shape;409;p8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1" name="Google Shape;411;p8"/>
                <p:cNvGrpSpPr/>
                <p:nvPr/>
              </p:nvGrpSpPr>
              <p:grpSpPr>
                <a:xfrm>
                  <a:off x="609226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412" name="Google Shape;412;p8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3" name="Google Shape;413;p8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4" name="Google Shape;414;p8"/>
                <p:cNvGrpSpPr/>
                <p:nvPr/>
              </p:nvGrpSpPr>
              <p:grpSpPr>
                <a:xfrm>
                  <a:off x="1292902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415" name="Google Shape;415;p8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8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8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8" name="Google Shape;418;p8"/>
                <p:cNvGrpSpPr/>
                <p:nvPr/>
              </p:nvGrpSpPr>
              <p:grpSpPr>
                <a:xfrm>
                  <a:off x="7907471" y="4759958"/>
                  <a:ext cx="339829" cy="252642"/>
                  <a:chOff x="7907471" y="4759958"/>
                  <a:chExt cx="339829" cy="252642"/>
                </a:xfrm>
              </p:grpSpPr>
              <p:sp>
                <p:nvSpPr>
                  <p:cNvPr id="419" name="Google Shape;419;p8"/>
                  <p:cNvSpPr/>
                  <p:nvPr/>
                </p:nvSpPr>
                <p:spPr>
                  <a:xfrm>
                    <a:off x="798028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3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5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0" name="Google Shape;420;p8"/>
                  <p:cNvSpPr/>
                  <p:nvPr/>
                </p:nvSpPr>
                <p:spPr>
                  <a:xfrm>
                    <a:off x="790747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2" y="22683"/>
                          <a:pt x="9990" y="34101"/>
                        </a:cubicBezTo>
                        <a:cubicBezTo>
                          <a:pt x="14553" y="45507"/>
                          <a:pt x="19808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1" name="Google Shape;421;p8"/>
                <p:cNvGrpSpPr/>
                <p:nvPr/>
              </p:nvGrpSpPr>
              <p:grpSpPr>
                <a:xfrm>
                  <a:off x="8310466" y="4765719"/>
                  <a:ext cx="323832" cy="223114"/>
                  <a:chOff x="8310466" y="4765719"/>
                  <a:chExt cx="323832" cy="223114"/>
                </a:xfrm>
              </p:grpSpPr>
              <p:sp>
                <p:nvSpPr>
                  <p:cNvPr id="422" name="Google Shape;422;p8"/>
                  <p:cNvSpPr/>
                  <p:nvPr/>
                </p:nvSpPr>
                <p:spPr>
                  <a:xfrm>
                    <a:off x="831046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3" y="1654"/>
                          <a:pt x="23526" y="4184"/>
                          <a:pt x="18866" y="7720"/>
                        </a:cubicBezTo>
                        <a:cubicBezTo>
                          <a:pt x="14217" y="11244"/>
                          <a:pt x="9784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5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8" y="28543"/>
                        </a:cubicBezTo>
                        <a:cubicBezTo>
                          <a:pt x="20801" y="23981"/>
                          <a:pt x="23807" y="19310"/>
                          <a:pt x="26532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8"/>
                  <p:cNvSpPr/>
                  <p:nvPr/>
                </p:nvSpPr>
                <p:spPr>
                  <a:xfrm>
                    <a:off x="8366831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2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6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8"/>
                <p:cNvGrpSpPr/>
                <p:nvPr/>
              </p:nvGrpSpPr>
              <p:grpSpPr>
                <a:xfrm>
                  <a:off x="8769488" y="4770096"/>
                  <a:ext cx="343944" cy="212303"/>
                  <a:chOff x="8769488" y="4770096"/>
                  <a:chExt cx="343944" cy="212303"/>
                </a:xfrm>
              </p:grpSpPr>
              <p:sp>
                <p:nvSpPr>
                  <p:cNvPr id="425" name="Google Shape;425;p8"/>
                  <p:cNvSpPr/>
                  <p:nvPr/>
                </p:nvSpPr>
                <p:spPr>
                  <a:xfrm>
                    <a:off x="8769488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8"/>
                  <p:cNvSpPr/>
                  <p:nvPr/>
                </p:nvSpPr>
                <p:spPr>
                  <a:xfrm>
                    <a:off x="8895286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1" y="22575"/>
                        </a:cubicBezTo>
                        <a:cubicBezTo>
                          <a:pt x="395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6" y="23526"/>
                        </a:cubicBezTo>
                        <a:cubicBezTo>
                          <a:pt x="11726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7" name="Google Shape;427;p8"/>
                  <p:cNvSpPr/>
                  <p:nvPr/>
                </p:nvSpPr>
                <p:spPr>
                  <a:xfrm>
                    <a:off x="8914969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5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8" name="Google Shape;428;p8"/>
                <p:cNvGrpSpPr/>
                <p:nvPr/>
              </p:nvGrpSpPr>
              <p:grpSpPr>
                <a:xfrm>
                  <a:off x="4344901" y="4806225"/>
                  <a:ext cx="237616" cy="159509"/>
                  <a:chOff x="4344901" y="4806225"/>
                  <a:chExt cx="237616" cy="159509"/>
                </a:xfrm>
              </p:grpSpPr>
              <p:sp>
                <p:nvSpPr>
                  <p:cNvPr id="429" name="Google Shape;429;p8"/>
                  <p:cNvSpPr/>
                  <p:nvPr/>
                </p:nvSpPr>
                <p:spPr>
                  <a:xfrm>
                    <a:off x="4344901" y="4806225"/>
                    <a:ext cx="125419" cy="159509"/>
                  </a:xfrm>
                  <a:custGeom>
                    <a:rect b="b" l="l" r="r" t="t"/>
                    <a:pathLst>
                      <a:path extrusionOk="0" h="43701" w="28472">
                        <a:moveTo>
                          <a:pt x="28472" y="0"/>
                        </a:moveTo>
                        <a:cubicBezTo>
                          <a:pt x="20688" y="2292"/>
                          <a:pt x="12535" y="8768"/>
                          <a:pt x="7151" y="17191"/>
                        </a:cubicBezTo>
                        <a:cubicBezTo>
                          <a:pt x="1691" y="25570"/>
                          <a:pt x="-850" y="35658"/>
                          <a:pt x="253" y="43702"/>
                        </a:cubicBezTo>
                        <a:lnTo>
                          <a:pt x="253" y="43702"/>
                        </a:lnTo>
                        <a:cubicBezTo>
                          <a:pt x="6092" y="38037"/>
                          <a:pt x="11465" y="30727"/>
                          <a:pt x="16374" y="23159"/>
                        </a:cubicBezTo>
                        <a:cubicBezTo>
                          <a:pt x="21250" y="15569"/>
                          <a:pt x="25715" y="7665"/>
                          <a:pt x="28472" y="11"/>
                        </a:cubicBezTo>
                        <a:lnTo>
                          <a:pt x="28472" y="11"/>
                        </a:lnTo>
                        <a:cubicBezTo>
                          <a:pt x="28472" y="11"/>
                          <a:pt x="28472" y="11"/>
                          <a:pt x="28472" y="1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0" name="Google Shape;430;p8"/>
                  <p:cNvSpPr/>
                  <p:nvPr/>
                </p:nvSpPr>
                <p:spPr>
                  <a:xfrm>
                    <a:off x="4372914" y="4811471"/>
                    <a:ext cx="209603" cy="144277"/>
                  </a:xfrm>
                  <a:custGeom>
                    <a:rect b="b" l="l" r="r" t="t"/>
                    <a:pathLst>
                      <a:path extrusionOk="0" h="39528" w="47583">
                        <a:moveTo>
                          <a:pt x="47583" y="0"/>
                        </a:moveTo>
                        <a:cubicBezTo>
                          <a:pt x="37950" y="87"/>
                          <a:pt x="26576" y="4649"/>
                          <a:pt x="17526" y="12217"/>
                        </a:cubicBezTo>
                        <a:cubicBezTo>
                          <a:pt x="8423" y="19732"/>
                          <a:pt x="1849" y="30079"/>
                          <a:pt x="0" y="39528"/>
                        </a:cubicBezTo>
                        <a:lnTo>
                          <a:pt x="0" y="39528"/>
                        </a:lnTo>
                        <a:cubicBezTo>
                          <a:pt x="8736" y="35420"/>
                          <a:pt x="17559" y="29116"/>
                          <a:pt x="25851" y="22251"/>
                        </a:cubicBezTo>
                        <a:cubicBezTo>
                          <a:pt x="34122" y="15353"/>
                          <a:pt x="41929" y="7828"/>
                          <a:pt x="47572" y="0"/>
                        </a:cubicBezTo>
                        <a:lnTo>
                          <a:pt x="47572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1" name="Google Shape;431;p8"/>
                <p:cNvGrpSpPr/>
                <p:nvPr/>
              </p:nvGrpSpPr>
              <p:grpSpPr>
                <a:xfrm>
                  <a:off x="4627559" y="4826661"/>
                  <a:ext cx="393158" cy="170393"/>
                  <a:chOff x="4627559" y="4826661"/>
                  <a:chExt cx="393158" cy="170393"/>
                </a:xfrm>
              </p:grpSpPr>
              <p:sp>
                <p:nvSpPr>
                  <p:cNvPr id="432" name="Google Shape;432;p8"/>
                  <p:cNvSpPr/>
                  <p:nvPr/>
                </p:nvSpPr>
                <p:spPr>
                  <a:xfrm>
                    <a:off x="4627559" y="4829178"/>
                    <a:ext cx="132494" cy="160418"/>
                  </a:xfrm>
                  <a:custGeom>
                    <a:rect b="b" l="l" r="r" t="t"/>
                    <a:pathLst>
                      <a:path extrusionOk="0" h="43950" w="30078">
                        <a:moveTo>
                          <a:pt x="0" y="0"/>
                        </a:moveTo>
                        <a:cubicBezTo>
                          <a:pt x="3438" y="7590"/>
                          <a:pt x="8347" y="15331"/>
                          <a:pt x="13439" y="22921"/>
                        </a:cubicBezTo>
                        <a:cubicBezTo>
                          <a:pt x="18564" y="30479"/>
                          <a:pt x="23916" y="37918"/>
                          <a:pt x="29679" y="43950"/>
                        </a:cubicBezTo>
                        <a:lnTo>
                          <a:pt x="29679" y="43950"/>
                        </a:lnTo>
                        <a:cubicBezTo>
                          <a:pt x="30381" y="39853"/>
                          <a:pt x="30165" y="35171"/>
                          <a:pt x="28976" y="30435"/>
                        </a:cubicBezTo>
                        <a:cubicBezTo>
                          <a:pt x="27797" y="25700"/>
                          <a:pt x="25667" y="20911"/>
                          <a:pt x="22770" y="16629"/>
                        </a:cubicBezTo>
                        <a:cubicBezTo>
                          <a:pt x="19872" y="12347"/>
                          <a:pt x="16240" y="8574"/>
                          <a:pt x="12282" y="5720"/>
                        </a:cubicBezTo>
                        <a:cubicBezTo>
                          <a:pt x="8325" y="2854"/>
                          <a:pt x="4065" y="897"/>
                          <a:pt x="0" y="11"/>
                        </a:cubicBezTo>
                        <a:lnTo>
                          <a:pt x="0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3" name="Google Shape;433;p8"/>
                  <p:cNvSpPr/>
                  <p:nvPr/>
                </p:nvSpPr>
                <p:spPr>
                  <a:xfrm>
                    <a:off x="4744022" y="4826661"/>
                    <a:ext cx="234544" cy="170393"/>
                  </a:xfrm>
                  <a:custGeom>
                    <a:rect b="b" l="l" r="r" t="t"/>
                    <a:pathLst>
                      <a:path extrusionOk="0" h="46683" w="53245">
                        <a:moveTo>
                          <a:pt x="53245" y="766"/>
                        </a:moveTo>
                        <a:cubicBezTo>
                          <a:pt x="47764" y="-467"/>
                          <a:pt x="41266" y="-240"/>
                          <a:pt x="34757" y="1652"/>
                        </a:cubicBezTo>
                        <a:cubicBezTo>
                          <a:pt x="28248" y="3512"/>
                          <a:pt x="21772" y="7026"/>
                          <a:pt x="16312" y="11740"/>
                        </a:cubicBezTo>
                        <a:cubicBezTo>
                          <a:pt x="10852" y="16454"/>
                          <a:pt x="6441" y="22357"/>
                          <a:pt x="3651" y="28520"/>
                        </a:cubicBezTo>
                        <a:cubicBezTo>
                          <a:pt x="840" y="34683"/>
                          <a:pt x="-339" y="41084"/>
                          <a:pt x="83" y="46684"/>
                        </a:cubicBezTo>
                        <a:lnTo>
                          <a:pt x="83" y="46684"/>
                        </a:lnTo>
                        <a:cubicBezTo>
                          <a:pt x="83" y="46684"/>
                          <a:pt x="83" y="46684"/>
                          <a:pt x="83" y="46684"/>
                        </a:cubicBezTo>
                        <a:cubicBezTo>
                          <a:pt x="8614" y="39289"/>
                          <a:pt x="17220" y="31050"/>
                          <a:pt x="26270" y="23265"/>
                        </a:cubicBezTo>
                        <a:cubicBezTo>
                          <a:pt x="35287" y="15448"/>
                          <a:pt x="44693" y="8128"/>
                          <a:pt x="53245" y="777"/>
                        </a:cubicBezTo>
                        <a:lnTo>
                          <a:pt x="53245" y="777"/>
                        </a:lnTo>
                        <a:lnTo>
                          <a:pt x="53245" y="777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4" name="Google Shape;434;p8"/>
                  <p:cNvSpPr/>
                  <p:nvPr/>
                </p:nvSpPr>
                <p:spPr>
                  <a:xfrm>
                    <a:off x="4737818" y="4867081"/>
                    <a:ext cx="282898" cy="118468"/>
                  </a:xfrm>
                  <a:custGeom>
                    <a:rect b="b" l="l" r="r" t="t"/>
                    <a:pathLst>
                      <a:path extrusionOk="0" h="32457" w="64222">
                        <a:moveTo>
                          <a:pt x="64223" y="1449"/>
                        </a:moveTo>
                        <a:cubicBezTo>
                          <a:pt x="58849" y="-10"/>
                          <a:pt x="52632" y="-389"/>
                          <a:pt x="46178" y="411"/>
                        </a:cubicBezTo>
                        <a:cubicBezTo>
                          <a:pt x="39734" y="1201"/>
                          <a:pt x="33085" y="3179"/>
                          <a:pt x="26900" y="6163"/>
                        </a:cubicBezTo>
                        <a:cubicBezTo>
                          <a:pt x="20726" y="9148"/>
                          <a:pt x="15040" y="13126"/>
                          <a:pt x="10412" y="17689"/>
                        </a:cubicBezTo>
                        <a:cubicBezTo>
                          <a:pt x="5774" y="22241"/>
                          <a:pt x="2195" y="27355"/>
                          <a:pt x="0" y="32458"/>
                        </a:cubicBezTo>
                        <a:lnTo>
                          <a:pt x="0" y="32458"/>
                        </a:lnTo>
                        <a:cubicBezTo>
                          <a:pt x="10855" y="29874"/>
                          <a:pt x="22316" y="25084"/>
                          <a:pt x="33452" y="19743"/>
                        </a:cubicBezTo>
                        <a:cubicBezTo>
                          <a:pt x="44567" y="14348"/>
                          <a:pt x="55444" y="8358"/>
                          <a:pt x="64212" y="1460"/>
                        </a:cubicBezTo>
                        <a:lnTo>
                          <a:pt x="64212" y="146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35" name="Google Shape;435;p8"/>
                <p:cNvSpPr/>
                <p:nvPr/>
              </p:nvSpPr>
              <p:spPr>
                <a:xfrm>
                  <a:off x="2090505" y="4850202"/>
                  <a:ext cx="295236" cy="133623"/>
                </a:xfrm>
                <a:custGeom>
                  <a:rect b="b" l="l" r="r" t="t"/>
                  <a:pathLst>
                    <a:path extrusionOk="0" h="36609" w="67023">
                      <a:moveTo>
                        <a:pt x="67023" y="0"/>
                      </a:moveTo>
                      <a:cubicBezTo>
                        <a:pt x="43410" y="757"/>
                        <a:pt x="13396" y="17159"/>
                        <a:pt x="0" y="36609"/>
                      </a:cubicBezTo>
                      <a:lnTo>
                        <a:pt x="0" y="36609"/>
                      </a:lnTo>
                      <a:cubicBezTo>
                        <a:pt x="23613" y="35852"/>
                        <a:pt x="53627" y="19451"/>
                        <a:pt x="67023" y="0"/>
                      </a:cubicBezTo>
                      <a:lnTo>
                        <a:pt x="67023" y="0"/>
                      </a:lnTo>
                      <a:lnTo>
                        <a:pt x="6702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6" name="Google Shape;436;p8"/>
                <p:cNvGrpSpPr/>
                <p:nvPr/>
              </p:nvGrpSpPr>
              <p:grpSpPr>
                <a:xfrm>
                  <a:off x="2580036" y="4794866"/>
                  <a:ext cx="436020" cy="179560"/>
                  <a:chOff x="2580036" y="4794866"/>
                  <a:chExt cx="436020" cy="179560"/>
                </a:xfrm>
              </p:grpSpPr>
              <p:sp>
                <p:nvSpPr>
                  <p:cNvPr id="437" name="Google Shape;437;p8"/>
                  <p:cNvSpPr/>
                  <p:nvPr/>
                </p:nvSpPr>
                <p:spPr>
                  <a:xfrm>
                    <a:off x="2580036" y="4828113"/>
                    <a:ext cx="74356" cy="141514"/>
                  </a:xfrm>
                  <a:custGeom>
                    <a:rect b="b" l="l" r="r" t="t"/>
                    <a:pathLst>
                      <a:path extrusionOk="0" h="38771" w="16880">
                        <a:moveTo>
                          <a:pt x="55" y="0"/>
                        </a:moveTo>
                        <a:cubicBezTo>
                          <a:pt x="-723" y="13039"/>
                          <a:pt x="6780" y="30403"/>
                          <a:pt x="16825" y="38772"/>
                        </a:cubicBezTo>
                        <a:lnTo>
                          <a:pt x="16825" y="38772"/>
                        </a:lnTo>
                        <a:cubicBezTo>
                          <a:pt x="17603" y="25733"/>
                          <a:pt x="10100" y="8369"/>
                          <a:pt x="55" y="0"/>
                        </a:cubicBezTo>
                        <a:lnTo>
                          <a:pt x="55" y="0"/>
                        </a:lnTo>
                        <a:cubicBezTo>
                          <a:pt x="55" y="0"/>
                          <a:pt x="55" y="0"/>
                          <a:pt x="5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8" name="Google Shape;438;p8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9" name="Google Shape;439;p8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0" name="Google Shape;440;p8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1" name="Google Shape;441;p8"/>
                <p:cNvGrpSpPr/>
                <p:nvPr/>
              </p:nvGrpSpPr>
              <p:grpSpPr>
                <a:xfrm>
                  <a:off x="3055253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442" name="Google Shape;442;p8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3" name="Google Shape;443;p8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4" name="Google Shape;444;p8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45" name="Google Shape;445;p8"/>
                <p:cNvGrpSpPr/>
                <p:nvPr/>
              </p:nvGrpSpPr>
              <p:grpSpPr>
                <a:xfrm>
                  <a:off x="3435299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446" name="Google Shape;446;p8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7" name="Google Shape;447;p8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48" name="Google Shape;448;p8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449" name="Google Shape;449;p8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453" name="Google Shape;45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6" name="Google Shape;456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57" name="Google Shape;457;p9"/>
          <p:cNvGrpSpPr/>
          <p:nvPr/>
        </p:nvGrpSpPr>
        <p:grpSpPr>
          <a:xfrm>
            <a:off x="-490999" y="0"/>
            <a:ext cx="9868209" cy="5143797"/>
            <a:chOff x="-490999" y="0"/>
            <a:chExt cx="9868209" cy="5143797"/>
          </a:xfrm>
        </p:grpSpPr>
        <p:grpSp>
          <p:nvGrpSpPr>
            <p:cNvPr id="458" name="Google Shape;458;p9"/>
            <p:cNvGrpSpPr/>
            <p:nvPr/>
          </p:nvGrpSpPr>
          <p:grpSpPr>
            <a:xfrm>
              <a:off x="25" y="0"/>
              <a:ext cx="9150776" cy="5143797"/>
              <a:chOff x="25" y="0"/>
              <a:chExt cx="9150776" cy="5143797"/>
            </a:xfrm>
          </p:grpSpPr>
          <p:grpSp>
            <p:nvGrpSpPr>
              <p:cNvPr id="459" name="Google Shape;459;p9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460" name="Google Shape;460;p9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9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9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9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464" name="Google Shape;464;p9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grpSp>
              <p:nvGrpSpPr>
                <p:cNvPr id="465" name="Google Shape;465;p9"/>
                <p:cNvGrpSpPr/>
                <p:nvPr/>
              </p:nvGrpSpPr>
              <p:grpSpPr>
                <a:xfrm>
                  <a:off x="43" y="4603847"/>
                  <a:ext cx="9144293" cy="539950"/>
                  <a:chOff x="43" y="4603847"/>
                  <a:chExt cx="9144293" cy="539950"/>
                </a:xfrm>
              </p:grpSpPr>
              <p:sp>
                <p:nvSpPr>
                  <p:cNvPr id="466" name="Google Shape;466;p9"/>
                  <p:cNvSpPr/>
                  <p:nvPr/>
                </p:nvSpPr>
                <p:spPr>
                  <a:xfrm>
                    <a:off x="50" y="460384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7" name="Google Shape;467;p9"/>
                  <p:cNvSpPr/>
                  <p:nvPr/>
                </p:nvSpPr>
                <p:spPr>
                  <a:xfrm>
                    <a:off x="50" y="460399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8" name="Google Shape;468;p9"/>
                  <p:cNvSpPr/>
                  <p:nvPr/>
                </p:nvSpPr>
                <p:spPr>
                  <a:xfrm>
                    <a:off x="50" y="4655044"/>
                    <a:ext cx="9144287" cy="488713"/>
                  </a:xfrm>
                  <a:custGeom>
                    <a:rect b="b" l="l" r="r" t="t"/>
                    <a:pathLst>
                      <a:path extrusionOk="0" h="19165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91652"/>
                        </a:lnTo>
                        <a:lnTo>
                          <a:pt x="0" y="191652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9" name="Google Shape;469;p9"/>
                  <p:cNvSpPr/>
                  <p:nvPr/>
                </p:nvSpPr>
                <p:spPr>
                  <a:xfrm>
                    <a:off x="50" y="4724379"/>
                    <a:ext cx="9144287" cy="419345"/>
                  </a:xfrm>
                  <a:custGeom>
                    <a:rect b="b" l="l" r="r" t="t"/>
                    <a:pathLst>
                      <a:path extrusionOk="0" h="164449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64450"/>
                        </a:lnTo>
                        <a:lnTo>
                          <a:pt x="0" y="164450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0" name="Google Shape;470;p9"/>
                  <p:cNvSpPr/>
                  <p:nvPr/>
                </p:nvSpPr>
                <p:spPr>
                  <a:xfrm>
                    <a:off x="50" y="4843220"/>
                    <a:ext cx="9144287" cy="300405"/>
                  </a:xfrm>
                  <a:custGeom>
                    <a:rect b="b" l="l" r="r" t="t"/>
                    <a:pathLst>
                      <a:path extrusionOk="0" h="11780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17806"/>
                        </a:lnTo>
                        <a:lnTo>
                          <a:pt x="0" y="117806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1" name="Google Shape;471;p9"/>
                  <p:cNvSpPr/>
                  <p:nvPr/>
                </p:nvSpPr>
                <p:spPr>
                  <a:xfrm>
                    <a:off x="43" y="4905855"/>
                    <a:ext cx="9144287" cy="237491"/>
                  </a:xfrm>
                  <a:custGeom>
                    <a:rect b="b" l="l" r="r" t="t"/>
                    <a:pathLst>
                      <a:path extrusionOk="0" h="6506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65066"/>
                        </a:lnTo>
                        <a:lnTo>
                          <a:pt x="0" y="6506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2" name="Google Shape;472;p9"/>
                <p:cNvGrpSpPr/>
                <p:nvPr/>
              </p:nvGrpSpPr>
              <p:grpSpPr>
                <a:xfrm flipH="1">
                  <a:off x="8773603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473" name="Google Shape;473;p9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4" name="Google Shape;474;p9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5" name="Google Shape;475;p9"/>
                <p:cNvGrpSpPr/>
                <p:nvPr/>
              </p:nvGrpSpPr>
              <p:grpSpPr>
                <a:xfrm flipH="1">
                  <a:off x="8386608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476" name="Google Shape;476;p9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7" name="Google Shape;477;p9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78" name="Google Shape;478;p9"/>
                <p:cNvGrpSpPr/>
                <p:nvPr/>
              </p:nvGrpSpPr>
              <p:grpSpPr>
                <a:xfrm flipH="1">
                  <a:off x="4634816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479" name="Google Shape;479;p9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0" name="Google Shape;480;p9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1" name="Google Shape;481;p9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2" name="Google Shape;482;p9"/>
                <p:cNvGrpSpPr/>
                <p:nvPr/>
              </p:nvGrpSpPr>
              <p:grpSpPr>
                <a:xfrm flipH="1">
                  <a:off x="741006" y="4794866"/>
                  <a:ext cx="363460" cy="179560"/>
                  <a:chOff x="2652596" y="4794866"/>
                  <a:chExt cx="363460" cy="179560"/>
                </a:xfrm>
              </p:grpSpPr>
              <p:sp>
                <p:nvSpPr>
                  <p:cNvPr id="483" name="Google Shape;483;p9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4" name="Google Shape;484;p9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9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9"/>
                <p:cNvGrpSpPr/>
                <p:nvPr/>
              </p:nvGrpSpPr>
              <p:grpSpPr>
                <a:xfrm flipH="1">
                  <a:off x="372846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487" name="Google Shape;487;p9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9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9" name="Google Shape;489;p9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0" name="Google Shape;490;p9"/>
                <p:cNvGrpSpPr/>
                <p:nvPr/>
              </p:nvGrpSpPr>
              <p:grpSpPr>
                <a:xfrm flipH="1">
                  <a:off x="140521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491" name="Google Shape;491;p9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2" name="Google Shape;492;p9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93" name="Google Shape;493;p9"/>
                <p:cNvGrpSpPr/>
                <p:nvPr/>
              </p:nvGrpSpPr>
              <p:grpSpPr>
                <a:xfrm flipH="1">
                  <a:off x="4259046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494" name="Google Shape;494;p9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5" name="Google Shape;495;p9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" name="Google Shape;496;p9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497" name="Google Shape;497;p9"/>
            <p:cNvSpPr/>
            <p:nvPr/>
          </p:nvSpPr>
          <p:spPr>
            <a:xfrm flipH="1">
              <a:off x="-490999" y="2162108"/>
              <a:ext cx="1176703" cy="192649"/>
            </a:xfrm>
            <a:custGeom>
              <a:rect b="b" l="l" r="r" t="t"/>
              <a:pathLst>
                <a:path extrusionOk="0" h="29961" w="183002">
                  <a:moveTo>
                    <a:pt x="11" y="29962"/>
                  </a:moveTo>
                  <a:lnTo>
                    <a:pt x="183003" y="29962"/>
                  </a:lnTo>
                  <a:cubicBezTo>
                    <a:pt x="180494" y="21982"/>
                    <a:pt x="170526" y="15701"/>
                    <a:pt x="162374" y="17625"/>
                  </a:cubicBezTo>
                  <a:cubicBezTo>
                    <a:pt x="160016" y="7440"/>
                    <a:pt x="149864" y="-355"/>
                    <a:pt x="139420" y="12"/>
                  </a:cubicBezTo>
                  <a:cubicBezTo>
                    <a:pt x="128975" y="380"/>
                    <a:pt x="119385" y="8857"/>
                    <a:pt x="117742" y="19182"/>
                  </a:cubicBezTo>
                  <a:cubicBezTo>
                    <a:pt x="114022" y="14511"/>
                    <a:pt x="107470" y="12306"/>
                    <a:pt x="101697" y="13787"/>
                  </a:cubicBezTo>
                  <a:cubicBezTo>
                    <a:pt x="95912" y="15257"/>
                    <a:pt x="91220" y="20339"/>
                    <a:pt x="90193" y="26210"/>
                  </a:cubicBezTo>
                  <a:cubicBezTo>
                    <a:pt x="86138" y="17625"/>
                    <a:pt x="72656" y="15711"/>
                    <a:pt x="66375" y="22826"/>
                  </a:cubicBezTo>
                  <a:cubicBezTo>
                    <a:pt x="45897" y="10403"/>
                    <a:pt x="17439" y="13538"/>
                    <a:pt x="0" y="299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72026" y="3263662"/>
              <a:ext cx="572154" cy="104365"/>
            </a:xfrm>
            <a:custGeom>
              <a:rect b="b" l="l" r="r" t="t"/>
              <a:pathLst>
                <a:path extrusionOk="0" h="16231" w="88982">
                  <a:moveTo>
                    <a:pt x="88982" y="16232"/>
                  </a:moveTo>
                  <a:lnTo>
                    <a:pt x="0" y="16232"/>
                  </a:lnTo>
                  <a:cubicBezTo>
                    <a:pt x="3406" y="7399"/>
                    <a:pt x="9558" y="1127"/>
                    <a:pt x="18975" y="133"/>
                  </a:cubicBezTo>
                  <a:cubicBezTo>
                    <a:pt x="28392" y="-862"/>
                    <a:pt x="38188" y="3798"/>
                    <a:pt x="43356" y="11723"/>
                  </a:cubicBezTo>
                  <a:cubicBezTo>
                    <a:pt x="57660" y="4209"/>
                    <a:pt x="77273" y="5085"/>
                    <a:pt x="88971" y="162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7337478" y="3968774"/>
              <a:ext cx="2039731" cy="236997"/>
            </a:xfrm>
            <a:custGeom>
              <a:rect b="b" l="l" r="r" t="t"/>
              <a:pathLst>
                <a:path extrusionOk="0" h="36858" w="317221">
                  <a:moveTo>
                    <a:pt x="317211" y="36858"/>
                  </a:moveTo>
                  <a:lnTo>
                    <a:pt x="0" y="36858"/>
                  </a:lnTo>
                  <a:cubicBezTo>
                    <a:pt x="19116" y="23441"/>
                    <a:pt x="48448" y="21830"/>
                    <a:pt x="69131" y="32663"/>
                  </a:cubicBezTo>
                  <a:cubicBezTo>
                    <a:pt x="100616" y="23278"/>
                    <a:pt x="134965" y="23776"/>
                    <a:pt x="166158" y="34090"/>
                  </a:cubicBezTo>
                  <a:cubicBezTo>
                    <a:pt x="168676" y="20132"/>
                    <a:pt x="188646" y="11061"/>
                    <a:pt x="201015" y="18002"/>
                  </a:cubicBezTo>
                  <a:cubicBezTo>
                    <a:pt x="202205" y="12813"/>
                    <a:pt x="206508" y="8466"/>
                    <a:pt x="211687" y="7212"/>
                  </a:cubicBezTo>
                  <a:cubicBezTo>
                    <a:pt x="216866" y="5958"/>
                    <a:pt x="222671" y="7871"/>
                    <a:pt x="226110" y="11948"/>
                  </a:cubicBezTo>
                  <a:cubicBezTo>
                    <a:pt x="232013" y="2347"/>
                    <a:pt x="244825" y="-2346"/>
                    <a:pt x="255540" y="1157"/>
                  </a:cubicBezTo>
                  <a:cubicBezTo>
                    <a:pt x="266244" y="4661"/>
                    <a:pt x="273801" y="16035"/>
                    <a:pt x="272882" y="27268"/>
                  </a:cubicBezTo>
                  <a:cubicBezTo>
                    <a:pt x="286711" y="20943"/>
                    <a:pt x="306204" y="26382"/>
                    <a:pt x="317222" y="368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0"/>
          <p:cNvSpPr/>
          <p:nvPr>
            <p:ph idx="2" type="pic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10"/>
          <p:cNvSpPr txBox="1"/>
          <p:nvPr>
            <p:ph type="title"/>
          </p:nvPr>
        </p:nvSpPr>
        <p:spPr>
          <a:xfrm>
            <a:off x="713225" y="3756125"/>
            <a:ext cx="2973900" cy="8310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4" name="Google Shape;504;p11"/>
          <p:cNvGrpSpPr/>
          <p:nvPr/>
        </p:nvGrpSpPr>
        <p:grpSpPr>
          <a:xfrm>
            <a:off x="-1" y="0"/>
            <a:ext cx="9150801" cy="5143797"/>
            <a:chOff x="-1" y="0"/>
            <a:chExt cx="9150801" cy="5143797"/>
          </a:xfrm>
        </p:grpSpPr>
        <p:grpSp>
          <p:nvGrpSpPr>
            <p:cNvPr id="505" name="Google Shape;505;p11"/>
            <p:cNvGrpSpPr/>
            <p:nvPr/>
          </p:nvGrpSpPr>
          <p:grpSpPr>
            <a:xfrm>
              <a:off x="-1" y="3634654"/>
              <a:ext cx="9144337" cy="1509143"/>
              <a:chOff x="-1" y="3634654"/>
              <a:chExt cx="9144337" cy="1509143"/>
            </a:xfrm>
          </p:grpSpPr>
          <p:grpSp>
            <p:nvGrpSpPr>
              <p:cNvPr id="506" name="Google Shape;506;p11"/>
              <p:cNvGrpSpPr/>
              <p:nvPr/>
            </p:nvGrpSpPr>
            <p:grpSpPr>
              <a:xfrm>
                <a:off x="-1" y="3634654"/>
                <a:ext cx="9141082" cy="971959"/>
                <a:chOff x="-1" y="3634654"/>
                <a:chExt cx="9141082" cy="971959"/>
              </a:xfrm>
            </p:grpSpPr>
            <p:grpSp>
              <p:nvGrpSpPr>
                <p:cNvPr id="507" name="Google Shape;507;p11"/>
                <p:cNvGrpSpPr/>
                <p:nvPr/>
              </p:nvGrpSpPr>
              <p:grpSpPr>
                <a:xfrm>
                  <a:off x="-1" y="3834908"/>
                  <a:ext cx="1326491" cy="771410"/>
                  <a:chOff x="-1" y="3834908"/>
                  <a:chExt cx="1326491" cy="771410"/>
                </a:xfrm>
              </p:grpSpPr>
              <p:sp>
                <p:nvSpPr>
                  <p:cNvPr id="508" name="Google Shape;508;p11"/>
                  <p:cNvSpPr/>
                  <p:nvPr/>
                </p:nvSpPr>
                <p:spPr>
                  <a:xfrm flipH="1">
                    <a:off x="180" y="3834908"/>
                    <a:ext cx="997812" cy="678320"/>
                  </a:xfrm>
                  <a:custGeom>
                    <a:rect b="b" l="l" r="r" t="t"/>
                    <a:pathLst>
                      <a:path extrusionOk="0" h="185841" w="226518">
                        <a:moveTo>
                          <a:pt x="194332" y="1391"/>
                        </a:moveTo>
                        <a:cubicBezTo>
                          <a:pt x="175984" y="5326"/>
                          <a:pt x="158987" y="20452"/>
                          <a:pt x="158219" y="39200"/>
                        </a:cubicBezTo>
                        <a:cubicBezTo>
                          <a:pt x="154435" y="32637"/>
                          <a:pt x="146024" y="29156"/>
                          <a:pt x="138704" y="31113"/>
                        </a:cubicBezTo>
                        <a:cubicBezTo>
                          <a:pt x="131395" y="33080"/>
                          <a:pt x="125860" y="40314"/>
                          <a:pt x="125870" y="47882"/>
                        </a:cubicBezTo>
                        <a:cubicBezTo>
                          <a:pt x="119156" y="35200"/>
                          <a:pt x="102798" y="29102"/>
                          <a:pt x="88958" y="32864"/>
                        </a:cubicBezTo>
                        <a:cubicBezTo>
                          <a:pt x="75119" y="36637"/>
                          <a:pt x="64469" y="49114"/>
                          <a:pt x="61345" y="63116"/>
                        </a:cubicBezTo>
                        <a:cubicBezTo>
                          <a:pt x="58220" y="77117"/>
                          <a:pt x="62091" y="92178"/>
                          <a:pt x="70222" y="104007"/>
                        </a:cubicBezTo>
                        <a:cubicBezTo>
                          <a:pt x="61712" y="101055"/>
                          <a:pt x="51625" y="109780"/>
                          <a:pt x="53312" y="118624"/>
                        </a:cubicBezTo>
                        <a:cubicBezTo>
                          <a:pt x="37180" y="119251"/>
                          <a:pt x="21481" y="127328"/>
                          <a:pt x="11589" y="140086"/>
                        </a:cubicBezTo>
                        <a:cubicBezTo>
                          <a:pt x="1695" y="152855"/>
                          <a:pt x="-2208" y="170067"/>
                          <a:pt x="1220" y="185842"/>
                        </a:cubicBezTo>
                        <a:cubicBezTo>
                          <a:pt x="72730" y="158498"/>
                          <a:pt x="150003" y="148530"/>
                          <a:pt x="226518" y="151914"/>
                        </a:cubicBezTo>
                        <a:lnTo>
                          <a:pt x="226518" y="2212"/>
                        </a:lnTo>
                        <a:cubicBezTo>
                          <a:pt x="215847" y="-166"/>
                          <a:pt x="204959" y="-901"/>
                          <a:pt x="194321" y="138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09" name="Google Shape;509;p11"/>
                  <p:cNvGrpSpPr/>
                  <p:nvPr/>
                </p:nvGrpSpPr>
                <p:grpSpPr>
                  <a:xfrm flipH="1">
                    <a:off x="-1" y="4271587"/>
                    <a:ext cx="1326491" cy="334731"/>
                    <a:chOff x="7814590" y="4271587"/>
                    <a:chExt cx="1326491" cy="334731"/>
                  </a:xfrm>
                </p:grpSpPr>
                <p:sp>
                  <p:nvSpPr>
                    <p:cNvPr id="510" name="Google Shape;510;p11"/>
                    <p:cNvSpPr/>
                    <p:nvPr/>
                  </p:nvSpPr>
                  <p:spPr>
                    <a:xfrm>
                      <a:off x="8206349" y="4377411"/>
                      <a:ext cx="934574" cy="228808"/>
                    </a:xfrm>
                    <a:custGeom>
                      <a:rect b="b" l="l" r="r" t="t"/>
                      <a:pathLst>
                        <a:path extrusionOk="0" h="62687" w="212162">
                          <a:moveTo>
                            <a:pt x="89879" y="14347"/>
                          </a:moveTo>
                          <a:cubicBezTo>
                            <a:pt x="56763" y="23721"/>
                            <a:pt x="27376" y="41529"/>
                            <a:pt x="0" y="62687"/>
                          </a:cubicBezTo>
                          <a:lnTo>
                            <a:pt x="212162" y="62687"/>
                          </a:lnTo>
                          <a:lnTo>
                            <a:pt x="212162" y="0"/>
                          </a:lnTo>
                          <a:cubicBezTo>
                            <a:pt x="210465" y="205"/>
                            <a:pt x="208767" y="411"/>
                            <a:pt x="207070" y="594"/>
                          </a:cubicBezTo>
                          <a:cubicBezTo>
                            <a:pt x="167898" y="4800"/>
                            <a:pt x="127786" y="3622"/>
                            <a:pt x="89879" y="1434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1" name="Google Shape;511;p11"/>
                    <p:cNvSpPr/>
                    <p:nvPr/>
                  </p:nvSpPr>
                  <p:spPr>
                    <a:xfrm>
                      <a:off x="7814590" y="4271587"/>
                      <a:ext cx="1326491" cy="334731"/>
                    </a:xfrm>
                    <a:custGeom>
                      <a:rect b="b" l="l" r="r" t="t"/>
                      <a:pathLst>
                        <a:path extrusionOk="0" h="91707" w="301133">
                          <a:moveTo>
                            <a:pt x="252340" y="4768"/>
                          </a:moveTo>
                          <a:cubicBezTo>
                            <a:pt x="222250" y="5319"/>
                            <a:pt x="192009" y="1578"/>
                            <a:pt x="162135" y="5233"/>
                          </a:cubicBezTo>
                          <a:cubicBezTo>
                            <a:pt x="100291" y="12791"/>
                            <a:pt x="47908" y="50437"/>
                            <a:pt x="0" y="91707"/>
                          </a:cubicBezTo>
                          <a:lnTo>
                            <a:pt x="88971" y="91707"/>
                          </a:lnTo>
                          <a:cubicBezTo>
                            <a:pt x="116347" y="70548"/>
                            <a:pt x="145734" y="52741"/>
                            <a:pt x="178851" y="43366"/>
                          </a:cubicBezTo>
                          <a:cubicBezTo>
                            <a:pt x="216768" y="32641"/>
                            <a:pt x="256870" y="33820"/>
                            <a:pt x="296041" y="29614"/>
                          </a:cubicBezTo>
                          <a:cubicBezTo>
                            <a:pt x="297739" y="29430"/>
                            <a:pt x="299436" y="29235"/>
                            <a:pt x="301134" y="29020"/>
                          </a:cubicBezTo>
                          <a:lnTo>
                            <a:pt x="301134" y="0"/>
                          </a:lnTo>
                          <a:cubicBezTo>
                            <a:pt x="285024" y="2854"/>
                            <a:pt x="268698" y="4465"/>
                            <a:pt x="252340" y="476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2" name="Google Shape;512;p11"/>
                    <p:cNvSpPr/>
                    <p:nvPr/>
                  </p:nvSpPr>
                  <p:spPr>
                    <a:xfrm>
                      <a:off x="8206349" y="4377411"/>
                      <a:ext cx="934574" cy="228808"/>
                    </a:xfrm>
                    <a:custGeom>
                      <a:rect b="b" l="l" r="r" t="t"/>
                      <a:pathLst>
                        <a:path extrusionOk="0" h="62687" w="212162">
                          <a:moveTo>
                            <a:pt x="89879" y="14347"/>
                          </a:moveTo>
                          <a:cubicBezTo>
                            <a:pt x="56763" y="23721"/>
                            <a:pt x="27376" y="41529"/>
                            <a:pt x="0" y="62687"/>
                          </a:cubicBezTo>
                          <a:lnTo>
                            <a:pt x="212162" y="62687"/>
                          </a:lnTo>
                          <a:lnTo>
                            <a:pt x="212162" y="0"/>
                          </a:lnTo>
                          <a:cubicBezTo>
                            <a:pt x="210465" y="205"/>
                            <a:pt x="208767" y="411"/>
                            <a:pt x="207070" y="594"/>
                          </a:cubicBezTo>
                          <a:cubicBezTo>
                            <a:pt x="167898" y="4800"/>
                            <a:pt x="127786" y="3622"/>
                            <a:pt x="89879" y="14347"/>
                          </a:cubicBez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13" name="Google Shape;513;p11"/>
                <p:cNvGrpSpPr/>
                <p:nvPr/>
              </p:nvGrpSpPr>
              <p:grpSpPr>
                <a:xfrm>
                  <a:off x="3383561" y="3634654"/>
                  <a:ext cx="5757520" cy="971959"/>
                  <a:chOff x="3383561" y="3634654"/>
                  <a:chExt cx="5757520" cy="971959"/>
                </a:xfrm>
              </p:grpSpPr>
              <p:sp>
                <p:nvSpPr>
                  <p:cNvPr id="514" name="Google Shape;514;p11"/>
                  <p:cNvSpPr/>
                  <p:nvPr/>
                </p:nvSpPr>
                <p:spPr>
                  <a:xfrm flipH="1">
                    <a:off x="6735390" y="3634654"/>
                    <a:ext cx="1254258" cy="629767"/>
                  </a:xfrm>
                  <a:custGeom>
                    <a:rect b="b" l="l" r="r" t="t"/>
                    <a:pathLst>
                      <a:path extrusionOk="0" h="172539" w="284735">
                        <a:moveTo>
                          <a:pt x="7229" y="111178"/>
                        </a:moveTo>
                        <a:cubicBezTo>
                          <a:pt x="18073" y="92128"/>
                          <a:pt x="40929" y="80667"/>
                          <a:pt x="62683" y="83380"/>
                        </a:cubicBezTo>
                        <a:cubicBezTo>
                          <a:pt x="62207" y="72406"/>
                          <a:pt x="76922" y="64265"/>
                          <a:pt x="85961" y="70504"/>
                        </a:cubicBezTo>
                        <a:cubicBezTo>
                          <a:pt x="80706" y="53442"/>
                          <a:pt x="91259" y="33148"/>
                          <a:pt x="108244" y="27645"/>
                        </a:cubicBezTo>
                        <a:cubicBezTo>
                          <a:pt x="125230" y="22153"/>
                          <a:pt x="145675" y="32413"/>
                          <a:pt x="151405" y="49323"/>
                        </a:cubicBezTo>
                        <a:cubicBezTo>
                          <a:pt x="157244" y="39322"/>
                          <a:pt x="173473" y="37863"/>
                          <a:pt x="180998" y="46653"/>
                        </a:cubicBezTo>
                        <a:cubicBezTo>
                          <a:pt x="184036" y="17266"/>
                          <a:pt x="216061" y="-5548"/>
                          <a:pt x="244831" y="1188"/>
                        </a:cubicBezTo>
                        <a:cubicBezTo>
                          <a:pt x="273602" y="7924"/>
                          <a:pt x="292177" y="42576"/>
                          <a:pt x="281851" y="70255"/>
                        </a:cubicBezTo>
                        <a:cubicBezTo>
                          <a:pt x="280522" y="73834"/>
                          <a:pt x="252551" y="79380"/>
                          <a:pt x="248053" y="80862"/>
                        </a:cubicBezTo>
                        <a:cubicBezTo>
                          <a:pt x="236030" y="84808"/>
                          <a:pt x="224062" y="88916"/>
                          <a:pt x="212158" y="93187"/>
                        </a:cubicBezTo>
                        <a:cubicBezTo>
                          <a:pt x="188339" y="101728"/>
                          <a:pt x="164758" y="110929"/>
                          <a:pt x="141448" y="120768"/>
                        </a:cubicBezTo>
                        <a:cubicBezTo>
                          <a:pt x="118137" y="130607"/>
                          <a:pt x="95097" y="141084"/>
                          <a:pt x="72360" y="152199"/>
                        </a:cubicBezTo>
                        <a:cubicBezTo>
                          <a:pt x="57180" y="159615"/>
                          <a:pt x="33696" y="178590"/>
                          <a:pt x="15835" y="170622"/>
                        </a:cubicBezTo>
                        <a:cubicBezTo>
                          <a:pt x="-5346" y="161172"/>
                          <a:pt x="-2102" y="127569"/>
                          <a:pt x="7229" y="111189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flipH="1">
                    <a:off x="3766253" y="3788189"/>
                    <a:ext cx="2420451" cy="680926"/>
                  </a:xfrm>
                  <a:custGeom>
                    <a:rect b="b" l="l" r="r" t="t"/>
                    <a:pathLst>
                      <a:path extrusionOk="0" h="186555" w="549478">
                        <a:moveTo>
                          <a:pt x="0" y="42978"/>
                        </a:moveTo>
                        <a:cubicBezTo>
                          <a:pt x="6076" y="26545"/>
                          <a:pt x="21808" y="14111"/>
                          <a:pt x="39204" y="12002"/>
                        </a:cubicBezTo>
                        <a:cubicBezTo>
                          <a:pt x="56600" y="9894"/>
                          <a:pt x="74851" y="18209"/>
                          <a:pt x="84679" y="32707"/>
                        </a:cubicBezTo>
                        <a:cubicBezTo>
                          <a:pt x="90474" y="25236"/>
                          <a:pt x="105124" y="30231"/>
                          <a:pt x="105157" y="39691"/>
                        </a:cubicBezTo>
                        <a:cubicBezTo>
                          <a:pt x="112292" y="31929"/>
                          <a:pt x="124110" y="28869"/>
                          <a:pt x="134111" y="32199"/>
                        </a:cubicBezTo>
                        <a:cubicBezTo>
                          <a:pt x="144112" y="35518"/>
                          <a:pt x="151756" y="45054"/>
                          <a:pt x="152815" y="55531"/>
                        </a:cubicBezTo>
                        <a:cubicBezTo>
                          <a:pt x="155227" y="24825"/>
                          <a:pt x="184581" y="-1221"/>
                          <a:pt x="215363" y="44"/>
                        </a:cubicBezTo>
                        <a:cubicBezTo>
                          <a:pt x="246133" y="1309"/>
                          <a:pt x="273260" y="29680"/>
                          <a:pt x="273131" y="60483"/>
                        </a:cubicBezTo>
                        <a:cubicBezTo>
                          <a:pt x="277434" y="56720"/>
                          <a:pt x="284851" y="57434"/>
                          <a:pt x="288375" y="61932"/>
                        </a:cubicBezTo>
                        <a:cubicBezTo>
                          <a:pt x="291889" y="66429"/>
                          <a:pt x="290776" y="73803"/>
                          <a:pt x="286094" y="77069"/>
                        </a:cubicBezTo>
                        <a:cubicBezTo>
                          <a:pt x="297803" y="78334"/>
                          <a:pt x="308561" y="86302"/>
                          <a:pt x="313167" y="97146"/>
                        </a:cubicBezTo>
                        <a:cubicBezTo>
                          <a:pt x="317773" y="107991"/>
                          <a:pt x="316043" y="121268"/>
                          <a:pt x="308821" y="130577"/>
                        </a:cubicBezTo>
                        <a:cubicBezTo>
                          <a:pt x="322022" y="114445"/>
                          <a:pt x="346781" y="111818"/>
                          <a:pt x="365627" y="120716"/>
                        </a:cubicBezTo>
                        <a:cubicBezTo>
                          <a:pt x="370946" y="105990"/>
                          <a:pt x="380125" y="92237"/>
                          <a:pt x="393359" y="83880"/>
                        </a:cubicBezTo>
                        <a:cubicBezTo>
                          <a:pt x="406593" y="75522"/>
                          <a:pt x="424184" y="73295"/>
                          <a:pt x="438110" y="80453"/>
                        </a:cubicBezTo>
                        <a:cubicBezTo>
                          <a:pt x="452035" y="87610"/>
                          <a:pt x="460642" y="104974"/>
                          <a:pt x="455712" y="119830"/>
                        </a:cubicBezTo>
                        <a:cubicBezTo>
                          <a:pt x="459290" y="113721"/>
                          <a:pt x="467518" y="110834"/>
                          <a:pt x="474124" y="113342"/>
                        </a:cubicBezTo>
                        <a:cubicBezTo>
                          <a:pt x="480741" y="115862"/>
                          <a:pt x="484958" y="123495"/>
                          <a:pt x="483574" y="130426"/>
                        </a:cubicBezTo>
                        <a:cubicBezTo>
                          <a:pt x="496472" y="118186"/>
                          <a:pt x="518096" y="116489"/>
                          <a:pt x="532747" y="126576"/>
                        </a:cubicBezTo>
                        <a:cubicBezTo>
                          <a:pt x="547396" y="136664"/>
                          <a:pt x="553527" y="157466"/>
                          <a:pt x="546683" y="173889"/>
                        </a:cubicBezTo>
                        <a:cubicBezTo>
                          <a:pt x="477249" y="182906"/>
                          <a:pt x="405404" y="189350"/>
                          <a:pt x="335494" y="185339"/>
                        </a:cubicBezTo>
                        <a:cubicBezTo>
                          <a:pt x="213319" y="178344"/>
                          <a:pt x="92918" y="122597"/>
                          <a:pt x="0" y="4296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16" name="Google Shape;516;p11"/>
                  <p:cNvGrpSpPr/>
                  <p:nvPr/>
                </p:nvGrpSpPr>
                <p:grpSpPr>
                  <a:xfrm flipH="1">
                    <a:off x="3383561" y="3744257"/>
                    <a:ext cx="5757520" cy="862356"/>
                    <a:chOff x="-1" y="3744257"/>
                    <a:chExt cx="5757520" cy="862356"/>
                  </a:xfrm>
                </p:grpSpPr>
                <p:sp>
                  <p:nvSpPr>
                    <p:cNvPr id="517" name="Google Shape;517;p11"/>
                    <p:cNvSpPr/>
                    <p:nvPr/>
                  </p:nvSpPr>
                  <p:spPr>
                    <a:xfrm>
                      <a:off x="-1" y="3924389"/>
                      <a:ext cx="5151374" cy="682083"/>
                    </a:xfrm>
                    <a:custGeom>
                      <a:rect b="b" l="l" r="r" t="t"/>
                      <a:pathLst>
                        <a:path extrusionOk="0" h="186872" w="1169438">
                          <a:moveTo>
                            <a:pt x="1073559" y="155615"/>
                          </a:moveTo>
                          <a:cubicBezTo>
                            <a:pt x="1047815" y="155962"/>
                            <a:pt x="1022180" y="158643"/>
                            <a:pt x="996664" y="161875"/>
                          </a:cubicBezTo>
                          <a:cubicBezTo>
                            <a:pt x="973332" y="164827"/>
                            <a:pt x="949654" y="165141"/>
                            <a:pt x="926117" y="162730"/>
                          </a:cubicBezTo>
                          <a:cubicBezTo>
                            <a:pt x="787962" y="148609"/>
                            <a:pt x="683724" y="17482"/>
                            <a:pt x="545753" y="1654"/>
                          </a:cubicBezTo>
                          <a:cubicBezTo>
                            <a:pt x="493899" y="-4293"/>
                            <a:pt x="450100" y="5708"/>
                            <a:pt x="405274" y="33127"/>
                          </a:cubicBezTo>
                          <a:cubicBezTo>
                            <a:pt x="369065" y="55281"/>
                            <a:pt x="336683" y="83295"/>
                            <a:pt x="300301" y="105178"/>
                          </a:cubicBezTo>
                          <a:cubicBezTo>
                            <a:pt x="243322" y="139473"/>
                            <a:pt x="176948" y="157984"/>
                            <a:pt x="110444" y="158146"/>
                          </a:cubicBezTo>
                          <a:cubicBezTo>
                            <a:pt x="73067" y="158232"/>
                            <a:pt x="35701" y="152523"/>
                            <a:pt x="0" y="141474"/>
                          </a:cubicBezTo>
                          <a:lnTo>
                            <a:pt x="0" y="186873"/>
                          </a:lnTo>
                          <a:lnTo>
                            <a:pt x="1169439" y="186873"/>
                          </a:lnTo>
                          <a:cubicBezTo>
                            <a:pt x="1154832" y="175909"/>
                            <a:pt x="1139663" y="166157"/>
                            <a:pt x="1122245" y="160892"/>
                          </a:cubicBezTo>
                          <a:cubicBezTo>
                            <a:pt x="1106557" y="156145"/>
                            <a:pt x="1089950" y="155388"/>
                            <a:pt x="1073559" y="15560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8" name="Google Shape;518;p11"/>
                    <p:cNvSpPr/>
                    <p:nvPr/>
                  </p:nvSpPr>
                  <p:spPr>
                    <a:xfrm>
                      <a:off x="-1" y="3924389"/>
                      <a:ext cx="5151374" cy="682083"/>
                    </a:xfrm>
                    <a:custGeom>
                      <a:rect b="b" l="l" r="r" t="t"/>
                      <a:pathLst>
                        <a:path extrusionOk="0" h="186872" w="1169438">
                          <a:moveTo>
                            <a:pt x="1073559" y="155615"/>
                          </a:moveTo>
                          <a:cubicBezTo>
                            <a:pt x="1047815" y="155962"/>
                            <a:pt x="1022180" y="158643"/>
                            <a:pt x="996664" y="161875"/>
                          </a:cubicBezTo>
                          <a:cubicBezTo>
                            <a:pt x="973332" y="164827"/>
                            <a:pt x="949654" y="165141"/>
                            <a:pt x="926117" y="162730"/>
                          </a:cubicBezTo>
                          <a:cubicBezTo>
                            <a:pt x="787962" y="148609"/>
                            <a:pt x="683724" y="17482"/>
                            <a:pt x="545753" y="1654"/>
                          </a:cubicBezTo>
                          <a:cubicBezTo>
                            <a:pt x="493899" y="-4293"/>
                            <a:pt x="450100" y="5708"/>
                            <a:pt x="405274" y="33127"/>
                          </a:cubicBezTo>
                          <a:cubicBezTo>
                            <a:pt x="369065" y="55281"/>
                            <a:pt x="336683" y="83295"/>
                            <a:pt x="300301" y="105178"/>
                          </a:cubicBezTo>
                          <a:cubicBezTo>
                            <a:pt x="243322" y="139473"/>
                            <a:pt x="176948" y="157984"/>
                            <a:pt x="110444" y="158146"/>
                          </a:cubicBezTo>
                          <a:cubicBezTo>
                            <a:pt x="73067" y="158232"/>
                            <a:pt x="35701" y="152523"/>
                            <a:pt x="0" y="141474"/>
                          </a:cubicBezTo>
                          <a:lnTo>
                            <a:pt x="0" y="186873"/>
                          </a:lnTo>
                          <a:lnTo>
                            <a:pt x="1169439" y="186873"/>
                          </a:lnTo>
                          <a:cubicBezTo>
                            <a:pt x="1154832" y="175909"/>
                            <a:pt x="1139663" y="166157"/>
                            <a:pt x="1122245" y="160892"/>
                          </a:cubicBezTo>
                          <a:cubicBezTo>
                            <a:pt x="1106557" y="156145"/>
                            <a:pt x="1089950" y="155388"/>
                            <a:pt x="1073559" y="155605"/>
                          </a:cubicBez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9" name="Google Shape;519;p11"/>
                    <p:cNvSpPr/>
                    <p:nvPr/>
                  </p:nvSpPr>
                  <p:spPr>
                    <a:xfrm>
                      <a:off x="48" y="3744257"/>
                      <a:ext cx="5757472" cy="862356"/>
                    </a:xfrm>
                    <a:custGeom>
                      <a:rect b="b" l="l" r="r" t="t"/>
                      <a:pathLst>
                        <a:path extrusionOk="0" h="236262" w="1307031">
                          <a:moveTo>
                            <a:pt x="1109130" y="157584"/>
                          </a:moveTo>
                          <a:cubicBezTo>
                            <a:pt x="1073159" y="160493"/>
                            <a:pt x="1038117" y="171456"/>
                            <a:pt x="1002081" y="173240"/>
                          </a:cubicBezTo>
                          <a:cubicBezTo>
                            <a:pt x="832907" y="181619"/>
                            <a:pt x="702126" y="-7449"/>
                            <a:pt x="532919" y="228"/>
                          </a:cubicBezTo>
                          <a:cubicBezTo>
                            <a:pt x="403771" y="6088"/>
                            <a:pt x="305912" y="124975"/>
                            <a:pt x="179294" y="151086"/>
                          </a:cubicBezTo>
                          <a:cubicBezTo>
                            <a:pt x="118596" y="163606"/>
                            <a:pt x="53865" y="151951"/>
                            <a:pt x="0" y="121505"/>
                          </a:cubicBezTo>
                          <a:lnTo>
                            <a:pt x="0" y="190853"/>
                          </a:lnTo>
                          <a:cubicBezTo>
                            <a:pt x="35701" y="201913"/>
                            <a:pt x="73067" y="207622"/>
                            <a:pt x="110444" y="207525"/>
                          </a:cubicBezTo>
                          <a:cubicBezTo>
                            <a:pt x="176948" y="207362"/>
                            <a:pt x="243311" y="188852"/>
                            <a:pt x="300301" y="154557"/>
                          </a:cubicBezTo>
                          <a:cubicBezTo>
                            <a:pt x="336672" y="132663"/>
                            <a:pt x="369054" y="104660"/>
                            <a:pt x="405274" y="82506"/>
                          </a:cubicBezTo>
                          <a:cubicBezTo>
                            <a:pt x="450089" y="55087"/>
                            <a:pt x="493889" y="45086"/>
                            <a:pt x="545753" y="51033"/>
                          </a:cubicBezTo>
                          <a:cubicBezTo>
                            <a:pt x="683713" y="66861"/>
                            <a:pt x="787962" y="197988"/>
                            <a:pt x="926117" y="212109"/>
                          </a:cubicBezTo>
                          <a:cubicBezTo>
                            <a:pt x="949654" y="214520"/>
                            <a:pt x="973332" y="214206"/>
                            <a:pt x="996664" y="211254"/>
                          </a:cubicBezTo>
                          <a:cubicBezTo>
                            <a:pt x="1022180" y="208032"/>
                            <a:pt x="1047815" y="205341"/>
                            <a:pt x="1073559" y="204994"/>
                          </a:cubicBezTo>
                          <a:cubicBezTo>
                            <a:pt x="1089950" y="204778"/>
                            <a:pt x="1106557" y="205535"/>
                            <a:pt x="1122245" y="210281"/>
                          </a:cubicBezTo>
                          <a:cubicBezTo>
                            <a:pt x="1139674" y="215547"/>
                            <a:pt x="1154843" y="225288"/>
                            <a:pt x="1169439" y="236263"/>
                          </a:cubicBezTo>
                          <a:lnTo>
                            <a:pt x="1307031" y="236263"/>
                          </a:lnTo>
                          <a:cubicBezTo>
                            <a:pt x="1257653" y="181878"/>
                            <a:pt x="1182435" y="151670"/>
                            <a:pt x="1109130" y="15759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520" name="Google Shape;520;p11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521" name="Google Shape;521;p11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1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1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4" name="Google Shape;524;p11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27" name="Google Shape;527;p11"/>
                <p:cNvGrpSpPr/>
                <p:nvPr/>
              </p:nvGrpSpPr>
              <p:grpSpPr>
                <a:xfrm>
                  <a:off x="206231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528" name="Google Shape;528;p11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1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1"/>
                <p:cNvGrpSpPr/>
                <p:nvPr/>
              </p:nvGrpSpPr>
              <p:grpSpPr>
                <a:xfrm>
                  <a:off x="609226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531" name="Google Shape;531;p11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1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1"/>
                <p:cNvGrpSpPr/>
                <p:nvPr/>
              </p:nvGrpSpPr>
              <p:grpSpPr>
                <a:xfrm>
                  <a:off x="1292902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534" name="Google Shape;534;p11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1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6" name="Google Shape;536;p11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7" name="Google Shape;537;p11"/>
                <p:cNvGrpSpPr/>
                <p:nvPr/>
              </p:nvGrpSpPr>
              <p:grpSpPr>
                <a:xfrm>
                  <a:off x="7907471" y="4759958"/>
                  <a:ext cx="339829" cy="252642"/>
                  <a:chOff x="7907471" y="4759958"/>
                  <a:chExt cx="339829" cy="252642"/>
                </a:xfrm>
              </p:grpSpPr>
              <p:sp>
                <p:nvSpPr>
                  <p:cNvPr id="538" name="Google Shape;538;p11"/>
                  <p:cNvSpPr/>
                  <p:nvPr/>
                </p:nvSpPr>
                <p:spPr>
                  <a:xfrm>
                    <a:off x="798028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3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5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9" name="Google Shape;539;p11"/>
                  <p:cNvSpPr/>
                  <p:nvPr/>
                </p:nvSpPr>
                <p:spPr>
                  <a:xfrm>
                    <a:off x="790747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2" y="22683"/>
                          <a:pt x="9990" y="34101"/>
                        </a:cubicBezTo>
                        <a:cubicBezTo>
                          <a:pt x="14553" y="45507"/>
                          <a:pt x="19808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0" name="Google Shape;540;p11"/>
                <p:cNvGrpSpPr/>
                <p:nvPr/>
              </p:nvGrpSpPr>
              <p:grpSpPr>
                <a:xfrm>
                  <a:off x="8310466" y="4765719"/>
                  <a:ext cx="323832" cy="223114"/>
                  <a:chOff x="8310466" y="4765719"/>
                  <a:chExt cx="323832" cy="223114"/>
                </a:xfrm>
              </p:grpSpPr>
              <p:sp>
                <p:nvSpPr>
                  <p:cNvPr id="541" name="Google Shape;541;p11"/>
                  <p:cNvSpPr/>
                  <p:nvPr/>
                </p:nvSpPr>
                <p:spPr>
                  <a:xfrm>
                    <a:off x="831046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3" y="1654"/>
                          <a:pt x="23526" y="4184"/>
                          <a:pt x="18866" y="7720"/>
                        </a:cubicBezTo>
                        <a:cubicBezTo>
                          <a:pt x="14217" y="11244"/>
                          <a:pt x="9784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5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8" y="28543"/>
                        </a:cubicBezTo>
                        <a:cubicBezTo>
                          <a:pt x="20801" y="23981"/>
                          <a:pt x="23807" y="19310"/>
                          <a:pt x="26532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2" name="Google Shape;542;p11"/>
                  <p:cNvSpPr/>
                  <p:nvPr/>
                </p:nvSpPr>
                <p:spPr>
                  <a:xfrm>
                    <a:off x="8366831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2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6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3" name="Google Shape;543;p11"/>
                <p:cNvGrpSpPr/>
                <p:nvPr/>
              </p:nvGrpSpPr>
              <p:grpSpPr>
                <a:xfrm>
                  <a:off x="8769488" y="4770096"/>
                  <a:ext cx="343944" cy="212303"/>
                  <a:chOff x="8769488" y="4770096"/>
                  <a:chExt cx="343944" cy="212303"/>
                </a:xfrm>
              </p:grpSpPr>
              <p:sp>
                <p:nvSpPr>
                  <p:cNvPr id="544" name="Google Shape;544;p11"/>
                  <p:cNvSpPr/>
                  <p:nvPr/>
                </p:nvSpPr>
                <p:spPr>
                  <a:xfrm>
                    <a:off x="8769488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5" name="Google Shape;545;p11"/>
                  <p:cNvSpPr/>
                  <p:nvPr/>
                </p:nvSpPr>
                <p:spPr>
                  <a:xfrm>
                    <a:off x="8895286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1" y="22575"/>
                        </a:cubicBezTo>
                        <a:cubicBezTo>
                          <a:pt x="395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6" y="23526"/>
                        </a:cubicBezTo>
                        <a:cubicBezTo>
                          <a:pt x="11726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6" name="Google Shape;546;p11"/>
                  <p:cNvSpPr/>
                  <p:nvPr/>
                </p:nvSpPr>
                <p:spPr>
                  <a:xfrm>
                    <a:off x="8914969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5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47" name="Google Shape;547;p11"/>
                <p:cNvGrpSpPr/>
                <p:nvPr/>
              </p:nvGrpSpPr>
              <p:grpSpPr>
                <a:xfrm>
                  <a:off x="4344901" y="4806225"/>
                  <a:ext cx="237616" cy="159509"/>
                  <a:chOff x="4344901" y="4806225"/>
                  <a:chExt cx="237616" cy="159509"/>
                </a:xfrm>
              </p:grpSpPr>
              <p:sp>
                <p:nvSpPr>
                  <p:cNvPr id="548" name="Google Shape;548;p11"/>
                  <p:cNvSpPr/>
                  <p:nvPr/>
                </p:nvSpPr>
                <p:spPr>
                  <a:xfrm>
                    <a:off x="4344901" y="4806225"/>
                    <a:ext cx="125419" cy="159509"/>
                  </a:xfrm>
                  <a:custGeom>
                    <a:rect b="b" l="l" r="r" t="t"/>
                    <a:pathLst>
                      <a:path extrusionOk="0" h="43701" w="28472">
                        <a:moveTo>
                          <a:pt x="28472" y="0"/>
                        </a:moveTo>
                        <a:cubicBezTo>
                          <a:pt x="20688" y="2292"/>
                          <a:pt x="12535" y="8768"/>
                          <a:pt x="7151" y="17191"/>
                        </a:cubicBezTo>
                        <a:cubicBezTo>
                          <a:pt x="1691" y="25570"/>
                          <a:pt x="-850" y="35658"/>
                          <a:pt x="253" y="43702"/>
                        </a:cubicBezTo>
                        <a:lnTo>
                          <a:pt x="253" y="43702"/>
                        </a:lnTo>
                        <a:cubicBezTo>
                          <a:pt x="6092" y="38037"/>
                          <a:pt x="11465" y="30727"/>
                          <a:pt x="16374" y="23159"/>
                        </a:cubicBezTo>
                        <a:cubicBezTo>
                          <a:pt x="21250" y="15569"/>
                          <a:pt x="25715" y="7665"/>
                          <a:pt x="28472" y="11"/>
                        </a:cubicBezTo>
                        <a:lnTo>
                          <a:pt x="28472" y="11"/>
                        </a:lnTo>
                        <a:cubicBezTo>
                          <a:pt x="28472" y="11"/>
                          <a:pt x="28472" y="11"/>
                          <a:pt x="28472" y="1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49" name="Google Shape;549;p11"/>
                  <p:cNvSpPr/>
                  <p:nvPr/>
                </p:nvSpPr>
                <p:spPr>
                  <a:xfrm>
                    <a:off x="4372914" y="4811471"/>
                    <a:ext cx="209603" cy="144277"/>
                  </a:xfrm>
                  <a:custGeom>
                    <a:rect b="b" l="l" r="r" t="t"/>
                    <a:pathLst>
                      <a:path extrusionOk="0" h="39528" w="47583">
                        <a:moveTo>
                          <a:pt x="47583" y="0"/>
                        </a:moveTo>
                        <a:cubicBezTo>
                          <a:pt x="37950" y="87"/>
                          <a:pt x="26576" y="4649"/>
                          <a:pt x="17526" y="12217"/>
                        </a:cubicBezTo>
                        <a:cubicBezTo>
                          <a:pt x="8423" y="19732"/>
                          <a:pt x="1849" y="30079"/>
                          <a:pt x="0" y="39528"/>
                        </a:cubicBezTo>
                        <a:lnTo>
                          <a:pt x="0" y="39528"/>
                        </a:lnTo>
                        <a:cubicBezTo>
                          <a:pt x="8736" y="35420"/>
                          <a:pt x="17559" y="29116"/>
                          <a:pt x="25851" y="22251"/>
                        </a:cubicBezTo>
                        <a:cubicBezTo>
                          <a:pt x="34122" y="15353"/>
                          <a:pt x="41929" y="7828"/>
                          <a:pt x="47572" y="0"/>
                        </a:cubicBezTo>
                        <a:lnTo>
                          <a:pt x="47572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50" name="Google Shape;550;p11"/>
                <p:cNvGrpSpPr/>
                <p:nvPr/>
              </p:nvGrpSpPr>
              <p:grpSpPr>
                <a:xfrm>
                  <a:off x="4627559" y="4826661"/>
                  <a:ext cx="393158" cy="170393"/>
                  <a:chOff x="4627559" y="4826661"/>
                  <a:chExt cx="393158" cy="170393"/>
                </a:xfrm>
              </p:grpSpPr>
              <p:sp>
                <p:nvSpPr>
                  <p:cNvPr id="551" name="Google Shape;551;p11"/>
                  <p:cNvSpPr/>
                  <p:nvPr/>
                </p:nvSpPr>
                <p:spPr>
                  <a:xfrm>
                    <a:off x="4627559" y="4829178"/>
                    <a:ext cx="132494" cy="160418"/>
                  </a:xfrm>
                  <a:custGeom>
                    <a:rect b="b" l="l" r="r" t="t"/>
                    <a:pathLst>
                      <a:path extrusionOk="0" h="43950" w="30078">
                        <a:moveTo>
                          <a:pt x="0" y="0"/>
                        </a:moveTo>
                        <a:cubicBezTo>
                          <a:pt x="3438" y="7590"/>
                          <a:pt x="8347" y="15331"/>
                          <a:pt x="13439" y="22921"/>
                        </a:cubicBezTo>
                        <a:cubicBezTo>
                          <a:pt x="18564" y="30479"/>
                          <a:pt x="23916" y="37918"/>
                          <a:pt x="29679" y="43950"/>
                        </a:cubicBezTo>
                        <a:lnTo>
                          <a:pt x="29679" y="43950"/>
                        </a:lnTo>
                        <a:cubicBezTo>
                          <a:pt x="30381" y="39853"/>
                          <a:pt x="30165" y="35171"/>
                          <a:pt x="28976" y="30435"/>
                        </a:cubicBezTo>
                        <a:cubicBezTo>
                          <a:pt x="27797" y="25700"/>
                          <a:pt x="25667" y="20911"/>
                          <a:pt x="22770" y="16629"/>
                        </a:cubicBezTo>
                        <a:cubicBezTo>
                          <a:pt x="19872" y="12347"/>
                          <a:pt x="16240" y="8574"/>
                          <a:pt x="12282" y="5720"/>
                        </a:cubicBezTo>
                        <a:cubicBezTo>
                          <a:pt x="8325" y="2854"/>
                          <a:pt x="4065" y="897"/>
                          <a:pt x="0" y="11"/>
                        </a:cubicBezTo>
                        <a:lnTo>
                          <a:pt x="0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2" name="Google Shape;552;p11"/>
                  <p:cNvSpPr/>
                  <p:nvPr/>
                </p:nvSpPr>
                <p:spPr>
                  <a:xfrm>
                    <a:off x="4744022" y="4826661"/>
                    <a:ext cx="234544" cy="170393"/>
                  </a:xfrm>
                  <a:custGeom>
                    <a:rect b="b" l="l" r="r" t="t"/>
                    <a:pathLst>
                      <a:path extrusionOk="0" h="46683" w="53245">
                        <a:moveTo>
                          <a:pt x="53245" y="766"/>
                        </a:moveTo>
                        <a:cubicBezTo>
                          <a:pt x="47764" y="-467"/>
                          <a:pt x="41266" y="-240"/>
                          <a:pt x="34757" y="1652"/>
                        </a:cubicBezTo>
                        <a:cubicBezTo>
                          <a:pt x="28248" y="3512"/>
                          <a:pt x="21772" y="7026"/>
                          <a:pt x="16312" y="11740"/>
                        </a:cubicBezTo>
                        <a:cubicBezTo>
                          <a:pt x="10852" y="16454"/>
                          <a:pt x="6441" y="22357"/>
                          <a:pt x="3651" y="28520"/>
                        </a:cubicBezTo>
                        <a:cubicBezTo>
                          <a:pt x="840" y="34683"/>
                          <a:pt x="-339" y="41084"/>
                          <a:pt x="83" y="46684"/>
                        </a:cubicBezTo>
                        <a:lnTo>
                          <a:pt x="83" y="46684"/>
                        </a:lnTo>
                        <a:cubicBezTo>
                          <a:pt x="83" y="46684"/>
                          <a:pt x="83" y="46684"/>
                          <a:pt x="83" y="46684"/>
                        </a:cubicBezTo>
                        <a:cubicBezTo>
                          <a:pt x="8614" y="39289"/>
                          <a:pt x="17220" y="31050"/>
                          <a:pt x="26270" y="23265"/>
                        </a:cubicBezTo>
                        <a:cubicBezTo>
                          <a:pt x="35287" y="15448"/>
                          <a:pt x="44693" y="8128"/>
                          <a:pt x="53245" y="777"/>
                        </a:cubicBezTo>
                        <a:lnTo>
                          <a:pt x="53245" y="777"/>
                        </a:lnTo>
                        <a:lnTo>
                          <a:pt x="53245" y="777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3" name="Google Shape;553;p11"/>
                  <p:cNvSpPr/>
                  <p:nvPr/>
                </p:nvSpPr>
                <p:spPr>
                  <a:xfrm>
                    <a:off x="4737818" y="4867081"/>
                    <a:ext cx="282898" cy="118468"/>
                  </a:xfrm>
                  <a:custGeom>
                    <a:rect b="b" l="l" r="r" t="t"/>
                    <a:pathLst>
                      <a:path extrusionOk="0" h="32457" w="64222">
                        <a:moveTo>
                          <a:pt x="64223" y="1449"/>
                        </a:moveTo>
                        <a:cubicBezTo>
                          <a:pt x="58849" y="-10"/>
                          <a:pt x="52632" y="-389"/>
                          <a:pt x="46178" y="411"/>
                        </a:cubicBezTo>
                        <a:cubicBezTo>
                          <a:pt x="39734" y="1201"/>
                          <a:pt x="33085" y="3179"/>
                          <a:pt x="26900" y="6163"/>
                        </a:cubicBezTo>
                        <a:cubicBezTo>
                          <a:pt x="20726" y="9148"/>
                          <a:pt x="15040" y="13126"/>
                          <a:pt x="10412" y="17689"/>
                        </a:cubicBezTo>
                        <a:cubicBezTo>
                          <a:pt x="5774" y="22241"/>
                          <a:pt x="2195" y="27355"/>
                          <a:pt x="0" y="32458"/>
                        </a:cubicBezTo>
                        <a:lnTo>
                          <a:pt x="0" y="32458"/>
                        </a:lnTo>
                        <a:cubicBezTo>
                          <a:pt x="10855" y="29874"/>
                          <a:pt x="22316" y="25084"/>
                          <a:pt x="33452" y="19743"/>
                        </a:cubicBezTo>
                        <a:cubicBezTo>
                          <a:pt x="44567" y="14348"/>
                          <a:pt x="55444" y="8358"/>
                          <a:pt x="64212" y="1460"/>
                        </a:cubicBezTo>
                        <a:lnTo>
                          <a:pt x="64212" y="146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554" name="Google Shape;554;p11"/>
                <p:cNvSpPr/>
                <p:nvPr/>
              </p:nvSpPr>
              <p:spPr>
                <a:xfrm>
                  <a:off x="2090505" y="4850202"/>
                  <a:ext cx="295236" cy="133623"/>
                </a:xfrm>
                <a:custGeom>
                  <a:rect b="b" l="l" r="r" t="t"/>
                  <a:pathLst>
                    <a:path extrusionOk="0" h="36609" w="67023">
                      <a:moveTo>
                        <a:pt x="67023" y="0"/>
                      </a:moveTo>
                      <a:cubicBezTo>
                        <a:pt x="43410" y="757"/>
                        <a:pt x="13396" y="17159"/>
                        <a:pt x="0" y="36609"/>
                      </a:cubicBezTo>
                      <a:lnTo>
                        <a:pt x="0" y="36609"/>
                      </a:lnTo>
                      <a:cubicBezTo>
                        <a:pt x="23613" y="35852"/>
                        <a:pt x="53627" y="19451"/>
                        <a:pt x="67023" y="0"/>
                      </a:cubicBezTo>
                      <a:lnTo>
                        <a:pt x="67023" y="0"/>
                      </a:lnTo>
                      <a:lnTo>
                        <a:pt x="6702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55" name="Google Shape;555;p11"/>
                <p:cNvGrpSpPr/>
                <p:nvPr/>
              </p:nvGrpSpPr>
              <p:grpSpPr>
                <a:xfrm>
                  <a:off x="2580036" y="4794866"/>
                  <a:ext cx="436020" cy="179560"/>
                  <a:chOff x="2580036" y="4794866"/>
                  <a:chExt cx="436020" cy="179560"/>
                </a:xfrm>
              </p:grpSpPr>
              <p:sp>
                <p:nvSpPr>
                  <p:cNvPr id="556" name="Google Shape;556;p11"/>
                  <p:cNvSpPr/>
                  <p:nvPr/>
                </p:nvSpPr>
                <p:spPr>
                  <a:xfrm>
                    <a:off x="2580036" y="4828113"/>
                    <a:ext cx="74356" cy="141514"/>
                  </a:xfrm>
                  <a:custGeom>
                    <a:rect b="b" l="l" r="r" t="t"/>
                    <a:pathLst>
                      <a:path extrusionOk="0" h="38771" w="16880">
                        <a:moveTo>
                          <a:pt x="55" y="0"/>
                        </a:moveTo>
                        <a:cubicBezTo>
                          <a:pt x="-723" y="13039"/>
                          <a:pt x="6780" y="30403"/>
                          <a:pt x="16825" y="38772"/>
                        </a:cubicBezTo>
                        <a:lnTo>
                          <a:pt x="16825" y="38772"/>
                        </a:lnTo>
                        <a:cubicBezTo>
                          <a:pt x="17603" y="25733"/>
                          <a:pt x="10100" y="8369"/>
                          <a:pt x="55" y="0"/>
                        </a:cubicBezTo>
                        <a:lnTo>
                          <a:pt x="55" y="0"/>
                        </a:lnTo>
                        <a:cubicBezTo>
                          <a:pt x="55" y="0"/>
                          <a:pt x="55" y="0"/>
                          <a:pt x="5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7" name="Google Shape;557;p11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8" name="Google Shape;558;p11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9" name="Google Shape;559;p11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0" name="Google Shape;560;p11"/>
                <p:cNvGrpSpPr/>
                <p:nvPr/>
              </p:nvGrpSpPr>
              <p:grpSpPr>
                <a:xfrm>
                  <a:off x="3055253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561" name="Google Shape;561;p11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2" name="Google Shape;562;p11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3" name="Google Shape;563;p11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64" name="Google Shape;564;p11"/>
                <p:cNvGrpSpPr/>
                <p:nvPr/>
              </p:nvGrpSpPr>
              <p:grpSpPr>
                <a:xfrm>
                  <a:off x="3435299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565" name="Google Shape;565;p11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6" name="Google Shape;566;p11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67" name="Google Shape;567;p11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568" name="Google Shape;568;p11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1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1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1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72" name="Google Shape;572;p11"/>
          <p:cNvSpPr txBox="1"/>
          <p:nvPr>
            <p:ph hasCustomPrompt="1" type="title"/>
          </p:nvPr>
        </p:nvSpPr>
        <p:spPr>
          <a:xfrm>
            <a:off x="5190625" y="1126900"/>
            <a:ext cx="32403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73" name="Google Shape;573;p11"/>
          <p:cNvSpPr txBox="1"/>
          <p:nvPr>
            <p:ph idx="1" type="subTitle"/>
          </p:nvPr>
        </p:nvSpPr>
        <p:spPr>
          <a:xfrm>
            <a:off x="5190625" y="2179450"/>
            <a:ext cx="2742000" cy="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13"/>
          <p:cNvGrpSpPr/>
          <p:nvPr/>
        </p:nvGrpSpPr>
        <p:grpSpPr>
          <a:xfrm>
            <a:off x="25" y="0"/>
            <a:ext cx="9150776" cy="5143797"/>
            <a:chOff x="25" y="0"/>
            <a:chExt cx="9150776" cy="5143797"/>
          </a:xfrm>
        </p:grpSpPr>
        <p:grpSp>
          <p:nvGrpSpPr>
            <p:cNvPr id="577" name="Google Shape;577;p13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578" name="Google Shape;578;p13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13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13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582" name="Google Shape;582;p13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sp>
            <p:nvSpPr>
              <p:cNvPr id="583" name="Google Shape;583;p13"/>
              <p:cNvSpPr/>
              <p:nvPr/>
            </p:nvSpPr>
            <p:spPr>
              <a:xfrm>
                <a:off x="50" y="460384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13"/>
              <p:cNvSpPr/>
              <p:nvPr/>
            </p:nvSpPr>
            <p:spPr>
              <a:xfrm>
                <a:off x="50" y="460399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13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3"/>
              <p:cNvSpPr/>
              <p:nvPr/>
            </p:nvSpPr>
            <p:spPr>
              <a:xfrm>
                <a:off x="50" y="4724379"/>
                <a:ext cx="9144287" cy="419345"/>
              </a:xfrm>
              <a:custGeom>
                <a:rect b="b" l="l" r="r" t="t"/>
                <a:pathLst>
                  <a:path extrusionOk="0" h="164449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64450"/>
                    </a:lnTo>
                    <a:lnTo>
                      <a:pt x="0" y="164450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3"/>
              <p:cNvSpPr/>
              <p:nvPr/>
            </p:nvSpPr>
            <p:spPr>
              <a:xfrm>
                <a:off x="50" y="4843220"/>
                <a:ext cx="9144287" cy="300405"/>
              </a:xfrm>
              <a:custGeom>
                <a:rect b="b" l="l" r="r" t="t"/>
                <a:pathLst>
                  <a:path extrusionOk="0" h="11780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17806"/>
                    </a:lnTo>
                    <a:lnTo>
                      <a:pt x="0" y="117806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3"/>
              <p:cNvSpPr/>
              <p:nvPr/>
            </p:nvSpPr>
            <p:spPr>
              <a:xfrm>
                <a:off x="43" y="4905855"/>
                <a:ext cx="9144287" cy="237491"/>
              </a:xfrm>
              <a:custGeom>
                <a:rect b="b" l="l" r="r" t="t"/>
                <a:pathLst>
                  <a:path extrusionOk="0" h="6506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65066"/>
                    </a:lnTo>
                    <a:lnTo>
                      <a:pt x="0" y="650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9" name="Google Shape;589;p13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590" name="Google Shape;590;p13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2" name="Google Shape;592;p13"/>
              <p:cNvGrpSpPr/>
              <p:nvPr/>
            </p:nvGrpSpPr>
            <p:grpSpPr>
              <a:xfrm>
                <a:off x="609226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593" name="Google Shape;593;p13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13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5" name="Google Shape;595;p13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596" name="Google Shape;596;p13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13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13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99" name="Google Shape;599;p13"/>
              <p:cNvSpPr/>
              <p:nvPr/>
            </p:nvSpPr>
            <p:spPr>
              <a:xfrm>
                <a:off x="2090505" y="4850202"/>
                <a:ext cx="295236" cy="133623"/>
              </a:xfrm>
              <a:custGeom>
                <a:rect b="b" l="l" r="r" t="t"/>
                <a:pathLst>
                  <a:path extrusionOk="0" h="36609" w="67023">
                    <a:moveTo>
                      <a:pt x="67023" y="0"/>
                    </a:moveTo>
                    <a:cubicBezTo>
                      <a:pt x="43410" y="757"/>
                      <a:pt x="13396" y="17159"/>
                      <a:pt x="0" y="36609"/>
                    </a:cubicBezTo>
                    <a:lnTo>
                      <a:pt x="0" y="36609"/>
                    </a:lnTo>
                    <a:cubicBezTo>
                      <a:pt x="23613" y="35852"/>
                      <a:pt x="53627" y="19451"/>
                      <a:pt x="67023" y="0"/>
                    </a:cubicBezTo>
                    <a:lnTo>
                      <a:pt x="67023" y="0"/>
                    </a:lnTo>
                    <a:lnTo>
                      <a:pt x="67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0" name="Google Shape;600;p13"/>
              <p:cNvGrpSpPr/>
              <p:nvPr/>
            </p:nvGrpSpPr>
            <p:grpSpPr>
              <a:xfrm>
                <a:off x="2580036" y="4794866"/>
                <a:ext cx="436020" cy="179560"/>
                <a:chOff x="2580036" y="4794866"/>
                <a:chExt cx="436020" cy="179560"/>
              </a:xfrm>
            </p:grpSpPr>
            <p:sp>
              <p:nvSpPr>
                <p:cNvPr id="601" name="Google Shape;601;p13"/>
                <p:cNvSpPr/>
                <p:nvPr/>
              </p:nvSpPr>
              <p:spPr>
                <a:xfrm>
                  <a:off x="2580036" y="4828113"/>
                  <a:ext cx="74356" cy="141514"/>
                </a:xfrm>
                <a:custGeom>
                  <a:rect b="b" l="l" r="r" t="t"/>
                  <a:pathLst>
                    <a:path extrusionOk="0" h="38771" w="16880">
                      <a:moveTo>
                        <a:pt x="55" y="0"/>
                      </a:moveTo>
                      <a:cubicBezTo>
                        <a:pt x="-723" y="13039"/>
                        <a:pt x="6780" y="30403"/>
                        <a:pt x="16825" y="38772"/>
                      </a:cubicBezTo>
                      <a:lnTo>
                        <a:pt x="16825" y="38772"/>
                      </a:lnTo>
                      <a:cubicBezTo>
                        <a:pt x="17603" y="25733"/>
                        <a:pt x="10100" y="8369"/>
                        <a:pt x="55" y="0"/>
                      </a:cubicBezTo>
                      <a:lnTo>
                        <a:pt x="55" y="0"/>
                      </a:lnTo>
                      <a:cubicBezTo>
                        <a:pt x="55" y="0"/>
                        <a:pt x="55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13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13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4" name="Google Shape;604;p13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05" name="Google Shape;605;p13"/>
              <p:cNvGrpSpPr/>
              <p:nvPr/>
            </p:nvGrpSpPr>
            <p:grpSpPr>
              <a:xfrm>
                <a:off x="30552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606" name="Google Shape;606;p13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" name="Google Shape;607;p13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" name="Google Shape;608;p13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09" name="Google Shape;609;p13"/>
            <p:cNvSpPr/>
            <p:nvPr/>
          </p:nvSpPr>
          <p:spPr>
            <a:xfrm>
              <a:off x="39" y="2721749"/>
              <a:ext cx="572154" cy="104365"/>
            </a:xfrm>
            <a:custGeom>
              <a:rect b="b" l="l" r="r" t="t"/>
              <a:pathLst>
                <a:path extrusionOk="0" h="16231" w="88982">
                  <a:moveTo>
                    <a:pt x="88982" y="16232"/>
                  </a:moveTo>
                  <a:lnTo>
                    <a:pt x="0" y="16232"/>
                  </a:lnTo>
                  <a:cubicBezTo>
                    <a:pt x="3406" y="7399"/>
                    <a:pt x="9558" y="1127"/>
                    <a:pt x="18975" y="133"/>
                  </a:cubicBezTo>
                  <a:cubicBezTo>
                    <a:pt x="28392" y="-862"/>
                    <a:pt x="38188" y="3798"/>
                    <a:pt x="43356" y="11723"/>
                  </a:cubicBezTo>
                  <a:cubicBezTo>
                    <a:pt x="57660" y="4209"/>
                    <a:pt x="77273" y="5085"/>
                    <a:pt x="88971" y="162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0" name="Google Shape;61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1" name="Google Shape;611;p13"/>
          <p:cNvSpPr txBox="1"/>
          <p:nvPr>
            <p:ph hasCustomPrompt="1" idx="2" type="title"/>
          </p:nvPr>
        </p:nvSpPr>
        <p:spPr>
          <a:xfrm>
            <a:off x="827678" y="1322525"/>
            <a:ext cx="734700" cy="7050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2" name="Google Shape;612;p13"/>
          <p:cNvSpPr txBox="1"/>
          <p:nvPr>
            <p:ph hasCustomPrompt="1" idx="3" type="title"/>
          </p:nvPr>
        </p:nvSpPr>
        <p:spPr>
          <a:xfrm>
            <a:off x="827678" y="2961800"/>
            <a:ext cx="734700" cy="7050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3" name="Google Shape;613;p13"/>
          <p:cNvSpPr txBox="1"/>
          <p:nvPr>
            <p:ph hasCustomPrompt="1" idx="4" type="title"/>
          </p:nvPr>
        </p:nvSpPr>
        <p:spPr>
          <a:xfrm>
            <a:off x="3526953" y="1322525"/>
            <a:ext cx="734700" cy="7050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4" name="Google Shape;614;p13"/>
          <p:cNvSpPr txBox="1"/>
          <p:nvPr>
            <p:ph hasCustomPrompt="1" idx="5" type="title"/>
          </p:nvPr>
        </p:nvSpPr>
        <p:spPr>
          <a:xfrm>
            <a:off x="3526953" y="2961800"/>
            <a:ext cx="734700" cy="7050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5" name="Google Shape;615;p13"/>
          <p:cNvSpPr txBox="1"/>
          <p:nvPr>
            <p:ph hasCustomPrompt="1" idx="6" type="title"/>
          </p:nvPr>
        </p:nvSpPr>
        <p:spPr>
          <a:xfrm>
            <a:off x="6226228" y="1322525"/>
            <a:ext cx="734700" cy="7050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6" name="Google Shape;616;p13"/>
          <p:cNvSpPr txBox="1"/>
          <p:nvPr>
            <p:ph hasCustomPrompt="1" idx="7" type="title"/>
          </p:nvPr>
        </p:nvSpPr>
        <p:spPr>
          <a:xfrm>
            <a:off x="6226228" y="2961800"/>
            <a:ext cx="734700" cy="7050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7" name="Google Shape;617;p13"/>
          <p:cNvSpPr txBox="1"/>
          <p:nvPr>
            <p:ph idx="1" type="subTitle"/>
          </p:nvPr>
        </p:nvSpPr>
        <p:spPr>
          <a:xfrm>
            <a:off x="720000" y="20548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8" name="Google Shape;618;p13"/>
          <p:cNvSpPr txBox="1"/>
          <p:nvPr>
            <p:ph idx="8" type="subTitle"/>
          </p:nvPr>
        </p:nvSpPr>
        <p:spPr>
          <a:xfrm>
            <a:off x="3419275" y="20548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9" name="Google Shape;619;p13"/>
          <p:cNvSpPr txBox="1"/>
          <p:nvPr>
            <p:ph idx="9" type="subTitle"/>
          </p:nvPr>
        </p:nvSpPr>
        <p:spPr>
          <a:xfrm>
            <a:off x="6118550" y="20548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0" name="Google Shape;620;p13"/>
          <p:cNvSpPr txBox="1"/>
          <p:nvPr>
            <p:ph idx="13" type="subTitle"/>
          </p:nvPr>
        </p:nvSpPr>
        <p:spPr>
          <a:xfrm>
            <a:off x="720000" y="36940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1" name="Google Shape;621;p13"/>
          <p:cNvSpPr txBox="1"/>
          <p:nvPr>
            <p:ph idx="14" type="subTitle"/>
          </p:nvPr>
        </p:nvSpPr>
        <p:spPr>
          <a:xfrm>
            <a:off x="3419275" y="36940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2" name="Google Shape;622;p13"/>
          <p:cNvSpPr txBox="1"/>
          <p:nvPr>
            <p:ph idx="15" type="subTitle"/>
          </p:nvPr>
        </p:nvSpPr>
        <p:spPr>
          <a:xfrm>
            <a:off x="6118550" y="36940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14"/>
          <p:cNvGrpSpPr/>
          <p:nvPr/>
        </p:nvGrpSpPr>
        <p:grpSpPr>
          <a:xfrm>
            <a:off x="-434694" y="0"/>
            <a:ext cx="9585495" cy="5143797"/>
            <a:chOff x="-434694" y="0"/>
            <a:chExt cx="9585495" cy="5143797"/>
          </a:xfrm>
        </p:grpSpPr>
        <p:grpSp>
          <p:nvGrpSpPr>
            <p:cNvPr id="625" name="Google Shape;625;p14"/>
            <p:cNvGrpSpPr/>
            <p:nvPr/>
          </p:nvGrpSpPr>
          <p:grpSpPr>
            <a:xfrm>
              <a:off x="25" y="0"/>
              <a:ext cx="9150776" cy="5143797"/>
              <a:chOff x="25" y="0"/>
              <a:chExt cx="9150776" cy="5143797"/>
            </a:xfrm>
          </p:grpSpPr>
          <p:grpSp>
            <p:nvGrpSpPr>
              <p:cNvPr id="626" name="Google Shape;626;p14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627" name="Google Shape;627;p14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14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4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4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631" name="Google Shape;631;p14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grpSp>
              <p:nvGrpSpPr>
                <p:cNvPr id="632" name="Google Shape;632;p14"/>
                <p:cNvGrpSpPr/>
                <p:nvPr/>
              </p:nvGrpSpPr>
              <p:grpSpPr>
                <a:xfrm>
                  <a:off x="43" y="4603847"/>
                  <a:ext cx="9144293" cy="539950"/>
                  <a:chOff x="43" y="4603847"/>
                  <a:chExt cx="9144293" cy="539950"/>
                </a:xfrm>
              </p:grpSpPr>
              <p:sp>
                <p:nvSpPr>
                  <p:cNvPr id="633" name="Google Shape;633;p14"/>
                  <p:cNvSpPr/>
                  <p:nvPr/>
                </p:nvSpPr>
                <p:spPr>
                  <a:xfrm>
                    <a:off x="50" y="460384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4" name="Google Shape;634;p14"/>
                  <p:cNvSpPr/>
                  <p:nvPr/>
                </p:nvSpPr>
                <p:spPr>
                  <a:xfrm>
                    <a:off x="50" y="460399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" name="Google Shape;635;p14"/>
                  <p:cNvSpPr/>
                  <p:nvPr/>
                </p:nvSpPr>
                <p:spPr>
                  <a:xfrm>
                    <a:off x="50" y="4655044"/>
                    <a:ext cx="9144287" cy="488713"/>
                  </a:xfrm>
                  <a:custGeom>
                    <a:rect b="b" l="l" r="r" t="t"/>
                    <a:pathLst>
                      <a:path extrusionOk="0" h="19165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91652"/>
                        </a:lnTo>
                        <a:lnTo>
                          <a:pt x="0" y="191652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14"/>
                  <p:cNvSpPr/>
                  <p:nvPr/>
                </p:nvSpPr>
                <p:spPr>
                  <a:xfrm>
                    <a:off x="50" y="4724379"/>
                    <a:ext cx="9144287" cy="419345"/>
                  </a:xfrm>
                  <a:custGeom>
                    <a:rect b="b" l="l" r="r" t="t"/>
                    <a:pathLst>
                      <a:path extrusionOk="0" h="164449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64450"/>
                        </a:lnTo>
                        <a:lnTo>
                          <a:pt x="0" y="164450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7" name="Google Shape;637;p14"/>
                  <p:cNvSpPr/>
                  <p:nvPr/>
                </p:nvSpPr>
                <p:spPr>
                  <a:xfrm>
                    <a:off x="50" y="4843220"/>
                    <a:ext cx="9144287" cy="300405"/>
                  </a:xfrm>
                  <a:custGeom>
                    <a:rect b="b" l="l" r="r" t="t"/>
                    <a:pathLst>
                      <a:path extrusionOk="0" h="11780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17806"/>
                        </a:lnTo>
                        <a:lnTo>
                          <a:pt x="0" y="117806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8" name="Google Shape;638;p14"/>
                  <p:cNvSpPr/>
                  <p:nvPr/>
                </p:nvSpPr>
                <p:spPr>
                  <a:xfrm>
                    <a:off x="43" y="4905855"/>
                    <a:ext cx="9144287" cy="237491"/>
                  </a:xfrm>
                  <a:custGeom>
                    <a:rect b="b" l="l" r="r" t="t"/>
                    <a:pathLst>
                      <a:path extrusionOk="0" h="6506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65066"/>
                        </a:lnTo>
                        <a:lnTo>
                          <a:pt x="0" y="6506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9" name="Google Shape;639;p14"/>
                <p:cNvGrpSpPr/>
                <p:nvPr/>
              </p:nvGrpSpPr>
              <p:grpSpPr>
                <a:xfrm flipH="1">
                  <a:off x="8773603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640" name="Google Shape;640;p14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" name="Google Shape;641;p14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2" name="Google Shape;642;p14"/>
                <p:cNvGrpSpPr/>
                <p:nvPr/>
              </p:nvGrpSpPr>
              <p:grpSpPr>
                <a:xfrm flipH="1">
                  <a:off x="8386608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643" name="Google Shape;643;p14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4" name="Google Shape;644;p14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5" name="Google Shape;645;p14"/>
                <p:cNvGrpSpPr/>
                <p:nvPr/>
              </p:nvGrpSpPr>
              <p:grpSpPr>
                <a:xfrm flipH="1">
                  <a:off x="4634816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646" name="Google Shape;646;p14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" name="Google Shape;647;p14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8" name="Google Shape;648;p14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49" name="Google Shape;649;p14"/>
                <p:cNvGrpSpPr/>
                <p:nvPr/>
              </p:nvGrpSpPr>
              <p:grpSpPr>
                <a:xfrm flipH="1">
                  <a:off x="741006" y="4794866"/>
                  <a:ext cx="363460" cy="179560"/>
                  <a:chOff x="2652596" y="4794866"/>
                  <a:chExt cx="363460" cy="179560"/>
                </a:xfrm>
              </p:grpSpPr>
              <p:sp>
                <p:nvSpPr>
                  <p:cNvPr id="650" name="Google Shape;650;p14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" name="Google Shape;651;p14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2" name="Google Shape;652;p14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53" name="Google Shape;653;p14"/>
                <p:cNvGrpSpPr/>
                <p:nvPr/>
              </p:nvGrpSpPr>
              <p:grpSpPr>
                <a:xfrm flipH="1">
                  <a:off x="372846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654" name="Google Shape;654;p14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5" name="Google Shape;655;p14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6" name="Google Shape;656;p14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57" name="Google Shape;657;p14"/>
                <p:cNvGrpSpPr/>
                <p:nvPr/>
              </p:nvGrpSpPr>
              <p:grpSpPr>
                <a:xfrm flipH="1">
                  <a:off x="140521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658" name="Google Shape;658;p14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" name="Google Shape;659;p14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0" name="Google Shape;660;p14"/>
                <p:cNvGrpSpPr/>
                <p:nvPr/>
              </p:nvGrpSpPr>
              <p:grpSpPr>
                <a:xfrm flipH="1">
                  <a:off x="4259046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661" name="Google Shape;661;p14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2" name="Google Shape;662;p14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14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664" name="Google Shape;664;p14"/>
            <p:cNvGrpSpPr/>
            <p:nvPr/>
          </p:nvGrpSpPr>
          <p:grpSpPr>
            <a:xfrm>
              <a:off x="-434694" y="382274"/>
              <a:ext cx="9490072" cy="3816140"/>
              <a:chOff x="-434694" y="382274"/>
              <a:chExt cx="9490072" cy="3816140"/>
            </a:xfrm>
          </p:grpSpPr>
          <p:sp>
            <p:nvSpPr>
              <p:cNvPr id="665" name="Google Shape;665;p14"/>
              <p:cNvSpPr/>
              <p:nvPr/>
            </p:nvSpPr>
            <p:spPr>
              <a:xfrm>
                <a:off x="8145565" y="3799678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4"/>
              <p:cNvSpPr/>
              <p:nvPr/>
            </p:nvSpPr>
            <p:spPr>
              <a:xfrm>
                <a:off x="8314389" y="382274"/>
                <a:ext cx="572154" cy="104365"/>
              </a:xfrm>
              <a:custGeom>
                <a:rect b="b" l="l" r="r" t="t"/>
                <a:pathLst>
                  <a:path extrusionOk="0" h="16231" w="88982">
                    <a:moveTo>
                      <a:pt x="88982" y="16232"/>
                    </a:moveTo>
                    <a:lnTo>
                      <a:pt x="0" y="16232"/>
                    </a:lnTo>
                    <a:cubicBezTo>
                      <a:pt x="3406" y="7399"/>
                      <a:pt x="9558" y="1127"/>
                      <a:pt x="18975" y="133"/>
                    </a:cubicBezTo>
                    <a:cubicBezTo>
                      <a:pt x="28392" y="-862"/>
                      <a:pt x="38188" y="3798"/>
                      <a:pt x="43356" y="11723"/>
                    </a:cubicBezTo>
                    <a:cubicBezTo>
                      <a:pt x="57660" y="4209"/>
                      <a:pt x="77273" y="5085"/>
                      <a:pt x="88971" y="162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4"/>
              <p:cNvSpPr/>
              <p:nvPr/>
            </p:nvSpPr>
            <p:spPr>
              <a:xfrm flipH="1">
                <a:off x="-44061" y="4094049"/>
                <a:ext cx="572154" cy="104365"/>
              </a:xfrm>
              <a:custGeom>
                <a:rect b="b" l="l" r="r" t="t"/>
                <a:pathLst>
                  <a:path extrusionOk="0" h="16231" w="88982">
                    <a:moveTo>
                      <a:pt x="88982" y="16232"/>
                    </a:moveTo>
                    <a:lnTo>
                      <a:pt x="0" y="16232"/>
                    </a:lnTo>
                    <a:cubicBezTo>
                      <a:pt x="3406" y="7399"/>
                      <a:pt x="9558" y="1127"/>
                      <a:pt x="18975" y="133"/>
                    </a:cubicBezTo>
                    <a:cubicBezTo>
                      <a:pt x="28392" y="-862"/>
                      <a:pt x="38188" y="3798"/>
                      <a:pt x="43356" y="11723"/>
                    </a:cubicBezTo>
                    <a:cubicBezTo>
                      <a:pt x="57660" y="4209"/>
                      <a:pt x="77273" y="5085"/>
                      <a:pt x="88971" y="162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4"/>
              <p:cNvSpPr/>
              <p:nvPr/>
            </p:nvSpPr>
            <p:spPr>
              <a:xfrm>
                <a:off x="-434694" y="3402563"/>
                <a:ext cx="870255" cy="185280"/>
              </a:xfrm>
              <a:custGeom>
                <a:rect b="b" l="l" r="r" t="t"/>
                <a:pathLst>
                  <a:path extrusionOk="0" h="28815" w="135343">
                    <a:moveTo>
                      <a:pt x="0" y="28805"/>
                    </a:moveTo>
                    <a:lnTo>
                      <a:pt x="135343" y="28805"/>
                    </a:lnTo>
                    <a:cubicBezTo>
                      <a:pt x="132684" y="19063"/>
                      <a:pt x="121958" y="11927"/>
                      <a:pt x="112001" y="13625"/>
                    </a:cubicBezTo>
                    <a:cubicBezTo>
                      <a:pt x="111903" y="7018"/>
                      <a:pt x="106000" y="1440"/>
                      <a:pt x="99491" y="282"/>
                    </a:cubicBezTo>
                    <a:cubicBezTo>
                      <a:pt x="92983" y="-874"/>
                      <a:pt x="86257" y="1645"/>
                      <a:pt x="80960" y="5602"/>
                    </a:cubicBezTo>
                    <a:cubicBezTo>
                      <a:pt x="74840" y="10165"/>
                      <a:pt x="70201" y="16663"/>
                      <a:pt x="67866" y="23928"/>
                    </a:cubicBezTo>
                    <a:cubicBezTo>
                      <a:pt x="66439" y="21139"/>
                      <a:pt x="63358" y="19279"/>
                      <a:pt x="60233" y="19311"/>
                    </a:cubicBezTo>
                    <a:cubicBezTo>
                      <a:pt x="57098" y="19333"/>
                      <a:pt x="54060" y="21247"/>
                      <a:pt x="52665" y="24047"/>
                    </a:cubicBezTo>
                    <a:cubicBezTo>
                      <a:pt x="45323" y="18814"/>
                      <a:pt x="36036" y="16403"/>
                      <a:pt x="27073" y="17387"/>
                    </a:cubicBezTo>
                    <a:cubicBezTo>
                      <a:pt x="18110" y="18371"/>
                      <a:pt x="6022" y="22112"/>
                      <a:pt x="0" y="288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14"/>
          <p:cNvSpPr txBox="1"/>
          <p:nvPr>
            <p:ph type="title"/>
          </p:nvPr>
        </p:nvSpPr>
        <p:spPr>
          <a:xfrm>
            <a:off x="1879975" y="537275"/>
            <a:ext cx="3051300" cy="48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1" name="Google Shape;671;p15"/>
          <p:cNvGrpSpPr/>
          <p:nvPr/>
        </p:nvGrpSpPr>
        <p:grpSpPr>
          <a:xfrm>
            <a:off x="25" y="0"/>
            <a:ext cx="9150776" cy="5143797"/>
            <a:chOff x="25" y="0"/>
            <a:chExt cx="9150776" cy="5143797"/>
          </a:xfrm>
        </p:grpSpPr>
        <p:grpSp>
          <p:nvGrpSpPr>
            <p:cNvPr id="672" name="Google Shape;672;p15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sp>
            <p:nvSpPr>
              <p:cNvPr id="673" name="Google Shape;673;p15"/>
              <p:cNvSpPr/>
              <p:nvPr/>
            </p:nvSpPr>
            <p:spPr>
              <a:xfrm>
                <a:off x="50" y="460384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5"/>
              <p:cNvSpPr/>
              <p:nvPr/>
            </p:nvSpPr>
            <p:spPr>
              <a:xfrm>
                <a:off x="50" y="460399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5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5"/>
              <p:cNvSpPr/>
              <p:nvPr/>
            </p:nvSpPr>
            <p:spPr>
              <a:xfrm>
                <a:off x="50" y="4724379"/>
                <a:ext cx="9144287" cy="419345"/>
              </a:xfrm>
              <a:custGeom>
                <a:rect b="b" l="l" r="r" t="t"/>
                <a:pathLst>
                  <a:path extrusionOk="0" h="164449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64450"/>
                    </a:lnTo>
                    <a:lnTo>
                      <a:pt x="0" y="164450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5"/>
              <p:cNvSpPr/>
              <p:nvPr/>
            </p:nvSpPr>
            <p:spPr>
              <a:xfrm>
                <a:off x="50" y="4843220"/>
                <a:ext cx="9144287" cy="300405"/>
              </a:xfrm>
              <a:custGeom>
                <a:rect b="b" l="l" r="r" t="t"/>
                <a:pathLst>
                  <a:path extrusionOk="0" h="11780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17806"/>
                    </a:lnTo>
                    <a:lnTo>
                      <a:pt x="0" y="117806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5"/>
              <p:cNvSpPr/>
              <p:nvPr/>
            </p:nvSpPr>
            <p:spPr>
              <a:xfrm>
                <a:off x="43" y="4905855"/>
                <a:ext cx="9144287" cy="237491"/>
              </a:xfrm>
              <a:custGeom>
                <a:rect b="b" l="l" r="r" t="t"/>
                <a:pathLst>
                  <a:path extrusionOk="0" h="6506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65066"/>
                    </a:lnTo>
                    <a:lnTo>
                      <a:pt x="0" y="650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79" name="Google Shape;679;p15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680" name="Google Shape;680;p15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5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2" name="Google Shape;682;p15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683" name="Google Shape;683;p15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15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" name="Google Shape;685;p15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6" name="Google Shape;686;p15"/>
              <p:cNvGrpSpPr/>
              <p:nvPr/>
            </p:nvGrpSpPr>
            <p:grpSpPr>
              <a:xfrm>
                <a:off x="7907471" y="4759958"/>
                <a:ext cx="339829" cy="252642"/>
                <a:chOff x="7907471" y="4759958"/>
                <a:chExt cx="339829" cy="252642"/>
              </a:xfrm>
            </p:grpSpPr>
            <p:sp>
              <p:nvSpPr>
                <p:cNvPr id="687" name="Google Shape;687;p15"/>
                <p:cNvSpPr/>
                <p:nvPr/>
              </p:nvSpPr>
              <p:spPr>
                <a:xfrm>
                  <a:off x="798028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3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5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8" name="Google Shape;688;p15"/>
                <p:cNvSpPr/>
                <p:nvPr/>
              </p:nvSpPr>
              <p:spPr>
                <a:xfrm>
                  <a:off x="790747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2" y="22683"/>
                        <a:pt x="9990" y="34101"/>
                      </a:cubicBezTo>
                      <a:cubicBezTo>
                        <a:pt x="14553" y="45507"/>
                        <a:pt x="19808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9" name="Google Shape;689;p15"/>
              <p:cNvGrpSpPr/>
              <p:nvPr/>
            </p:nvGrpSpPr>
            <p:grpSpPr>
              <a:xfrm>
                <a:off x="8310466" y="4765719"/>
                <a:ext cx="323832" cy="223114"/>
                <a:chOff x="8310466" y="4765719"/>
                <a:chExt cx="323832" cy="223114"/>
              </a:xfrm>
            </p:grpSpPr>
            <p:sp>
              <p:nvSpPr>
                <p:cNvPr id="690" name="Google Shape;690;p15"/>
                <p:cNvSpPr/>
                <p:nvPr/>
              </p:nvSpPr>
              <p:spPr>
                <a:xfrm>
                  <a:off x="831046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3" y="1654"/>
                        <a:pt x="23526" y="4184"/>
                        <a:pt x="18866" y="7720"/>
                      </a:cubicBezTo>
                      <a:cubicBezTo>
                        <a:pt x="14217" y="11244"/>
                        <a:pt x="9784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5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8" y="28543"/>
                      </a:cubicBezTo>
                      <a:cubicBezTo>
                        <a:pt x="20801" y="23981"/>
                        <a:pt x="23807" y="19310"/>
                        <a:pt x="26532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1" name="Google Shape;691;p15"/>
                <p:cNvSpPr/>
                <p:nvPr/>
              </p:nvSpPr>
              <p:spPr>
                <a:xfrm>
                  <a:off x="8366831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2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6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2" name="Google Shape;692;p15"/>
              <p:cNvGrpSpPr/>
              <p:nvPr/>
            </p:nvGrpSpPr>
            <p:grpSpPr>
              <a:xfrm>
                <a:off x="8769488" y="4770096"/>
                <a:ext cx="343944" cy="212303"/>
                <a:chOff x="8769488" y="4770096"/>
                <a:chExt cx="343944" cy="212303"/>
              </a:xfrm>
            </p:grpSpPr>
            <p:sp>
              <p:nvSpPr>
                <p:cNvPr id="693" name="Google Shape;693;p15"/>
                <p:cNvSpPr/>
                <p:nvPr/>
              </p:nvSpPr>
              <p:spPr>
                <a:xfrm>
                  <a:off x="8769488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5"/>
                <p:cNvSpPr/>
                <p:nvPr/>
              </p:nvSpPr>
              <p:spPr>
                <a:xfrm>
                  <a:off x="8895286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1" y="22575"/>
                      </a:cubicBezTo>
                      <a:cubicBezTo>
                        <a:pt x="395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6" y="23526"/>
                      </a:cubicBezTo>
                      <a:cubicBezTo>
                        <a:pt x="11726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15"/>
                <p:cNvSpPr/>
                <p:nvPr/>
              </p:nvSpPr>
              <p:spPr>
                <a:xfrm>
                  <a:off x="8914969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5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96" name="Google Shape;696;p15"/>
              <p:cNvGrpSpPr/>
              <p:nvPr/>
            </p:nvGrpSpPr>
            <p:grpSpPr>
              <a:xfrm>
                <a:off x="2652596" y="4794866"/>
                <a:ext cx="363460" cy="179560"/>
                <a:chOff x="2652596" y="4794866"/>
                <a:chExt cx="363460" cy="179560"/>
              </a:xfrm>
            </p:grpSpPr>
            <p:sp>
              <p:nvSpPr>
                <p:cNvPr id="697" name="Google Shape;697;p15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15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15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0" name="Google Shape;700;p15"/>
              <p:cNvGrpSpPr/>
              <p:nvPr/>
            </p:nvGrpSpPr>
            <p:grpSpPr>
              <a:xfrm>
                <a:off x="30552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701" name="Google Shape;701;p15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2" name="Google Shape;702;p15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3" name="Google Shape;703;p15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04" name="Google Shape;704;p15"/>
              <p:cNvGrpSpPr/>
              <p:nvPr/>
            </p:nvGrpSpPr>
            <p:grpSpPr>
              <a:xfrm>
                <a:off x="3435299" y="4794745"/>
                <a:ext cx="181242" cy="177466"/>
                <a:chOff x="3435299" y="4794745"/>
                <a:chExt cx="181242" cy="177466"/>
              </a:xfrm>
            </p:grpSpPr>
            <p:sp>
              <p:nvSpPr>
                <p:cNvPr id="705" name="Google Shape;705;p15"/>
                <p:cNvSpPr/>
                <p:nvPr/>
              </p:nvSpPr>
              <p:spPr>
                <a:xfrm>
                  <a:off x="3435299" y="4796402"/>
                  <a:ext cx="137643" cy="175810"/>
                </a:xfrm>
                <a:custGeom>
                  <a:rect b="b" l="l" r="r" t="t"/>
                  <a:pathLst>
                    <a:path extrusionOk="0" h="48167" w="31247">
                      <a:moveTo>
                        <a:pt x="0" y="11"/>
                      </a:moveTo>
                      <a:cubicBezTo>
                        <a:pt x="3589" y="8239"/>
                        <a:pt x="8682" y="16661"/>
                        <a:pt x="13926" y="24954"/>
                      </a:cubicBezTo>
                      <a:cubicBezTo>
                        <a:pt x="19202" y="33225"/>
                        <a:pt x="24651" y="41410"/>
                        <a:pt x="30576" y="48167"/>
                      </a:cubicBezTo>
                      <a:lnTo>
                        <a:pt x="30576" y="48167"/>
                      </a:lnTo>
                      <a:cubicBezTo>
                        <a:pt x="31517" y="43788"/>
                        <a:pt x="31484" y="38729"/>
                        <a:pt x="30381" y="33571"/>
                      </a:cubicBezTo>
                      <a:cubicBezTo>
                        <a:pt x="29300" y="28414"/>
                        <a:pt x="27149" y="23170"/>
                        <a:pt x="24164" y="18456"/>
                      </a:cubicBezTo>
                      <a:cubicBezTo>
                        <a:pt x="21170" y="13742"/>
                        <a:pt x="17342" y="9569"/>
                        <a:pt x="13136" y="6390"/>
                      </a:cubicBezTo>
                      <a:cubicBezTo>
                        <a:pt x="8931" y="3200"/>
                        <a:pt x="4368" y="1016"/>
                        <a:pt x="11" y="0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6" name="Google Shape;706;p15"/>
                <p:cNvSpPr/>
                <p:nvPr/>
              </p:nvSpPr>
              <p:spPr>
                <a:xfrm>
                  <a:off x="3566765" y="4794745"/>
                  <a:ext cx="49776" cy="173915"/>
                </a:xfrm>
                <a:custGeom>
                  <a:rect b="b" l="l" r="r" t="t"/>
                  <a:pathLst>
                    <a:path extrusionOk="0" h="47648" w="11300">
                      <a:moveTo>
                        <a:pt x="1054" y="0"/>
                      </a:moveTo>
                      <a:cubicBezTo>
                        <a:pt x="1822" y="7579"/>
                        <a:pt x="1552" y="15213"/>
                        <a:pt x="925" y="23278"/>
                      </a:cubicBezTo>
                      <a:cubicBezTo>
                        <a:pt x="308" y="31301"/>
                        <a:pt x="-665" y="40102"/>
                        <a:pt x="665" y="47648"/>
                      </a:cubicBezTo>
                      <a:lnTo>
                        <a:pt x="665" y="47648"/>
                      </a:lnTo>
                      <a:cubicBezTo>
                        <a:pt x="3282" y="44891"/>
                        <a:pt x="5671" y="41496"/>
                        <a:pt x="7563" y="37506"/>
                      </a:cubicBezTo>
                      <a:cubicBezTo>
                        <a:pt x="9444" y="33528"/>
                        <a:pt x="10817" y="28922"/>
                        <a:pt x="11196" y="24078"/>
                      </a:cubicBezTo>
                      <a:cubicBezTo>
                        <a:pt x="11585" y="19213"/>
                        <a:pt x="10893" y="14174"/>
                        <a:pt x="9077" y="9839"/>
                      </a:cubicBezTo>
                      <a:cubicBezTo>
                        <a:pt x="7293" y="5493"/>
                        <a:pt x="4330" y="1935"/>
                        <a:pt x="1054" y="0"/>
                      </a:cubicBezTo>
                      <a:lnTo>
                        <a:pt x="10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7" name="Google Shape;707;p15"/>
            <p:cNvGrpSpPr/>
            <p:nvPr/>
          </p:nvGrpSpPr>
          <p:grpSpPr>
            <a:xfrm>
              <a:off x="25" y="0"/>
              <a:ext cx="9150776" cy="1135213"/>
              <a:chOff x="25" y="0"/>
              <a:chExt cx="9150776" cy="1135213"/>
            </a:xfrm>
          </p:grpSpPr>
          <p:grpSp>
            <p:nvGrpSpPr>
              <p:cNvPr id="708" name="Google Shape;708;p15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709" name="Google Shape;709;p15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0" name="Google Shape;710;p15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1" name="Google Shape;711;p15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" name="Google Shape;712;p15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713" name="Google Shape;713;p15"/>
              <p:cNvSpPr/>
              <p:nvPr/>
            </p:nvSpPr>
            <p:spPr>
              <a:xfrm>
                <a:off x="6489" y="399499"/>
                <a:ext cx="572154" cy="104365"/>
              </a:xfrm>
              <a:custGeom>
                <a:rect b="b" l="l" r="r" t="t"/>
                <a:pathLst>
                  <a:path extrusionOk="0" h="16231" w="88982">
                    <a:moveTo>
                      <a:pt x="88982" y="16232"/>
                    </a:moveTo>
                    <a:lnTo>
                      <a:pt x="0" y="16232"/>
                    </a:lnTo>
                    <a:cubicBezTo>
                      <a:pt x="3406" y="7399"/>
                      <a:pt x="9558" y="1127"/>
                      <a:pt x="18975" y="133"/>
                    </a:cubicBezTo>
                    <a:cubicBezTo>
                      <a:pt x="28392" y="-862"/>
                      <a:pt x="38188" y="3798"/>
                      <a:pt x="43356" y="11723"/>
                    </a:cubicBezTo>
                    <a:cubicBezTo>
                      <a:pt x="57660" y="4209"/>
                      <a:pt x="77273" y="5085"/>
                      <a:pt x="88971" y="162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14" name="Google Shape;71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6" name="Google Shape;716;p16"/>
          <p:cNvGrpSpPr/>
          <p:nvPr/>
        </p:nvGrpSpPr>
        <p:grpSpPr>
          <a:xfrm>
            <a:off x="25" y="0"/>
            <a:ext cx="9150776" cy="5143797"/>
            <a:chOff x="25" y="0"/>
            <a:chExt cx="9150776" cy="5143797"/>
          </a:xfrm>
        </p:grpSpPr>
        <p:grpSp>
          <p:nvGrpSpPr>
            <p:cNvPr id="717" name="Google Shape;717;p16"/>
            <p:cNvGrpSpPr/>
            <p:nvPr/>
          </p:nvGrpSpPr>
          <p:grpSpPr>
            <a:xfrm>
              <a:off x="25" y="0"/>
              <a:ext cx="9150776" cy="5143797"/>
              <a:chOff x="25" y="0"/>
              <a:chExt cx="9150776" cy="5143797"/>
            </a:xfrm>
          </p:grpSpPr>
          <p:grpSp>
            <p:nvGrpSpPr>
              <p:cNvPr id="718" name="Google Shape;718;p16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719" name="Google Shape;719;p16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0" name="Google Shape;720;p16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" name="Google Shape;721;p16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" name="Google Shape;722;p16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723" name="Google Shape;723;p16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grpSp>
              <p:nvGrpSpPr>
                <p:cNvPr id="724" name="Google Shape;724;p16"/>
                <p:cNvGrpSpPr/>
                <p:nvPr/>
              </p:nvGrpSpPr>
              <p:grpSpPr>
                <a:xfrm>
                  <a:off x="43" y="4603847"/>
                  <a:ext cx="9144293" cy="539950"/>
                  <a:chOff x="43" y="4603847"/>
                  <a:chExt cx="9144293" cy="539950"/>
                </a:xfrm>
              </p:grpSpPr>
              <p:sp>
                <p:nvSpPr>
                  <p:cNvPr id="725" name="Google Shape;725;p16"/>
                  <p:cNvSpPr/>
                  <p:nvPr/>
                </p:nvSpPr>
                <p:spPr>
                  <a:xfrm>
                    <a:off x="50" y="460384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6" name="Google Shape;726;p16"/>
                  <p:cNvSpPr/>
                  <p:nvPr/>
                </p:nvSpPr>
                <p:spPr>
                  <a:xfrm>
                    <a:off x="50" y="460399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7" name="Google Shape;727;p16"/>
                  <p:cNvSpPr/>
                  <p:nvPr/>
                </p:nvSpPr>
                <p:spPr>
                  <a:xfrm>
                    <a:off x="50" y="4655044"/>
                    <a:ext cx="9144287" cy="488713"/>
                  </a:xfrm>
                  <a:custGeom>
                    <a:rect b="b" l="l" r="r" t="t"/>
                    <a:pathLst>
                      <a:path extrusionOk="0" h="19165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91652"/>
                        </a:lnTo>
                        <a:lnTo>
                          <a:pt x="0" y="191652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8" name="Google Shape;728;p16"/>
                  <p:cNvSpPr/>
                  <p:nvPr/>
                </p:nvSpPr>
                <p:spPr>
                  <a:xfrm>
                    <a:off x="50" y="4724379"/>
                    <a:ext cx="9144287" cy="419345"/>
                  </a:xfrm>
                  <a:custGeom>
                    <a:rect b="b" l="l" r="r" t="t"/>
                    <a:pathLst>
                      <a:path extrusionOk="0" h="164449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64450"/>
                        </a:lnTo>
                        <a:lnTo>
                          <a:pt x="0" y="164450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29" name="Google Shape;729;p16"/>
                  <p:cNvSpPr/>
                  <p:nvPr/>
                </p:nvSpPr>
                <p:spPr>
                  <a:xfrm>
                    <a:off x="50" y="4843220"/>
                    <a:ext cx="9144287" cy="300405"/>
                  </a:xfrm>
                  <a:custGeom>
                    <a:rect b="b" l="l" r="r" t="t"/>
                    <a:pathLst>
                      <a:path extrusionOk="0" h="11780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17806"/>
                        </a:lnTo>
                        <a:lnTo>
                          <a:pt x="0" y="117806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0" name="Google Shape;730;p16"/>
                  <p:cNvSpPr/>
                  <p:nvPr/>
                </p:nvSpPr>
                <p:spPr>
                  <a:xfrm>
                    <a:off x="43" y="4905855"/>
                    <a:ext cx="9144287" cy="237491"/>
                  </a:xfrm>
                  <a:custGeom>
                    <a:rect b="b" l="l" r="r" t="t"/>
                    <a:pathLst>
                      <a:path extrusionOk="0" h="6506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65066"/>
                        </a:lnTo>
                        <a:lnTo>
                          <a:pt x="0" y="6506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1" name="Google Shape;731;p16"/>
                <p:cNvGrpSpPr/>
                <p:nvPr/>
              </p:nvGrpSpPr>
              <p:grpSpPr>
                <a:xfrm>
                  <a:off x="1292902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732" name="Google Shape;732;p16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3" name="Google Shape;733;p16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4" name="Google Shape;734;p16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5" name="Google Shape;735;p16"/>
                <p:cNvGrpSpPr/>
                <p:nvPr/>
              </p:nvGrpSpPr>
              <p:grpSpPr>
                <a:xfrm>
                  <a:off x="7148396" y="4794866"/>
                  <a:ext cx="363460" cy="179560"/>
                  <a:chOff x="2652596" y="4794866"/>
                  <a:chExt cx="363460" cy="179560"/>
                </a:xfrm>
              </p:grpSpPr>
              <p:sp>
                <p:nvSpPr>
                  <p:cNvPr id="736" name="Google Shape;736;p16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16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8" name="Google Shape;738;p16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9" name="Google Shape;739;p16"/>
                <p:cNvGrpSpPr/>
                <p:nvPr/>
              </p:nvGrpSpPr>
              <p:grpSpPr>
                <a:xfrm>
                  <a:off x="7551053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740" name="Google Shape;740;p16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1" name="Google Shape;741;p16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2" name="Google Shape;742;p16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43" name="Google Shape;743;p16"/>
            <p:cNvGrpSpPr/>
            <p:nvPr/>
          </p:nvGrpSpPr>
          <p:grpSpPr>
            <a:xfrm>
              <a:off x="845453" y="4744852"/>
              <a:ext cx="328964" cy="214701"/>
              <a:chOff x="3055253" y="4744852"/>
              <a:chExt cx="328964" cy="214701"/>
            </a:xfrm>
          </p:grpSpPr>
          <p:sp>
            <p:nvSpPr>
              <p:cNvPr id="744" name="Google Shape;744;p16"/>
              <p:cNvSpPr/>
              <p:nvPr/>
            </p:nvSpPr>
            <p:spPr>
              <a:xfrm>
                <a:off x="3055253" y="4846101"/>
                <a:ext cx="93443" cy="113022"/>
              </a:xfrm>
              <a:custGeom>
                <a:rect b="b" l="l" r="r" t="t"/>
                <a:pathLst>
                  <a:path extrusionOk="0" h="30965" w="21213">
                    <a:moveTo>
                      <a:pt x="11" y="0"/>
                    </a:moveTo>
                    <a:cubicBezTo>
                      <a:pt x="2573" y="5298"/>
                      <a:pt x="6076" y="10682"/>
                      <a:pt x="9633" y="16013"/>
                    </a:cubicBezTo>
                    <a:cubicBezTo>
                      <a:pt x="13223" y="21321"/>
                      <a:pt x="16888" y="26597"/>
                      <a:pt x="20835" y="30965"/>
                    </a:cubicBezTo>
                    <a:lnTo>
                      <a:pt x="20835" y="30965"/>
                    </a:lnTo>
                    <a:cubicBezTo>
                      <a:pt x="22035" y="25224"/>
                      <a:pt x="20359" y="17667"/>
                      <a:pt x="16218" y="11580"/>
                    </a:cubicBezTo>
                    <a:cubicBezTo>
                      <a:pt x="12142" y="5449"/>
                      <a:pt x="5774" y="1049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3119332" y="4744852"/>
                <a:ext cx="66370" cy="212707"/>
              </a:xfrm>
              <a:custGeom>
                <a:rect b="b" l="l" r="r" t="t"/>
                <a:pathLst>
                  <a:path extrusionOk="0" h="58276" w="15067">
                    <a:moveTo>
                      <a:pt x="11" y="11"/>
                    </a:moveTo>
                    <a:cubicBezTo>
                      <a:pt x="227" y="9320"/>
                      <a:pt x="1373" y="19256"/>
                      <a:pt x="2357" y="29203"/>
                    </a:cubicBezTo>
                    <a:cubicBezTo>
                      <a:pt x="3384" y="39150"/>
                      <a:pt x="4238" y="49119"/>
                      <a:pt x="5882" y="58276"/>
                    </a:cubicBezTo>
                    <a:lnTo>
                      <a:pt x="5882" y="58276"/>
                    </a:lnTo>
                    <a:cubicBezTo>
                      <a:pt x="9050" y="54892"/>
                      <a:pt x="11666" y="50286"/>
                      <a:pt x="13255" y="44999"/>
                    </a:cubicBezTo>
                    <a:cubicBezTo>
                      <a:pt x="14856" y="39712"/>
                      <a:pt x="15429" y="33777"/>
                      <a:pt x="14845" y="27938"/>
                    </a:cubicBezTo>
                    <a:cubicBezTo>
                      <a:pt x="14250" y="22099"/>
                      <a:pt x="12509" y="16391"/>
                      <a:pt x="9882" y="11536"/>
                    </a:cubicBezTo>
                    <a:cubicBezTo>
                      <a:pt x="7266" y="6671"/>
                      <a:pt x="3784" y="2671"/>
                      <a:pt x="0" y="0"/>
                    </a:cubicBez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3155134" y="4847812"/>
                <a:ext cx="229082" cy="111741"/>
              </a:xfrm>
              <a:custGeom>
                <a:rect b="b" l="l" r="r" t="t"/>
                <a:pathLst>
                  <a:path extrusionOk="0" h="30614" w="52005">
                    <a:moveTo>
                      <a:pt x="52005" y="3174"/>
                    </a:moveTo>
                    <a:cubicBezTo>
                      <a:pt x="47821" y="990"/>
                      <a:pt x="42448" y="-200"/>
                      <a:pt x="36717" y="28"/>
                    </a:cubicBezTo>
                    <a:cubicBezTo>
                      <a:pt x="30998" y="233"/>
                      <a:pt x="24965" y="1855"/>
                      <a:pt x="19570" y="4699"/>
                    </a:cubicBezTo>
                    <a:cubicBezTo>
                      <a:pt x="14175" y="7553"/>
                      <a:pt x="9439" y="11618"/>
                      <a:pt x="6033" y="16224"/>
                    </a:cubicBezTo>
                    <a:cubicBezTo>
                      <a:pt x="2616" y="20819"/>
                      <a:pt x="562" y="25933"/>
                      <a:pt x="0" y="30614"/>
                    </a:cubicBezTo>
                    <a:lnTo>
                      <a:pt x="0" y="30614"/>
                    </a:lnTo>
                    <a:cubicBezTo>
                      <a:pt x="8239" y="25879"/>
                      <a:pt x="16715" y="20668"/>
                      <a:pt x="25548" y="16029"/>
                    </a:cubicBezTo>
                    <a:cubicBezTo>
                      <a:pt x="34360" y="11358"/>
                      <a:pt x="43453" y="7304"/>
                      <a:pt x="52005" y="3174"/>
                    </a:cubicBezTo>
                    <a:lnTo>
                      <a:pt x="52005" y="317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7" name="Google Shape;747;p16"/>
          <p:cNvSpPr/>
          <p:nvPr>
            <p:ph idx="2" type="pic"/>
          </p:nvPr>
        </p:nvSpPr>
        <p:spPr>
          <a:xfrm>
            <a:off x="713225" y="539500"/>
            <a:ext cx="4839000" cy="2494500"/>
          </a:xfrm>
          <a:prstGeom prst="rect">
            <a:avLst/>
          </a:prstGeom>
          <a:noFill/>
          <a:ln>
            <a:noFill/>
          </a:ln>
        </p:spPr>
      </p:sp>
      <p:sp>
        <p:nvSpPr>
          <p:cNvPr id="748" name="Google Shape;748;p16"/>
          <p:cNvSpPr/>
          <p:nvPr>
            <p:ph idx="3" type="pic"/>
          </p:nvPr>
        </p:nvSpPr>
        <p:spPr>
          <a:xfrm>
            <a:off x="5753775" y="539500"/>
            <a:ext cx="2676900" cy="39051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16"/>
          <p:cNvSpPr txBox="1"/>
          <p:nvPr>
            <p:ph type="title"/>
          </p:nvPr>
        </p:nvSpPr>
        <p:spPr>
          <a:xfrm>
            <a:off x="713225" y="3335350"/>
            <a:ext cx="4575000" cy="5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0" name="Google Shape;750;p16"/>
          <p:cNvSpPr txBox="1"/>
          <p:nvPr>
            <p:ph idx="1" type="subTitle"/>
          </p:nvPr>
        </p:nvSpPr>
        <p:spPr>
          <a:xfrm>
            <a:off x="713225" y="3822800"/>
            <a:ext cx="45750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2" name="Google Shape;752;p17"/>
          <p:cNvGrpSpPr/>
          <p:nvPr/>
        </p:nvGrpSpPr>
        <p:grpSpPr>
          <a:xfrm>
            <a:off x="25" y="0"/>
            <a:ext cx="9508628" cy="5143797"/>
            <a:chOff x="25" y="0"/>
            <a:chExt cx="9508628" cy="5143797"/>
          </a:xfrm>
        </p:grpSpPr>
        <p:grpSp>
          <p:nvGrpSpPr>
            <p:cNvPr id="753" name="Google Shape;753;p17"/>
            <p:cNvGrpSpPr/>
            <p:nvPr/>
          </p:nvGrpSpPr>
          <p:grpSpPr>
            <a:xfrm>
              <a:off x="25" y="0"/>
              <a:ext cx="9508628" cy="2092024"/>
              <a:chOff x="25" y="0"/>
              <a:chExt cx="9508628" cy="2092024"/>
            </a:xfrm>
          </p:grpSpPr>
          <p:grpSp>
            <p:nvGrpSpPr>
              <p:cNvPr id="754" name="Google Shape;754;p17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755" name="Google Shape;755;p17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6" name="Google Shape;756;p17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7" name="Google Shape;757;p17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8" name="Google Shape;758;p17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759" name="Google Shape;759;p17"/>
              <p:cNvSpPr/>
              <p:nvPr/>
            </p:nvSpPr>
            <p:spPr>
              <a:xfrm>
                <a:off x="8598840" y="1978078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0" name="Google Shape;760;p17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grpSp>
            <p:nvGrpSpPr>
              <p:cNvPr id="761" name="Google Shape;761;p17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762" name="Google Shape;762;p17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17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" name="Google Shape;764;p17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17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6" name="Google Shape;766;p17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7" name="Google Shape;767;p17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8" name="Google Shape;768;p17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769" name="Google Shape;769;p17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17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17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2" name="Google Shape;772;p17"/>
              <p:cNvGrpSpPr/>
              <p:nvPr/>
            </p:nvGrpSpPr>
            <p:grpSpPr>
              <a:xfrm>
                <a:off x="7148396" y="4794866"/>
                <a:ext cx="363460" cy="179560"/>
                <a:chOff x="2652596" y="4794866"/>
                <a:chExt cx="363460" cy="179560"/>
              </a:xfrm>
            </p:grpSpPr>
            <p:sp>
              <p:nvSpPr>
                <p:cNvPr id="773" name="Google Shape;773;p17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4" name="Google Shape;774;p17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5" name="Google Shape;775;p17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76" name="Google Shape;776;p17"/>
              <p:cNvGrpSpPr/>
              <p:nvPr/>
            </p:nvGrpSpPr>
            <p:grpSpPr>
              <a:xfrm>
                <a:off x="75510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777" name="Google Shape;777;p17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8" name="Google Shape;778;p17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9" name="Google Shape;779;p17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80" name="Google Shape;780;p17"/>
          <p:cNvSpPr/>
          <p:nvPr>
            <p:ph idx="2" type="pic"/>
          </p:nvPr>
        </p:nvSpPr>
        <p:spPr>
          <a:xfrm flipH="1">
            <a:off x="5753875" y="539500"/>
            <a:ext cx="2676900" cy="3905100"/>
          </a:xfrm>
          <a:prstGeom prst="rect">
            <a:avLst/>
          </a:prstGeom>
          <a:noFill/>
          <a:ln>
            <a:noFill/>
          </a:ln>
        </p:spPr>
      </p:sp>
      <p:sp>
        <p:nvSpPr>
          <p:cNvPr id="781" name="Google Shape;781;p17"/>
          <p:cNvSpPr/>
          <p:nvPr>
            <p:ph idx="3" type="pic"/>
          </p:nvPr>
        </p:nvSpPr>
        <p:spPr>
          <a:xfrm flipH="1">
            <a:off x="713268" y="2583279"/>
            <a:ext cx="4839000" cy="1861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7"/>
          <p:cNvSpPr/>
          <p:nvPr>
            <p:ph idx="4" type="pic"/>
          </p:nvPr>
        </p:nvSpPr>
        <p:spPr>
          <a:xfrm flipH="1">
            <a:off x="3233550" y="539500"/>
            <a:ext cx="2318700" cy="1842300"/>
          </a:xfrm>
          <a:prstGeom prst="rect">
            <a:avLst/>
          </a:prstGeom>
          <a:noFill/>
          <a:ln>
            <a:noFill/>
          </a:ln>
        </p:spPr>
      </p:sp>
      <p:sp>
        <p:nvSpPr>
          <p:cNvPr id="783" name="Google Shape;783;p17"/>
          <p:cNvSpPr txBox="1"/>
          <p:nvPr>
            <p:ph type="title"/>
          </p:nvPr>
        </p:nvSpPr>
        <p:spPr>
          <a:xfrm>
            <a:off x="713225" y="400950"/>
            <a:ext cx="2056800" cy="114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4" name="Google Shape;784;p17"/>
          <p:cNvSpPr txBox="1"/>
          <p:nvPr>
            <p:ph idx="1" type="subTitle"/>
          </p:nvPr>
        </p:nvSpPr>
        <p:spPr>
          <a:xfrm>
            <a:off x="713225" y="1449950"/>
            <a:ext cx="20568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786;p18"/>
          <p:cNvGrpSpPr/>
          <p:nvPr/>
        </p:nvGrpSpPr>
        <p:grpSpPr>
          <a:xfrm>
            <a:off x="25" y="0"/>
            <a:ext cx="9150776" cy="5143797"/>
            <a:chOff x="25" y="0"/>
            <a:chExt cx="9150776" cy="5143797"/>
          </a:xfrm>
        </p:grpSpPr>
        <p:grpSp>
          <p:nvGrpSpPr>
            <p:cNvPr id="787" name="Google Shape;787;p18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788" name="Google Shape;788;p18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792" name="Google Shape;792;p18"/>
            <p:cNvGrpSpPr/>
            <p:nvPr/>
          </p:nvGrpSpPr>
          <p:grpSpPr>
            <a:xfrm>
              <a:off x="43" y="4603847"/>
              <a:ext cx="9144293" cy="539950"/>
              <a:chOff x="43" y="4603847"/>
              <a:chExt cx="9144293" cy="539950"/>
            </a:xfrm>
          </p:grpSpPr>
          <p:grpSp>
            <p:nvGrpSpPr>
              <p:cNvPr id="793" name="Google Shape;793;p18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794" name="Google Shape;794;p18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8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8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18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18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18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18"/>
              <p:cNvGrpSpPr/>
              <p:nvPr/>
            </p:nvGrpSpPr>
            <p:grpSpPr>
              <a:xfrm flipH="1">
                <a:off x="8773603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801" name="Google Shape;801;p18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18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3" name="Google Shape;803;p18"/>
              <p:cNvGrpSpPr/>
              <p:nvPr/>
            </p:nvGrpSpPr>
            <p:grpSpPr>
              <a:xfrm flipH="1">
                <a:off x="8386608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804" name="Google Shape;804;p18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18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6" name="Google Shape;806;p18"/>
              <p:cNvGrpSpPr/>
              <p:nvPr/>
            </p:nvGrpSpPr>
            <p:grpSpPr>
              <a:xfrm flipH="1">
                <a:off x="4634816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807" name="Google Shape;807;p18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18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18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0" name="Google Shape;810;p18"/>
              <p:cNvGrpSpPr/>
              <p:nvPr/>
            </p:nvGrpSpPr>
            <p:grpSpPr>
              <a:xfrm flipH="1">
                <a:off x="741006" y="4794866"/>
                <a:ext cx="363460" cy="179560"/>
                <a:chOff x="2652596" y="4794866"/>
                <a:chExt cx="363460" cy="179560"/>
              </a:xfrm>
            </p:grpSpPr>
            <p:sp>
              <p:nvSpPr>
                <p:cNvPr id="811" name="Google Shape;811;p18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18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18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18"/>
              <p:cNvGrpSpPr/>
              <p:nvPr/>
            </p:nvGrpSpPr>
            <p:grpSpPr>
              <a:xfrm flipH="1">
                <a:off x="372846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815" name="Google Shape;815;p18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18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18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8" name="Google Shape;818;p18"/>
              <p:cNvGrpSpPr/>
              <p:nvPr/>
            </p:nvGrpSpPr>
            <p:grpSpPr>
              <a:xfrm flipH="1">
                <a:off x="140521" y="4794745"/>
                <a:ext cx="181242" cy="177466"/>
                <a:chOff x="3435299" y="4794745"/>
                <a:chExt cx="181242" cy="177466"/>
              </a:xfrm>
            </p:grpSpPr>
            <p:sp>
              <p:nvSpPr>
                <p:cNvPr id="819" name="Google Shape;819;p18"/>
                <p:cNvSpPr/>
                <p:nvPr/>
              </p:nvSpPr>
              <p:spPr>
                <a:xfrm>
                  <a:off x="3435299" y="4796402"/>
                  <a:ext cx="137643" cy="175810"/>
                </a:xfrm>
                <a:custGeom>
                  <a:rect b="b" l="l" r="r" t="t"/>
                  <a:pathLst>
                    <a:path extrusionOk="0" h="48167" w="31247">
                      <a:moveTo>
                        <a:pt x="0" y="11"/>
                      </a:moveTo>
                      <a:cubicBezTo>
                        <a:pt x="3589" y="8239"/>
                        <a:pt x="8682" y="16661"/>
                        <a:pt x="13926" y="24954"/>
                      </a:cubicBezTo>
                      <a:cubicBezTo>
                        <a:pt x="19202" y="33225"/>
                        <a:pt x="24651" y="41410"/>
                        <a:pt x="30576" y="48167"/>
                      </a:cubicBezTo>
                      <a:lnTo>
                        <a:pt x="30576" y="48167"/>
                      </a:lnTo>
                      <a:cubicBezTo>
                        <a:pt x="31517" y="43788"/>
                        <a:pt x="31484" y="38729"/>
                        <a:pt x="30381" y="33571"/>
                      </a:cubicBezTo>
                      <a:cubicBezTo>
                        <a:pt x="29300" y="28414"/>
                        <a:pt x="27149" y="23170"/>
                        <a:pt x="24164" y="18456"/>
                      </a:cubicBezTo>
                      <a:cubicBezTo>
                        <a:pt x="21170" y="13742"/>
                        <a:pt x="17342" y="9569"/>
                        <a:pt x="13136" y="6390"/>
                      </a:cubicBezTo>
                      <a:cubicBezTo>
                        <a:pt x="8931" y="3200"/>
                        <a:pt x="4368" y="1016"/>
                        <a:pt x="11" y="0"/>
                      </a:cubicBez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18"/>
                <p:cNvSpPr/>
                <p:nvPr/>
              </p:nvSpPr>
              <p:spPr>
                <a:xfrm>
                  <a:off x="3566765" y="4794745"/>
                  <a:ext cx="49776" cy="173915"/>
                </a:xfrm>
                <a:custGeom>
                  <a:rect b="b" l="l" r="r" t="t"/>
                  <a:pathLst>
                    <a:path extrusionOk="0" h="47648" w="11300">
                      <a:moveTo>
                        <a:pt x="1054" y="0"/>
                      </a:moveTo>
                      <a:cubicBezTo>
                        <a:pt x="1822" y="7579"/>
                        <a:pt x="1552" y="15213"/>
                        <a:pt x="925" y="23278"/>
                      </a:cubicBezTo>
                      <a:cubicBezTo>
                        <a:pt x="308" y="31301"/>
                        <a:pt x="-665" y="40102"/>
                        <a:pt x="665" y="47648"/>
                      </a:cubicBezTo>
                      <a:lnTo>
                        <a:pt x="665" y="47648"/>
                      </a:lnTo>
                      <a:cubicBezTo>
                        <a:pt x="3282" y="44891"/>
                        <a:pt x="5671" y="41496"/>
                        <a:pt x="7563" y="37506"/>
                      </a:cubicBezTo>
                      <a:cubicBezTo>
                        <a:pt x="9444" y="33528"/>
                        <a:pt x="10817" y="28922"/>
                        <a:pt x="11196" y="24078"/>
                      </a:cubicBezTo>
                      <a:cubicBezTo>
                        <a:pt x="11585" y="19213"/>
                        <a:pt x="10893" y="14174"/>
                        <a:pt x="9077" y="9839"/>
                      </a:cubicBezTo>
                      <a:cubicBezTo>
                        <a:pt x="7293" y="5493"/>
                        <a:pt x="4330" y="1935"/>
                        <a:pt x="1054" y="0"/>
                      </a:cubicBezTo>
                      <a:lnTo>
                        <a:pt x="10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18"/>
              <p:cNvGrpSpPr/>
              <p:nvPr/>
            </p:nvGrpSpPr>
            <p:grpSpPr>
              <a:xfrm flipH="1">
                <a:off x="4259046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822" name="Google Shape;822;p18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18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18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825" name="Google Shape;825;p18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6" name="Google Shape;826;p18"/>
          <p:cNvSpPr txBox="1"/>
          <p:nvPr>
            <p:ph idx="1" type="body"/>
          </p:nvPr>
        </p:nvSpPr>
        <p:spPr>
          <a:xfrm>
            <a:off x="713250" y="1257575"/>
            <a:ext cx="7717500" cy="23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19"/>
          <p:cNvGrpSpPr/>
          <p:nvPr/>
        </p:nvGrpSpPr>
        <p:grpSpPr>
          <a:xfrm>
            <a:off x="-313410" y="0"/>
            <a:ext cx="9653988" cy="5143797"/>
            <a:chOff x="-313410" y="0"/>
            <a:chExt cx="9653988" cy="5143797"/>
          </a:xfrm>
        </p:grpSpPr>
        <p:grpSp>
          <p:nvGrpSpPr>
            <p:cNvPr id="829" name="Google Shape;829;p19"/>
            <p:cNvGrpSpPr/>
            <p:nvPr/>
          </p:nvGrpSpPr>
          <p:grpSpPr>
            <a:xfrm>
              <a:off x="25" y="0"/>
              <a:ext cx="9150776" cy="1135213"/>
              <a:chOff x="24" y="0"/>
              <a:chExt cx="9150776" cy="2380400"/>
            </a:xfrm>
          </p:grpSpPr>
          <p:sp>
            <p:nvSpPr>
              <p:cNvPr id="830" name="Google Shape;830;p19"/>
              <p:cNvSpPr/>
              <p:nvPr/>
            </p:nvSpPr>
            <p:spPr>
              <a:xfrm>
                <a:off x="68" y="4"/>
                <a:ext cx="9144287" cy="1894248"/>
              </a:xfrm>
              <a:custGeom>
                <a:rect b="b" l="l" r="r" t="t"/>
                <a:pathLst>
                  <a:path extrusionOk="0" h="51897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518972"/>
                    </a:lnTo>
                    <a:lnTo>
                      <a:pt x="0" y="5189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4" y="391542"/>
                <a:ext cx="9144287" cy="1502446"/>
              </a:xfrm>
              <a:custGeom>
                <a:rect b="b" l="l" r="r" t="t"/>
                <a:pathLst>
                  <a:path extrusionOk="0" h="411629" w="2075888">
                    <a:moveTo>
                      <a:pt x="1512490" y="168188"/>
                    </a:moveTo>
                    <a:cubicBezTo>
                      <a:pt x="1304772" y="184471"/>
                      <a:pt x="1124569" y="8172"/>
                      <a:pt x="916353" y="280"/>
                    </a:cubicBezTo>
                    <a:cubicBezTo>
                      <a:pt x="806191" y="-3894"/>
                      <a:pt x="700677" y="39646"/>
                      <a:pt x="593423" y="65162"/>
                    </a:cubicBezTo>
                    <a:cubicBezTo>
                      <a:pt x="397576" y="111751"/>
                      <a:pt x="187738" y="97089"/>
                      <a:pt x="0" y="24585"/>
                    </a:cubicBezTo>
                    <a:lnTo>
                      <a:pt x="0" y="411630"/>
                    </a:lnTo>
                    <a:lnTo>
                      <a:pt x="2075888" y="411630"/>
                    </a:lnTo>
                    <a:lnTo>
                      <a:pt x="2075888" y="16054"/>
                    </a:lnTo>
                    <a:cubicBezTo>
                      <a:pt x="1989771" y="15924"/>
                      <a:pt x="1903611" y="30758"/>
                      <a:pt x="1822706" y="60307"/>
                    </a:cubicBezTo>
                    <a:cubicBezTo>
                      <a:pt x="1719398" y="98030"/>
                      <a:pt x="1622123" y="159593"/>
                      <a:pt x="1512479" y="1681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4" y="0"/>
                <a:ext cx="9144335" cy="1009561"/>
              </a:xfrm>
              <a:custGeom>
                <a:rect b="b" l="l" r="r" t="t"/>
                <a:pathLst>
                  <a:path extrusionOk="0" h="276592" w="2075899">
                    <a:moveTo>
                      <a:pt x="2047237" y="0"/>
                    </a:moveTo>
                    <a:cubicBezTo>
                      <a:pt x="1967272" y="13429"/>
                      <a:pt x="1888085" y="45389"/>
                      <a:pt x="1813083" y="77857"/>
                    </a:cubicBezTo>
                    <a:cubicBezTo>
                      <a:pt x="1688584" y="131743"/>
                      <a:pt x="1556138" y="189285"/>
                      <a:pt x="1422157" y="167942"/>
                    </a:cubicBezTo>
                    <a:cubicBezTo>
                      <a:pt x="1301658" y="148740"/>
                      <a:pt x="1197323" y="67532"/>
                      <a:pt x="1076359" y="51541"/>
                    </a:cubicBezTo>
                    <a:cubicBezTo>
                      <a:pt x="954541" y="35431"/>
                      <a:pt x="835459" y="87252"/>
                      <a:pt x="715208" y="112498"/>
                    </a:cubicBezTo>
                    <a:cubicBezTo>
                      <a:pt x="503133" y="157033"/>
                      <a:pt x="274504" y="115190"/>
                      <a:pt x="91145" y="0"/>
                    </a:cubicBezTo>
                    <a:lnTo>
                      <a:pt x="0" y="0"/>
                    </a:lnTo>
                    <a:lnTo>
                      <a:pt x="0" y="131927"/>
                    </a:lnTo>
                    <a:cubicBezTo>
                      <a:pt x="187738" y="204421"/>
                      <a:pt x="397576" y="219082"/>
                      <a:pt x="593423" y="172504"/>
                    </a:cubicBezTo>
                    <a:cubicBezTo>
                      <a:pt x="700677" y="146988"/>
                      <a:pt x="806191" y="103449"/>
                      <a:pt x="916353" y="107622"/>
                    </a:cubicBezTo>
                    <a:cubicBezTo>
                      <a:pt x="1124559" y="115504"/>
                      <a:pt x="1304761" y="291814"/>
                      <a:pt x="1512490" y="275531"/>
                    </a:cubicBezTo>
                    <a:cubicBezTo>
                      <a:pt x="1622134" y="266936"/>
                      <a:pt x="1719409" y="205373"/>
                      <a:pt x="1822717" y="167650"/>
                    </a:cubicBezTo>
                    <a:cubicBezTo>
                      <a:pt x="1903622" y="138112"/>
                      <a:pt x="1989782" y="123267"/>
                      <a:pt x="2075899" y="123397"/>
                    </a:cubicBezTo>
                    <a:lnTo>
                      <a:pt x="2075899" y="0"/>
                    </a:lnTo>
                    <a:lnTo>
                      <a:pt x="2047248" y="0"/>
                    </a:lnTo>
                    <a:close/>
                  </a:path>
                </a:pathLst>
              </a:custGeom>
              <a:solidFill>
                <a:srgbClr val="D0EDFE">
                  <a:alpha val="3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9"/>
              <p:cNvSpPr/>
              <p:nvPr/>
            </p:nvSpPr>
            <p:spPr>
              <a:xfrm>
                <a:off x="6500" y="1645400"/>
                <a:ext cx="9144300" cy="73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834" name="Google Shape;834;p19"/>
            <p:cNvGrpSpPr/>
            <p:nvPr/>
          </p:nvGrpSpPr>
          <p:grpSpPr>
            <a:xfrm flipH="1">
              <a:off x="43" y="4603847"/>
              <a:ext cx="9144293" cy="539950"/>
              <a:chOff x="43" y="4603847"/>
              <a:chExt cx="9144293" cy="539950"/>
            </a:xfrm>
          </p:grpSpPr>
          <p:sp>
            <p:nvSpPr>
              <p:cNvPr id="835" name="Google Shape;835;p19"/>
              <p:cNvSpPr/>
              <p:nvPr/>
            </p:nvSpPr>
            <p:spPr>
              <a:xfrm>
                <a:off x="50" y="460384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50" y="4603997"/>
                <a:ext cx="9144287" cy="539799"/>
              </a:xfrm>
              <a:custGeom>
                <a:rect b="b" l="l" r="r" t="t"/>
                <a:pathLst>
                  <a:path extrusionOk="0" h="21168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211687"/>
                    </a:lnTo>
                    <a:lnTo>
                      <a:pt x="0" y="211687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19"/>
              <p:cNvSpPr/>
              <p:nvPr/>
            </p:nvSpPr>
            <p:spPr>
              <a:xfrm>
                <a:off x="50" y="4724379"/>
                <a:ext cx="9144287" cy="419345"/>
              </a:xfrm>
              <a:custGeom>
                <a:rect b="b" l="l" r="r" t="t"/>
                <a:pathLst>
                  <a:path extrusionOk="0" h="164449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64450"/>
                    </a:lnTo>
                    <a:lnTo>
                      <a:pt x="0" y="164450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9"/>
              <p:cNvSpPr/>
              <p:nvPr/>
            </p:nvSpPr>
            <p:spPr>
              <a:xfrm>
                <a:off x="50" y="4843220"/>
                <a:ext cx="9144287" cy="300405"/>
              </a:xfrm>
              <a:custGeom>
                <a:rect b="b" l="l" r="r" t="t"/>
                <a:pathLst>
                  <a:path extrusionOk="0" h="11780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17806"/>
                    </a:lnTo>
                    <a:lnTo>
                      <a:pt x="0" y="117806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9"/>
              <p:cNvSpPr/>
              <p:nvPr/>
            </p:nvSpPr>
            <p:spPr>
              <a:xfrm>
                <a:off x="43" y="4905855"/>
                <a:ext cx="9144287" cy="237491"/>
              </a:xfrm>
              <a:custGeom>
                <a:rect b="b" l="l" r="r" t="t"/>
                <a:pathLst>
                  <a:path extrusionOk="0" h="65066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65066"/>
                    </a:lnTo>
                    <a:lnTo>
                      <a:pt x="0" y="6506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19"/>
              <p:cNvGrpSpPr/>
              <p:nvPr/>
            </p:nvGrpSpPr>
            <p:grpSpPr>
              <a:xfrm>
                <a:off x="206231" y="4759958"/>
                <a:ext cx="339829" cy="252642"/>
                <a:chOff x="206231" y="4759958"/>
                <a:chExt cx="339829" cy="252642"/>
              </a:xfrm>
            </p:grpSpPr>
            <p:sp>
              <p:nvSpPr>
                <p:cNvPr id="842" name="Google Shape;842;p19"/>
                <p:cNvSpPr/>
                <p:nvPr/>
              </p:nvSpPr>
              <p:spPr>
                <a:xfrm>
                  <a:off x="279046" y="4766784"/>
                  <a:ext cx="267013" cy="245817"/>
                </a:xfrm>
                <a:custGeom>
                  <a:rect b="b" l="l" r="r" t="t"/>
                  <a:pathLst>
                    <a:path extrusionOk="0" h="67347" w="60616">
                      <a:moveTo>
                        <a:pt x="60606" y="0"/>
                      </a:moveTo>
                      <a:cubicBezTo>
                        <a:pt x="53546" y="638"/>
                        <a:pt x="45924" y="3005"/>
                        <a:pt x="38604" y="6973"/>
                      </a:cubicBezTo>
                      <a:cubicBezTo>
                        <a:pt x="31284" y="10920"/>
                        <a:pt x="24289" y="16434"/>
                        <a:pt x="18407" y="22975"/>
                      </a:cubicBezTo>
                      <a:cubicBezTo>
                        <a:pt x="12526" y="29516"/>
                        <a:pt x="7768" y="37052"/>
                        <a:pt x="4622" y="44740"/>
                      </a:cubicBezTo>
                      <a:cubicBezTo>
                        <a:pt x="1454" y="52427"/>
                        <a:pt x="-103" y="60265"/>
                        <a:pt x="5" y="67347"/>
                      </a:cubicBezTo>
                      <a:lnTo>
                        <a:pt x="5" y="67347"/>
                      </a:lnTo>
                      <a:cubicBezTo>
                        <a:pt x="5" y="67347"/>
                        <a:pt x="5" y="67347"/>
                        <a:pt x="5" y="67347"/>
                      </a:cubicBezTo>
                      <a:cubicBezTo>
                        <a:pt x="11293" y="58687"/>
                        <a:pt x="22202" y="47410"/>
                        <a:pt x="32690" y="35820"/>
                      </a:cubicBezTo>
                      <a:cubicBezTo>
                        <a:pt x="43123" y="24175"/>
                        <a:pt x="53178" y="12131"/>
                        <a:pt x="60617" y="0"/>
                      </a:cubicBezTo>
                      <a:lnTo>
                        <a:pt x="60617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19"/>
                <p:cNvSpPr/>
                <p:nvPr/>
              </p:nvSpPr>
              <p:spPr>
                <a:xfrm>
                  <a:off x="206231" y="4759958"/>
                  <a:ext cx="124824" cy="239977"/>
                </a:xfrm>
                <a:custGeom>
                  <a:rect b="b" l="l" r="r" t="t"/>
                  <a:pathLst>
                    <a:path extrusionOk="0" h="65747" w="28337">
                      <a:moveTo>
                        <a:pt x="0" y="11"/>
                      </a:moveTo>
                      <a:cubicBezTo>
                        <a:pt x="1633" y="10952"/>
                        <a:pt x="5481" y="22683"/>
                        <a:pt x="9990" y="34101"/>
                      </a:cubicBezTo>
                      <a:cubicBezTo>
                        <a:pt x="14553" y="45507"/>
                        <a:pt x="19807" y="56676"/>
                        <a:pt x="26132" y="65747"/>
                      </a:cubicBezTo>
                      <a:lnTo>
                        <a:pt x="26132" y="65747"/>
                      </a:lnTo>
                      <a:cubicBezTo>
                        <a:pt x="29700" y="55314"/>
                        <a:pt x="28933" y="41182"/>
                        <a:pt x="23873" y="28576"/>
                      </a:cubicBezTo>
                      <a:cubicBezTo>
                        <a:pt x="18899" y="15936"/>
                        <a:pt x="9752" y="5146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4" name="Google Shape;844;p19"/>
              <p:cNvGrpSpPr/>
              <p:nvPr/>
            </p:nvGrpSpPr>
            <p:grpSpPr>
              <a:xfrm>
                <a:off x="609226" y="4765719"/>
                <a:ext cx="323828" cy="223114"/>
                <a:chOff x="609226" y="4765719"/>
                <a:chExt cx="323828" cy="223114"/>
              </a:xfrm>
            </p:grpSpPr>
            <p:sp>
              <p:nvSpPr>
                <p:cNvPr id="845" name="Google Shape;845;p19"/>
                <p:cNvSpPr/>
                <p:nvPr/>
              </p:nvSpPr>
              <p:spPr>
                <a:xfrm>
                  <a:off x="609226" y="4765719"/>
                  <a:ext cx="146206" cy="203907"/>
                </a:xfrm>
                <a:custGeom>
                  <a:rect b="b" l="l" r="r" t="t"/>
                  <a:pathLst>
                    <a:path extrusionOk="0" h="55865" w="33191">
                      <a:moveTo>
                        <a:pt x="33191" y="11"/>
                      </a:moveTo>
                      <a:cubicBezTo>
                        <a:pt x="28412" y="1654"/>
                        <a:pt x="23525" y="4184"/>
                        <a:pt x="18865" y="7720"/>
                      </a:cubicBezTo>
                      <a:cubicBezTo>
                        <a:pt x="14216" y="11244"/>
                        <a:pt x="9783" y="15829"/>
                        <a:pt x="6356" y="21310"/>
                      </a:cubicBezTo>
                      <a:cubicBezTo>
                        <a:pt x="2929" y="26803"/>
                        <a:pt x="658" y="33160"/>
                        <a:pt x="128" y="39377"/>
                      </a:cubicBezTo>
                      <a:cubicBezTo>
                        <a:pt x="-434" y="45594"/>
                        <a:pt x="874" y="51584"/>
                        <a:pt x="3556" y="55865"/>
                      </a:cubicBezTo>
                      <a:lnTo>
                        <a:pt x="3556" y="55865"/>
                      </a:lnTo>
                      <a:cubicBezTo>
                        <a:pt x="7286" y="46470"/>
                        <a:pt x="12281" y="37658"/>
                        <a:pt x="17957" y="28543"/>
                      </a:cubicBezTo>
                      <a:cubicBezTo>
                        <a:pt x="20801" y="23981"/>
                        <a:pt x="23806" y="19310"/>
                        <a:pt x="26531" y="14521"/>
                      </a:cubicBezTo>
                      <a:cubicBezTo>
                        <a:pt x="29256" y="9741"/>
                        <a:pt x="31678" y="4833"/>
                        <a:pt x="33191" y="0"/>
                      </a:cubicBezTo>
                      <a:lnTo>
                        <a:pt x="3319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6" name="Google Shape;846;p19"/>
                <p:cNvSpPr/>
                <p:nvPr/>
              </p:nvSpPr>
              <p:spPr>
                <a:xfrm>
                  <a:off x="665587" y="4790346"/>
                  <a:ext cx="267467" cy="198487"/>
                </a:xfrm>
                <a:custGeom>
                  <a:rect b="b" l="l" r="r" t="t"/>
                  <a:pathLst>
                    <a:path extrusionOk="0" h="54380" w="60719">
                      <a:moveTo>
                        <a:pt x="60709" y="180"/>
                      </a:moveTo>
                      <a:cubicBezTo>
                        <a:pt x="54319" y="-437"/>
                        <a:pt x="47075" y="526"/>
                        <a:pt x="39918" y="3142"/>
                      </a:cubicBezTo>
                      <a:cubicBezTo>
                        <a:pt x="32760" y="5737"/>
                        <a:pt x="25711" y="9954"/>
                        <a:pt x="19678" y="15327"/>
                      </a:cubicBezTo>
                      <a:cubicBezTo>
                        <a:pt x="13655" y="20712"/>
                        <a:pt x="8660" y="27231"/>
                        <a:pt x="5287" y="34053"/>
                      </a:cubicBezTo>
                      <a:cubicBezTo>
                        <a:pt x="1881" y="40876"/>
                        <a:pt x="97" y="47958"/>
                        <a:pt x="0" y="54380"/>
                      </a:cubicBezTo>
                      <a:lnTo>
                        <a:pt x="0" y="54380"/>
                      </a:lnTo>
                      <a:cubicBezTo>
                        <a:pt x="10466" y="46855"/>
                        <a:pt x="20856" y="37557"/>
                        <a:pt x="31268" y="28302"/>
                      </a:cubicBezTo>
                      <a:cubicBezTo>
                        <a:pt x="41637" y="19003"/>
                        <a:pt x="52059" y="9727"/>
                        <a:pt x="60720" y="180"/>
                      </a:cubicBezTo>
                      <a:lnTo>
                        <a:pt x="60720" y="180"/>
                      </a:lnTo>
                      <a:lnTo>
                        <a:pt x="60720" y="18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47" name="Google Shape;847;p19"/>
              <p:cNvGrpSpPr/>
              <p:nvPr/>
            </p:nvGrpSpPr>
            <p:grpSpPr>
              <a:xfrm>
                <a:off x="1292902" y="4770096"/>
                <a:ext cx="343944" cy="212303"/>
                <a:chOff x="1292902" y="4770096"/>
                <a:chExt cx="343944" cy="212303"/>
              </a:xfrm>
            </p:grpSpPr>
            <p:sp>
              <p:nvSpPr>
                <p:cNvPr id="848" name="Google Shape;848;p19"/>
                <p:cNvSpPr/>
                <p:nvPr/>
              </p:nvSpPr>
              <p:spPr>
                <a:xfrm>
                  <a:off x="1292902" y="4770096"/>
                  <a:ext cx="119265" cy="188909"/>
                </a:xfrm>
                <a:custGeom>
                  <a:rect b="b" l="l" r="r" t="t"/>
                  <a:pathLst>
                    <a:path extrusionOk="0" h="51756" w="27075">
                      <a:moveTo>
                        <a:pt x="0" y="0"/>
                      </a:moveTo>
                      <a:cubicBezTo>
                        <a:pt x="1589" y="8909"/>
                        <a:pt x="5395" y="18478"/>
                        <a:pt x="10044" y="27560"/>
                      </a:cubicBezTo>
                      <a:cubicBezTo>
                        <a:pt x="14726" y="36631"/>
                        <a:pt x="20294" y="45280"/>
                        <a:pt x="26619" y="51757"/>
                      </a:cubicBezTo>
                      <a:lnTo>
                        <a:pt x="26619" y="51757"/>
                      </a:lnTo>
                      <a:cubicBezTo>
                        <a:pt x="28089" y="42837"/>
                        <a:pt x="25959" y="31711"/>
                        <a:pt x="20921" y="21970"/>
                      </a:cubicBezTo>
                      <a:cubicBezTo>
                        <a:pt x="15926" y="12207"/>
                        <a:pt x="8109" y="4001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9" name="Google Shape;849;p19"/>
                <p:cNvSpPr/>
                <p:nvPr/>
              </p:nvSpPr>
              <p:spPr>
                <a:xfrm>
                  <a:off x="141874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0" name="Google Shape;850;p19"/>
                <p:cNvSpPr/>
                <p:nvPr/>
              </p:nvSpPr>
              <p:spPr>
                <a:xfrm>
                  <a:off x="1438383" y="4787570"/>
                  <a:ext cx="198463" cy="194830"/>
                </a:xfrm>
                <a:custGeom>
                  <a:rect b="b" l="l" r="r" t="t"/>
                  <a:pathLst>
                    <a:path extrusionOk="0" h="53378" w="45054">
                      <a:moveTo>
                        <a:pt x="45054" y="0"/>
                      </a:moveTo>
                      <a:cubicBezTo>
                        <a:pt x="39583" y="346"/>
                        <a:pt x="33604" y="2119"/>
                        <a:pt x="27896" y="5244"/>
                      </a:cubicBezTo>
                      <a:cubicBezTo>
                        <a:pt x="22187" y="8347"/>
                        <a:pt x="16781" y="12779"/>
                        <a:pt x="12348" y="18056"/>
                      </a:cubicBezTo>
                      <a:cubicBezTo>
                        <a:pt x="7926" y="23332"/>
                        <a:pt x="4488" y="29430"/>
                        <a:pt x="2412" y="35582"/>
                      </a:cubicBezTo>
                      <a:cubicBezTo>
                        <a:pt x="325" y="41734"/>
                        <a:pt x="-399" y="47929"/>
                        <a:pt x="206" y="53379"/>
                      </a:cubicBezTo>
                      <a:lnTo>
                        <a:pt x="206" y="53379"/>
                      </a:lnTo>
                      <a:cubicBezTo>
                        <a:pt x="8261" y="45864"/>
                        <a:pt x="16024" y="36749"/>
                        <a:pt x="23733" y="27614"/>
                      </a:cubicBezTo>
                      <a:cubicBezTo>
                        <a:pt x="31399" y="18445"/>
                        <a:pt x="39043" y="9233"/>
                        <a:pt x="45043" y="0"/>
                      </a:cubicBezTo>
                      <a:lnTo>
                        <a:pt x="4504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51" name="Google Shape;851;p19"/>
              <p:cNvSpPr/>
              <p:nvPr/>
            </p:nvSpPr>
            <p:spPr>
              <a:xfrm>
                <a:off x="2090505" y="4850202"/>
                <a:ext cx="295236" cy="133623"/>
              </a:xfrm>
              <a:custGeom>
                <a:rect b="b" l="l" r="r" t="t"/>
                <a:pathLst>
                  <a:path extrusionOk="0" h="36609" w="67023">
                    <a:moveTo>
                      <a:pt x="67023" y="0"/>
                    </a:moveTo>
                    <a:cubicBezTo>
                      <a:pt x="43410" y="757"/>
                      <a:pt x="13396" y="17159"/>
                      <a:pt x="0" y="36609"/>
                    </a:cubicBezTo>
                    <a:lnTo>
                      <a:pt x="0" y="36609"/>
                    </a:lnTo>
                    <a:cubicBezTo>
                      <a:pt x="23613" y="35852"/>
                      <a:pt x="53627" y="19451"/>
                      <a:pt x="67023" y="0"/>
                    </a:cubicBezTo>
                    <a:lnTo>
                      <a:pt x="67023" y="0"/>
                    </a:lnTo>
                    <a:lnTo>
                      <a:pt x="67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2" name="Google Shape;852;p19"/>
              <p:cNvGrpSpPr/>
              <p:nvPr/>
            </p:nvGrpSpPr>
            <p:grpSpPr>
              <a:xfrm>
                <a:off x="2580036" y="4794866"/>
                <a:ext cx="436020" cy="179560"/>
                <a:chOff x="2580036" y="4794866"/>
                <a:chExt cx="436020" cy="179560"/>
              </a:xfrm>
            </p:grpSpPr>
            <p:sp>
              <p:nvSpPr>
                <p:cNvPr id="853" name="Google Shape;853;p19"/>
                <p:cNvSpPr/>
                <p:nvPr/>
              </p:nvSpPr>
              <p:spPr>
                <a:xfrm>
                  <a:off x="2580036" y="4828113"/>
                  <a:ext cx="74356" cy="141514"/>
                </a:xfrm>
                <a:custGeom>
                  <a:rect b="b" l="l" r="r" t="t"/>
                  <a:pathLst>
                    <a:path extrusionOk="0" h="38771" w="16880">
                      <a:moveTo>
                        <a:pt x="55" y="0"/>
                      </a:moveTo>
                      <a:cubicBezTo>
                        <a:pt x="-723" y="13039"/>
                        <a:pt x="6780" y="30403"/>
                        <a:pt x="16825" y="38772"/>
                      </a:cubicBezTo>
                      <a:lnTo>
                        <a:pt x="16825" y="38772"/>
                      </a:lnTo>
                      <a:cubicBezTo>
                        <a:pt x="17603" y="25733"/>
                        <a:pt x="10100" y="8369"/>
                        <a:pt x="55" y="0"/>
                      </a:cubicBezTo>
                      <a:lnTo>
                        <a:pt x="55" y="0"/>
                      </a:lnTo>
                      <a:cubicBezTo>
                        <a:pt x="55" y="0"/>
                        <a:pt x="55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4" name="Google Shape;854;p19"/>
                <p:cNvSpPr/>
                <p:nvPr/>
              </p:nvSpPr>
              <p:spPr>
                <a:xfrm>
                  <a:off x="2652596" y="4857260"/>
                  <a:ext cx="169694" cy="117165"/>
                </a:xfrm>
                <a:custGeom>
                  <a:rect b="b" l="l" r="r" t="t"/>
                  <a:pathLst>
                    <a:path extrusionOk="0" h="32100" w="38523">
                      <a:moveTo>
                        <a:pt x="0" y="0"/>
                      </a:moveTo>
                      <a:cubicBezTo>
                        <a:pt x="4530" y="6379"/>
                        <a:pt x="10834" y="12509"/>
                        <a:pt x="17537" y="18121"/>
                      </a:cubicBezTo>
                      <a:cubicBezTo>
                        <a:pt x="24262" y="23700"/>
                        <a:pt x="31430" y="28803"/>
                        <a:pt x="38523" y="32101"/>
                      </a:cubicBezTo>
                      <a:lnTo>
                        <a:pt x="38523" y="32101"/>
                      </a:lnTo>
                      <a:cubicBezTo>
                        <a:pt x="36988" y="24446"/>
                        <a:pt x="31657" y="16088"/>
                        <a:pt x="24305" y="10001"/>
                      </a:cubicBezTo>
                      <a:cubicBezTo>
                        <a:pt x="16985" y="3860"/>
                        <a:pt x="7806" y="13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5" name="Google Shape;855;p19"/>
                <p:cNvSpPr/>
                <p:nvPr/>
              </p:nvSpPr>
              <p:spPr>
                <a:xfrm>
                  <a:off x="2790235" y="4794866"/>
                  <a:ext cx="53036" cy="174507"/>
                </a:xfrm>
                <a:custGeom>
                  <a:rect b="b" l="l" r="r" t="t"/>
                  <a:pathLst>
                    <a:path extrusionOk="0" h="47810" w="12040">
                      <a:moveTo>
                        <a:pt x="214" y="0"/>
                      </a:moveTo>
                      <a:cubicBezTo>
                        <a:pt x="-381" y="7536"/>
                        <a:pt x="333" y="15915"/>
                        <a:pt x="1501" y="24208"/>
                      </a:cubicBezTo>
                      <a:cubicBezTo>
                        <a:pt x="2701" y="32490"/>
                        <a:pt x="4355" y="40739"/>
                        <a:pt x="7036" y="47810"/>
                      </a:cubicBezTo>
                      <a:lnTo>
                        <a:pt x="7036" y="47810"/>
                      </a:lnTo>
                      <a:cubicBezTo>
                        <a:pt x="11134" y="41485"/>
                        <a:pt x="12951" y="31971"/>
                        <a:pt x="11599" y="22770"/>
                      </a:cubicBezTo>
                      <a:cubicBezTo>
                        <a:pt x="10323" y="13558"/>
                        <a:pt x="5912" y="4930"/>
                        <a:pt x="214" y="11"/>
                      </a:cubicBezTo>
                      <a:lnTo>
                        <a:pt x="214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19"/>
                <p:cNvSpPr/>
                <p:nvPr/>
              </p:nvSpPr>
              <p:spPr>
                <a:xfrm>
                  <a:off x="2825170" y="4808513"/>
                  <a:ext cx="190886" cy="157103"/>
                </a:xfrm>
                <a:custGeom>
                  <a:rect b="b" l="l" r="r" t="t"/>
                  <a:pathLst>
                    <a:path extrusionOk="0" h="43042" w="43334">
                      <a:moveTo>
                        <a:pt x="43334" y="0"/>
                      </a:moveTo>
                      <a:cubicBezTo>
                        <a:pt x="34036" y="1751"/>
                        <a:pt x="23862" y="7568"/>
                        <a:pt x="15796" y="15612"/>
                      </a:cubicBezTo>
                      <a:cubicBezTo>
                        <a:pt x="7698" y="23624"/>
                        <a:pt x="1816" y="33755"/>
                        <a:pt x="0" y="43042"/>
                      </a:cubicBezTo>
                      <a:lnTo>
                        <a:pt x="0" y="43042"/>
                      </a:lnTo>
                      <a:cubicBezTo>
                        <a:pt x="8574" y="38988"/>
                        <a:pt x="17169" y="32295"/>
                        <a:pt x="24824" y="24705"/>
                      </a:cubicBezTo>
                      <a:cubicBezTo>
                        <a:pt x="32468" y="17094"/>
                        <a:pt x="39226" y="8552"/>
                        <a:pt x="43334" y="0"/>
                      </a:cubicBezTo>
                      <a:lnTo>
                        <a:pt x="4333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19"/>
              <p:cNvGrpSpPr/>
              <p:nvPr/>
            </p:nvGrpSpPr>
            <p:grpSpPr>
              <a:xfrm>
                <a:off x="3055253" y="4744852"/>
                <a:ext cx="328964" cy="214701"/>
                <a:chOff x="3055253" y="4744852"/>
                <a:chExt cx="328964" cy="214701"/>
              </a:xfrm>
            </p:grpSpPr>
            <p:sp>
              <p:nvSpPr>
                <p:cNvPr id="858" name="Google Shape;858;p19"/>
                <p:cNvSpPr/>
                <p:nvPr/>
              </p:nvSpPr>
              <p:spPr>
                <a:xfrm>
                  <a:off x="3055253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19"/>
                <p:cNvSpPr/>
                <p:nvPr/>
              </p:nvSpPr>
              <p:spPr>
                <a:xfrm>
                  <a:off x="3119332" y="4744852"/>
                  <a:ext cx="66370" cy="212707"/>
                </a:xfrm>
                <a:custGeom>
                  <a:rect b="b" l="l" r="r" t="t"/>
                  <a:pathLst>
                    <a:path extrusionOk="0" h="58276" w="15067">
                      <a:moveTo>
                        <a:pt x="11" y="11"/>
                      </a:moveTo>
                      <a:cubicBezTo>
                        <a:pt x="227" y="9320"/>
                        <a:pt x="1373" y="19256"/>
                        <a:pt x="2357" y="29203"/>
                      </a:cubicBezTo>
                      <a:cubicBezTo>
                        <a:pt x="3384" y="39150"/>
                        <a:pt x="4238" y="49119"/>
                        <a:pt x="5882" y="58276"/>
                      </a:cubicBezTo>
                      <a:lnTo>
                        <a:pt x="5882" y="58276"/>
                      </a:lnTo>
                      <a:cubicBezTo>
                        <a:pt x="9050" y="54892"/>
                        <a:pt x="11666" y="50286"/>
                        <a:pt x="13255" y="44999"/>
                      </a:cubicBezTo>
                      <a:cubicBezTo>
                        <a:pt x="14856" y="39712"/>
                        <a:pt x="15429" y="33777"/>
                        <a:pt x="14845" y="27938"/>
                      </a:cubicBezTo>
                      <a:cubicBezTo>
                        <a:pt x="14250" y="22099"/>
                        <a:pt x="12509" y="16391"/>
                        <a:pt x="9882" y="11536"/>
                      </a:cubicBezTo>
                      <a:cubicBezTo>
                        <a:pt x="7266" y="6671"/>
                        <a:pt x="3784" y="2671"/>
                        <a:pt x="0" y="0"/>
                      </a:cubicBez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19"/>
                <p:cNvSpPr/>
                <p:nvPr/>
              </p:nvSpPr>
              <p:spPr>
                <a:xfrm>
                  <a:off x="3155134" y="4847812"/>
                  <a:ext cx="229082" cy="111741"/>
                </a:xfrm>
                <a:custGeom>
                  <a:rect b="b" l="l" r="r" t="t"/>
                  <a:pathLst>
                    <a:path extrusionOk="0" h="30614" w="52005">
                      <a:moveTo>
                        <a:pt x="52005" y="3174"/>
                      </a:moveTo>
                      <a:cubicBezTo>
                        <a:pt x="47821" y="990"/>
                        <a:pt x="42448" y="-200"/>
                        <a:pt x="36717" y="28"/>
                      </a:cubicBezTo>
                      <a:cubicBezTo>
                        <a:pt x="30998" y="233"/>
                        <a:pt x="24965" y="1855"/>
                        <a:pt x="19570" y="4699"/>
                      </a:cubicBezTo>
                      <a:cubicBezTo>
                        <a:pt x="14175" y="7553"/>
                        <a:pt x="9439" y="11618"/>
                        <a:pt x="6033" y="16224"/>
                      </a:cubicBezTo>
                      <a:cubicBezTo>
                        <a:pt x="2616" y="20819"/>
                        <a:pt x="562" y="25933"/>
                        <a:pt x="0" y="30614"/>
                      </a:cubicBezTo>
                      <a:lnTo>
                        <a:pt x="0" y="30614"/>
                      </a:lnTo>
                      <a:cubicBezTo>
                        <a:pt x="8239" y="25879"/>
                        <a:pt x="16715" y="20668"/>
                        <a:pt x="25548" y="16029"/>
                      </a:cubicBezTo>
                      <a:cubicBezTo>
                        <a:pt x="34360" y="11358"/>
                        <a:pt x="43453" y="7304"/>
                        <a:pt x="52005" y="3174"/>
                      </a:cubicBezTo>
                      <a:lnTo>
                        <a:pt x="52005" y="3174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61" name="Google Shape;861;p19"/>
            <p:cNvSpPr/>
            <p:nvPr/>
          </p:nvSpPr>
          <p:spPr>
            <a:xfrm flipH="1">
              <a:off x="-313410" y="3352753"/>
              <a:ext cx="909813" cy="113946"/>
            </a:xfrm>
            <a:custGeom>
              <a:rect b="b" l="l" r="r" t="t"/>
              <a:pathLst>
                <a:path extrusionOk="0" h="17721" w="141495">
                  <a:moveTo>
                    <a:pt x="141495" y="17721"/>
                  </a:moveTo>
                  <a:lnTo>
                    <a:pt x="0" y="17721"/>
                  </a:lnTo>
                  <a:cubicBezTo>
                    <a:pt x="1384" y="13104"/>
                    <a:pt x="5925" y="7709"/>
                    <a:pt x="10584" y="6509"/>
                  </a:cubicBezTo>
                  <a:cubicBezTo>
                    <a:pt x="15255" y="5309"/>
                    <a:pt x="20499" y="6726"/>
                    <a:pt x="23937" y="10098"/>
                  </a:cubicBezTo>
                  <a:cubicBezTo>
                    <a:pt x="28532" y="3136"/>
                    <a:pt x="37236" y="-876"/>
                    <a:pt x="45507" y="162"/>
                  </a:cubicBezTo>
                  <a:cubicBezTo>
                    <a:pt x="53778" y="1200"/>
                    <a:pt x="61228" y="7233"/>
                    <a:pt x="63963" y="15115"/>
                  </a:cubicBezTo>
                  <a:cubicBezTo>
                    <a:pt x="68861" y="12120"/>
                    <a:pt x="75197" y="11623"/>
                    <a:pt x="80506" y="13829"/>
                  </a:cubicBezTo>
                  <a:cubicBezTo>
                    <a:pt x="98831" y="6768"/>
                    <a:pt x="124164" y="8498"/>
                    <a:pt x="141495" y="17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8430765" y="3496391"/>
              <a:ext cx="909813" cy="113946"/>
            </a:xfrm>
            <a:custGeom>
              <a:rect b="b" l="l" r="r" t="t"/>
              <a:pathLst>
                <a:path extrusionOk="0" h="17721" w="141495">
                  <a:moveTo>
                    <a:pt x="141495" y="17721"/>
                  </a:moveTo>
                  <a:lnTo>
                    <a:pt x="0" y="17721"/>
                  </a:lnTo>
                  <a:cubicBezTo>
                    <a:pt x="1384" y="13104"/>
                    <a:pt x="5925" y="7709"/>
                    <a:pt x="10584" y="6509"/>
                  </a:cubicBezTo>
                  <a:cubicBezTo>
                    <a:pt x="15255" y="5309"/>
                    <a:pt x="20499" y="6726"/>
                    <a:pt x="23937" y="10098"/>
                  </a:cubicBezTo>
                  <a:cubicBezTo>
                    <a:pt x="28532" y="3136"/>
                    <a:pt x="37236" y="-876"/>
                    <a:pt x="45507" y="162"/>
                  </a:cubicBezTo>
                  <a:cubicBezTo>
                    <a:pt x="53778" y="1200"/>
                    <a:pt x="61228" y="7233"/>
                    <a:pt x="63963" y="15115"/>
                  </a:cubicBezTo>
                  <a:cubicBezTo>
                    <a:pt x="68861" y="12120"/>
                    <a:pt x="75197" y="11623"/>
                    <a:pt x="80506" y="13829"/>
                  </a:cubicBezTo>
                  <a:cubicBezTo>
                    <a:pt x="98831" y="6768"/>
                    <a:pt x="124164" y="8498"/>
                    <a:pt x="141495" y="17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3" name="Google Shape;863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4" name="Google Shape;864;p19"/>
          <p:cNvSpPr txBox="1"/>
          <p:nvPr>
            <p:ph idx="1" type="subTitle"/>
          </p:nvPr>
        </p:nvSpPr>
        <p:spPr>
          <a:xfrm>
            <a:off x="720000" y="1651100"/>
            <a:ext cx="60351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65" name="Google Shape;865;p19"/>
          <p:cNvSpPr txBox="1"/>
          <p:nvPr>
            <p:ph idx="2" type="subTitle"/>
          </p:nvPr>
        </p:nvSpPr>
        <p:spPr>
          <a:xfrm>
            <a:off x="720000" y="2739600"/>
            <a:ext cx="60351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66" name="Google Shape;866;p19"/>
          <p:cNvSpPr txBox="1"/>
          <p:nvPr>
            <p:ph idx="3" type="subTitle"/>
          </p:nvPr>
        </p:nvSpPr>
        <p:spPr>
          <a:xfrm>
            <a:off x="720000" y="3828100"/>
            <a:ext cx="60351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867" name="Google Shape;867;p19"/>
          <p:cNvSpPr txBox="1"/>
          <p:nvPr>
            <p:ph idx="4" type="subTitle"/>
          </p:nvPr>
        </p:nvSpPr>
        <p:spPr>
          <a:xfrm>
            <a:off x="720000" y="1358600"/>
            <a:ext cx="60351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8" name="Google Shape;868;p19"/>
          <p:cNvSpPr txBox="1"/>
          <p:nvPr>
            <p:ph idx="5" type="subTitle"/>
          </p:nvPr>
        </p:nvSpPr>
        <p:spPr>
          <a:xfrm>
            <a:off x="720000" y="2447098"/>
            <a:ext cx="60351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9" name="Google Shape;869;p19"/>
          <p:cNvSpPr txBox="1"/>
          <p:nvPr>
            <p:ph idx="6" type="subTitle"/>
          </p:nvPr>
        </p:nvSpPr>
        <p:spPr>
          <a:xfrm>
            <a:off x="720000" y="3535598"/>
            <a:ext cx="6035100" cy="4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1" name="Google Shape;871;p20"/>
          <p:cNvGrpSpPr/>
          <p:nvPr/>
        </p:nvGrpSpPr>
        <p:grpSpPr>
          <a:xfrm>
            <a:off x="-553949" y="0"/>
            <a:ext cx="9704750" cy="5143797"/>
            <a:chOff x="-553949" y="0"/>
            <a:chExt cx="9704750" cy="5143797"/>
          </a:xfrm>
        </p:grpSpPr>
        <p:grpSp>
          <p:nvGrpSpPr>
            <p:cNvPr id="872" name="Google Shape;872;p20"/>
            <p:cNvGrpSpPr/>
            <p:nvPr/>
          </p:nvGrpSpPr>
          <p:grpSpPr>
            <a:xfrm>
              <a:off x="-553949" y="0"/>
              <a:ext cx="9704750" cy="5143797"/>
              <a:chOff x="-553949" y="0"/>
              <a:chExt cx="9704750" cy="5143797"/>
            </a:xfrm>
          </p:grpSpPr>
          <p:grpSp>
            <p:nvGrpSpPr>
              <p:cNvPr id="873" name="Google Shape;873;p20"/>
              <p:cNvGrpSpPr/>
              <p:nvPr/>
            </p:nvGrpSpPr>
            <p:grpSpPr>
              <a:xfrm>
                <a:off x="25" y="0"/>
                <a:ext cx="9150776" cy="5143797"/>
                <a:chOff x="25" y="0"/>
                <a:chExt cx="9150776" cy="5143797"/>
              </a:xfrm>
            </p:grpSpPr>
            <p:grpSp>
              <p:nvGrpSpPr>
                <p:cNvPr id="874" name="Google Shape;874;p20"/>
                <p:cNvGrpSpPr/>
                <p:nvPr/>
              </p:nvGrpSpPr>
              <p:grpSpPr>
                <a:xfrm>
                  <a:off x="25" y="0"/>
                  <a:ext cx="9150776" cy="1135213"/>
                  <a:chOff x="24" y="0"/>
                  <a:chExt cx="9150776" cy="2380400"/>
                </a:xfrm>
              </p:grpSpPr>
              <p:sp>
                <p:nvSpPr>
                  <p:cNvPr id="875" name="Google Shape;875;p20"/>
                  <p:cNvSpPr/>
                  <p:nvPr/>
                </p:nvSpPr>
                <p:spPr>
                  <a:xfrm>
                    <a:off x="68" y="4"/>
                    <a:ext cx="9144287" cy="1894248"/>
                  </a:xfrm>
                  <a:custGeom>
                    <a:rect b="b" l="l" r="r" t="t"/>
                    <a:pathLst>
                      <a:path extrusionOk="0" h="51897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518972"/>
                        </a:lnTo>
                        <a:lnTo>
                          <a:pt x="0" y="51897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876;p20"/>
                  <p:cNvSpPr/>
                  <p:nvPr/>
                </p:nvSpPr>
                <p:spPr>
                  <a:xfrm>
                    <a:off x="24" y="391542"/>
                    <a:ext cx="9144287" cy="1502446"/>
                  </a:xfrm>
                  <a:custGeom>
                    <a:rect b="b" l="l" r="r" t="t"/>
                    <a:pathLst>
                      <a:path extrusionOk="0" h="411629" w="2075888">
                        <a:moveTo>
                          <a:pt x="1512490" y="168188"/>
                        </a:moveTo>
                        <a:cubicBezTo>
                          <a:pt x="1304772" y="184471"/>
                          <a:pt x="1124569" y="8172"/>
                          <a:pt x="916353" y="280"/>
                        </a:cubicBezTo>
                        <a:cubicBezTo>
                          <a:pt x="806191" y="-3894"/>
                          <a:pt x="700677" y="39646"/>
                          <a:pt x="593423" y="65162"/>
                        </a:cubicBezTo>
                        <a:cubicBezTo>
                          <a:pt x="397576" y="111751"/>
                          <a:pt x="187738" y="97089"/>
                          <a:pt x="0" y="24585"/>
                        </a:cubicBezTo>
                        <a:lnTo>
                          <a:pt x="0" y="411630"/>
                        </a:lnTo>
                        <a:lnTo>
                          <a:pt x="2075888" y="411630"/>
                        </a:lnTo>
                        <a:lnTo>
                          <a:pt x="2075888" y="16054"/>
                        </a:lnTo>
                        <a:cubicBezTo>
                          <a:pt x="1989771" y="15924"/>
                          <a:pt x="1903611" y="30758"/>
                          <a:pt x="1822706" y="60307"/>
                        </a:cubicBezTo>
                        <a:cubicBezTo>
                          <a:pt x="1719398" y="98030"/>
                          <a:pt x="1622123" y="159593"/>
                          <a:pt x="1512479" y="168188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877;p20"/>
                  <p:cNvSpPr/>
                  <p:nvPr/>
                </p:nvSpPr>
                <p:spPr>
                  <a:xfrm>
                    <a:off x="24" y="0"/>
                    <a:ext cx="9144335" cy="1009561"/>
                  </a:xfrm>
                  <a:custGeom>
                    <a:rect b="b" l="l" r="r" t="t"/>
                    <a:pathLst>
                      <a:path extrusionOk="0" h="276592" w="2075899">
                        <a:moveTo>
                          <a:pt x="2047237" y="0"/>
                        </a:moveTo>
                        <a:cubicBezTo>
                          <a:pt x="1967272" y="13429"/>
                          <a:pt x="1888085" y="45389"/>
                          <a:pt x="1813083" y="77857"/>
                        </a:cubicBezTo>
                        <a:cubicBezTo>
                          <a:pt x="1688584" y="131743"/>
                          <a:pt x="1556138" y="189285"/>
                          <a:pt x="1422157" y="167942"/>
                        </a:cubicBezTo>
                        <a:cubicBezTo>
                          <a:pt x="1301658" y="148740"/>
                          <a:pt x="1197323" y="67532"/>
                          <a:pt x="1076359" y="51541"/>
                        </a:cubicBezTo>
                        <a:cubicBezTo>
                          <a:pt x="954541" y="35431"/>
                          <a:pt x="835459" y="87252"/>
                          <a:pt x="715208" y="112498"/>
                        </a:cubicBezTo>
                        <a:cubicBezTo>
                          <a:pt x="503133" y="157033"/>
                          <a:pt x="274504" y="115190"/>
                          <a:pt x="91145" y="0"/>
                        </a:cubicBezTo>
                        <a:lnTo>
                          <a:pt x="0" y="0"/>
                        </a:lnTo>
                        <a:lnTo>
                          <a:pt x="0" y="131927"/>
                        </a:lnTo>
                        <a:cubicBezTo>
                          <a:pt x="187738" y="204421"/>
                          <a:pt x="397576" y="219082"/>
                          <a:pt x="593423" y="172504"/>
                        </a:cubicBezTo>
                        <a:cubicBezTo>
                          <a:pt x="700677" y="146988"/>
                          <a:pt x="806191" y="103449"/>
                          <a:pt x="916353" y="107622"/>
                        </a:cubicBezTo>
                        <a:cubicBezTo>
                          <a:pt x="1124559" y="115504"/>
                          <a:pt x="1304761" y="291814"/>
                          <a:pt x="1512490" y="275531"/>
                        </a:cubicBezTo>
                        <a:cubicBezTo>
                          <a:pt x="1622134" y="266936"/>
                          <a:pt x="1719409" y="205373"/>
                          <a:pt x="1822717" y="167650"/>
                        </a:cubicBezTo>
                        <a:cubicBezTo>
                          <a:pt x="1903622" y="138112"/>
                          <a:pt x="1989782" y="123267"/>
                          <a:pt x="2075899" y="123397"/>
                        </a:cubicBezTo>
                        <a:lnTo>
                          <a:pt x="2075899" y="0"/>
                        </a:lnTo>
                        <a:lnTo>
                          <a:pt x="2047248" y="0"/>
                        </a:lnTo>
                        <a:close/>
                      </a:path>
                    </a:pathLst>
                  </a:custGeom>
                  <a:solidFill>
                    <a:srgbClr val="D0EDFE">
                      <a:alpha val="3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8" name="Google Shape;878;p20"/>
                  <p:cNvSpPr/>
                  <p:nvPr/>
                </p:nvSpPr>
                <p:spPr>
                  <a:xfrm>
                    <a:off x="6500" y="1645400"/>
                    <a:ext cx="9144300" cy="735000"/>
                  </a:xfrm>
                  <a:prstGeom prst="rect">
                    <a:avLst/>
                  </a:pr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latin typeface="Open Sans"/>
                      <a:ea typeface="Open Sans"/>
                      <a:cs typeface="Open Sans"/>
                      <a:sym typeface="Open Sans"/>
                    </a:endParaRPr>
                  </a:p>
                </p:txBody>
              </p:sp>
            </p:grpSp>
            <p:grpSp>
              <p:nvGrpSpPr>
                <p:cNvPr id="879" name="Google Shape;879;p20"/>
                <p:cNvGrpSpPr/>
                <p:nvPr/>
              </p:nvGrpSpPr>
              <p:grpSpPr>
                <a:xfrm>
                  <a:off x="43" y="4603847"/>
                  <a:ext cx="9144293" cy="539950"/>
                  <a:chOff x="43" y="4603847"/>
                  <a:chExt cx="9144293" cy="539950"/>
                </a:xfrm>
              </p:grpSpPr>
              <p:grpSp>
                <p:nvGrpSpPr>
                  <p:cNvPr id="880" name="Google Shape;880;p20"/>
                  <p:cNvGrpSpPr/>
                  <p:nvPr/>
                </p:nvGrpSpPr>
                <p:grpSpPr>
                  <a:xfrm>
                    <a:off x="43" y="4603847"/>
                    <a:ext cx="9144293" cy="539950"/>
                    <a:chOff x="43" y="4603847"/>
                    <a:chExt cx="9144293" cy="539950"/>
                  </a:xfrm>
                </p:grpSpPr>
                <p:sp>
                  <p:nvSpPr>
                    <p:cNvPr id="881" name="Google Shape;881;p20"/>
                    <p:cNvSpPr/>
                    <p:nvPr/>
                  </p:nvSpPr>
                  <p:spPr>
                    <a:xfrm>
                      <a:off x="50" y="4603847"/>
                      <a:ext cx="9144287" cy="539799"/>
                    </a:xfrm>
                    <a:custGeom>
                      <a:rect b="b" l="l" r="r" t="t"/>
                      <a:pathLst>
                        <a:path extrusionOk="0" h="211686" w="2075888">
                          <a:moveTo>
                            <a:pt x="0" y="0"/>
                          </a:moveTo>
                          <a:lnTo>
                            <a:pt x="2075888" y="0"/>
                          </a:lnTo>
                          <a:lnTo>
                            <a:pt x="2075888" y="211687"/>
                          </a:lnTo>
                          <a:lnTo>
                            <a:pt x="0" y="211687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2" name="Google Shape;882;p20"/>
                    <p:cNvSpPr/>
                    <p:nvPr/>
                  </p:nvSpPr>
                  <p:spPr>
                    <a:xfrm>
                      <a:off x="50" y="4603997"/>
                      <a:ext cx="9144287" cy="539799"/>
                    </a:xfrm>
                    <a:custGeom>
                      <a:rect b="b" l="l" r="r" t="t"/>
                      <a:pathLst>
                        <a:path extrusionOk="0" h="211686" w="2075888">
                          <a:moveTo>
                            <a:pt x="0" y="0"/>
                          </a:moveTo>
                          <a:lnTo>
                            <a:pt x="2075888" y="0"/>
                          </a:lnTo>
                          <a:lnTo>
                            <a:pt x="2075888" y="211687"/>
                          </a:lnTo>
                          <a:lnTo>
                            <a:pt x="0" y="211687"/>
                          </a:ln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3" name="Google Shape;883;p20"/>
                    <p:cNvSpPr/>
                    <p:nvPr/>
                  </p:nvSpPr>
                  <p:spPr>
                    <a:xfrm>
                      <a:off x="50" y="4655044"/>
                      <a:ext cx="9144287" cy="488713"/>
                    </a:xfrm>
                    <a:custGeom>
                      <a:rect b="b" l="l" r="r" t="t"/>
                      <a:pathLst>
                        <a:path extrusionOk="0" h="191652" w="2075888">
                          <a:moveTo>
                            <a:pt x="0" y="0"/>
                          </a:moveTo>
                          <a:lnTo>
                            <a:pt x="2075888" y="0"/>
                          </a:lnTo>
                          <a:lnTo>
                            <a:pt x="2075888" y="191652"/>
                          </a:lnTo>
                          <a:lnTo>
                            <a:pt x="0" y="191652"/>
                          </a:ln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4" name="Google Shape;884;p20"/>
                    <p:cNvSpPr/>
                    <p:nvPr/>
                  </p:nvSpPr>
                  <p:spPr>
                    <a:xfrm>
                      <a:off x="50" y="4724379"/>
                      <a:ext cx="9144287" cy="419345"/>
                    </a:xfrm>
                    <a:custGeom>
                      <a:rect b="b" l="l" r="r" t="t"/>
                      <a:pathLst>
                        <a:path extrusionOk="0" h="164449" w="2075888">
                          <a:moveTo>
                            <a:pt x="0" y="0"/>
                          </a:moveTo>
                          <a:lnTo>
                            <a:pt x="2075888" y="0"/>
                          </a:lnTo>
                          <a:lnTo>
                            <a:pt x="2075888" y="164450"/>
                          </a:lnTo>
                          <a:lnTo>
                            <a:pt x="0" y="164450"/>
                          </a:ln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5" name="Google Shape;885;p20"/>
                    <p:cNvSpPr/>
                    <p:nvPr/>
                  </p:nvSpPr>
                  <p:spPr>
                    <a:xfrm>
                      <a:off x="50" y="4843220"/>
                      <a:ext cx="9144287" cy="300405"/>
                    </a:xfrm>
                    <a:custGeom>
                      <a:rect b="b" l="l" r="r" t="t"/>
                      <a:pathLst>
                        <a:path extrusionOk="0" h="117806" w="2075888">
                          <a:moveTo>
                            <a:pt x="0" y="0"/>
                          </a:moveTo>
                          <a:lnTo>
                            <a:pt x="2075888" y="0"/>
                          </a:lnTo>
                          <a:lnTo>
                            <a:pt x="2075888" y="117806"/>
                          </a:lnTo>
                          <a:lnTo>
                            <a:pt x="0" y="117806"/>
                          </a:lnTo>
                          <a:close/>
                        </a:path>
                      </a:pathLst>
                    </a:custGeom>
                    <a:solidFill>
                      <a:srgbClr val="496958">
                        <a:alpha val="20000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6" name="Google Shape;886;p20"/>
                    <p:cNvSpPr/>
                    <p:nvPr/>
                  </p:nvSpPr>
                  <p:spPr>
                    <a:xfrm>
                      <a:off x="43" y="4905855"/>
                      <a:ext cx="9144287" cy="237491"/>
                    </a:xfrm>
                    <a:custGeom>
                      <a:rect b="b" l="l" r="r" t="t"/>
                      <a:pathLst>
                        <a:path extrusionOk="0" h="65066" w="2075888">
                          <a:moveTo>
                            <a:pt x="0" y="0"/>
                          </a:moveTo>
                          <a:lnTo>
                            <a:pt x="2075888" y="0"/>
                          </a:lnTo>
                          <a:lnTo>
                            <a:pt x="2075888" y="65066"/>
                          </a:lnTo>
                          <a:lnTo>
                            <a:pt x="0" y="65066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87" name="Google Shape;887;p20"/>
                  <p:cNvGrpSpPr/>
                  <p:nvPr/>
                </p:nvGrpSpPr>
                <p:grpSpPr>
                  <a:xfrm>
                    <a:off x="1292902" y="4770096"/>
                    <a:ext cx="343944" cy="212303"/>
                    <a:chOff x="1292902" y="4770096"/>
                    <a:chExt cx="343944" cy="212303"/>
                  </a:xfrm>
                </p:grpSpPr>
                <p:sp>
                  <p:nvSpPr>
                    <p:cNvPr id="888" name="Google Shape;888;p20"/>
                    <p:cNvSpPr/>
                    <p:nvPr/>
                  </p:nvSpPr>
                  <p:spPr>
                    <a:xfrm>
                      <a:off x="1292902" y="4770096"/>
                      <a:ext cx="119265" cy="188909"/>
                    </a:xfrm>
                    <a:custGeom>
                      <a:rect b="b" l="l" r="r" t="t"/>
                      <a:pathLst>
                        <a:path extrusionOk="0" h="51756" w="27075">
                          <a:moveTo>
                            <a:pt x="0" y="0"/>
                          </a:moveTo>
                          <a:cubicBezTo>
                            <a:pt x="1589" y="8909"/>
                            <a:pt x="5395" y="18478"/>
                            <a:pt x="10044" y="27560"/>
                          </a:cubicBezTo>
                          <a:cubicBezTo>
                            <a:pt x="14726" y="36631"/>
                            <a:pt x="20294" y="45280"/>
                            <a:pt x="26619" y="51757"/>
                          </a:cubicBezTo>
                          <a:lnTo>
                            <a:pt x="26619" y="51757"/>
                          </a:lnTo>
                          <a:cubicBezTo>
                            <a:pt x="28089" y="42837"/>
                            <a:pt x="25959" y="31711"/>
                            <a:pt x="20921" y="21970"/>
                          </a:cubicBezTo>
                          <a:cubicBezTo>
                            <a:pt x="15926" y="12207"/>
                            <a:pt x="8109" y="4001"/>
                            <a:pt x="0" y="11"/>
                          </a:cubicBezTo>
                          <a:lnTo>
                            <a:pt x="0" y="1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9" name="Google Shape;889;p20"/>
                    <p:cNvSpPr/>
                    <p:nvPr/>
                  </p:nvSpPr>
                  <p:spPr>
                    <a:xfrm>
                      <a:off x="1418749" y="4798061"/>
                      <a:ext cx="48385" cy="165666"/>
                    </a:xfrm>
                    <a:custGeom>
                      <a:rect b="b" l="l" r="r" t="t"/>
                      <a:pathLst>
                        <a:path extrusionOk="0" h="45388" w="10984">
                          <a:moveTo>
                            <a:pt x="4546" y="0"/>
                          </a:moveTo>
                          <a:cubicBezTo>
                            <a:pt x="2827" y="6984"/>
                            <a:pt x="1919" y="14780"/>
                            <a:pt x="1140" y="22575"/>
                          </a:cubicBezTo>
                          <a:cubicBezTo>
                            <a:pt x="394" y="30371"/>
                            <a:pt x="-244" y="38198"/>
                            <a:pt x="92" y="45388"/>
                          </a:cubicBezTo>
                          <a:lnTo>
                            <a:pt x="92" y="45388"/>
                          </a:lnTo>
                          <a:cubicBezTo>
                            <a:pt x="5681" y="40901"/>
                            <a:pt x="9963" y="32479"/>
                            <a:pt x="10795" y="23526"/>
                          </a:cubicBezTo>
                          <a:cubicBezTo>
                            <a:pt x="11725" y="14585"/>
                            <a:pt x="9152" y="5492"/>
                            <a:pt x="4546" y="0"/>
                          </a:cubicBezTo>
                          <a:lnTo>
                            <a:pt x="4546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0" name="Google Shape;890;p20"/>
                    <p:cNvSpPr/>
                    <p:nvPr/>
                  </p:nvSpPr>
                  <p:spPr>
                    <a:xfrm>
                      <a:off x="1438383" y="4787570"/>
                      <a:ext cx="198463" cy="194830"/>
                    </a:xfrm>
                    <a:custGeom>
                      <a:rect b="b" l="l" r="r" t="t"/>
                      <a:pathLst>
                        <a:path extrusionOk="0" h="53378" w="45054">
                          <a:moveTo>
                            <a:pt x="45054" y="0"/>
                          </a:moveTo>
                          <a:cubicBezTo>
                            <a:pt x="39583" y="346"/>
                            <a:pt x="33604" y="2119"/>
                            <a:pt x="27896" y="5244"/>
                          </a:cubicBezTo>
                          <a:cubicBezTo>
                            <a:pt x="22187" y="8347"/>
                            <a:pt x="16781" y="12779"/>
                            <a:pt x="12348" y="18056"/>
                          </a:cubicBezTo>
                          <a:cubicBezTo>
                            <a:pt x="7926" y="23332"/>
                            <a:pt x="4488" y="29430"/>
                            <a:pt x="2412" y="35582"/>
                          </a:cubicBezTo>
                          <a:cubicBezTo>
                            <a:pt x="325" y="41734"/>
                            <a:pt x="-399" y="47929"/>
                            <a:pt x="206" y="53379"/>
                          </a:cubicBezTo>
                          <a:lnTo>
                            <a:pt x="206" y="53379"/>
                          </a:lnTo>
                          <a:cubicBezTo>
                            <a:pt x="8261" y="45864"/>
                            <a:pt x="16024" y="36749"/>
                            <a:pt x="23733" y="27614"/>
                          </a:cubicBezTo>
                          <a:cubicBezTo>
                            <a:pt x="31399" y="18445"/>
                            <a:pt x="39043" y="9233"/>
                            <a:pt x="45043" y="0"/>
                          </a:cubicBezTo>
                          <a:lnTo>
                            <a:pt x="45043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91" name="Google Shape;891;p20"/>
                  <p:cNvGrpSpPr/>
                  <p:nvPr/>
                </p:nvGrpSpPr>
                <p:grpSpPr>
                  <a:xfrm>
                    <a:off x="7148396" y="4794866"/>
                    <a:ext cx="363460" cy="179560"/>
                    <a:chOff x="2652596" y="4794866"/>
                    <a:chExt cx="363460" cy="179560"/>
                  </a:xfrm>
                </p:grpSpPr>
                <p:sp>
                  <p:nvSpPr>
                    <p:cNvPr id="892" name="Google Shape;892;p20"/>
                    <p:cNvSpPr/>
                    <p:nvPr/>
                  </p:nvSpPr>
                  <p:spPr>
                    <a:xfrm>
                      <a:off x="2652596" y="4857260"/>
                      <a:ext cx="169694" cy="117165"/>
                    </a:xfrm>
                    <a:custGeom>
                      <a:rect b="b" l="l" r="r" t="t"/>
                      <a:pathLst>
                        <a:path extrusionOk="0" h="32100" w="38523">
                          <a:moveTo>
                            <a:pt x="0" y="0"/>
                          </a:moveTo>
                          <a:cubicBezTo>
                            <a:pt x="4530" y="6379"/>
                            <a:pt x="10834" y="12509"/>
                            <a:pt x="17537" y="18121"/>
                          </a:cubicBezTo>
                          <a:cubicBezTo>
                            <a:pt x="24262" y="23700"/>
                            <a:pt x="31430" y="28803"/>
                            <a:pt x="38523" y="32101"/>
                          </a:cubicBezTo>
                          <a:lnTo>
                            <a:pt x="38523" y="32101"/>
                          </a:lnTo>
                          <a:cubicBezTo>
                            <a:pt x="36988" y="24446"/>
                            <a:pt x="31657" y="16088"/>
                            <a:pt x="24305" y="10001"/>
                          </a:cubicBezTo>
                          <a:cubicBezTo>
                            <a:pt x="16985" y="3860"/>
                            <a:pt x="7806" y="130"/>
                            <a:pt x="0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3" name="Google Shape;893;p20"/>
                    <p:cNvSpPr/>
                    <p:nvPr/>
                  </p:nvSpPr>
                  <p:spPr>
                    <a:xfrm>
                      <a:off x="2790235" y="4794866"/>
                      <a:ext cx="53036" cy="174507"/>
                    </a:xfrm>
                    <a:custGeom>
                      <a:rect b="b" l="l" r="r" t="t"/>
                      <a:pathLst>
                        <a:path extrusionOk="0" h="47810" w="12040">
                          <a:moveTo>
                            <a:pt x="214" y="0"/>
                          </a:moveTo>
                          <a:cubicBezTo>
                            <a:pt x="-381" y="7536"/>
                            <a:pt x="333" y="15915"/>
                            <a:pt x="1501" y="24208"/>
                          </a:cubicBezTo>
                          <a:cubicBezTo>
                            <a:pt x="2701" y="32490"/>
                            <a:pt x="4355" y="40739"/>
                            <a:pt x="7036" y="47810"/>
                          </a:cubicBezTo>
                          <a:lnTo>
                            <a:pt x="7036" y="47810"/>
                          </a:lnTo>
                          <a:cubicBezTo>
                            <a:pt x="11134" y="41485"/>
                            <a:pt x="12951" y="31971"/>
                            <a:pt x="11599" y="22770"/>
                          </a:cubicBezTo>
                          <a:cubicBezTo>
                            <a:pt x="10323" y="13558"/>
                            <a:pt x="5912" y="4930"/>
                            <a:pt x="214" y="11"/>
                          </a:cubicBezTo>
                          <a:lnTo>
                            <a:pt x="214" y="11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4" name="Google Shape;894;p20"/>
                    <p:cNvSpPr/>
                    <p:nvPr/>
                  </p:nvSpPr>
                  <p:spPr>
                    <a:xfrm>
                      <a:off x="2825170" y="4808513"/>
                      <a:ext cx="190886" cy="157103"/>
                    </a:xfrm>
                    <a:custGeom>
                      <a:rect b="b" l="l" r="r" t="t"/>
                      <a:pathLst>
                        <a:path extrusionOk="0" h="43042" w="43334">
                          <a:moveTo>
                            <a:pt x="43334" y="0"/>
                          </a:moveTo>
                          <a:cubicBezTo>
                            <a:pt x="34036" y="1751"/>
                            <a:pt x="23862" y="7568"/>
                            <a:pt x="15796" y="15612"/>
                          </a:cubicBezTo>
                          <a:cubicBezTo>
                            <a:pt x="7698" y="23624"/>
                            <a:pt x="1816" y="33755"/>
                            <a:pt x="0" y="43042"/>
                          </a:cubicBezTo>
                          <a:lnTo>
                            <a:pt x="0" y="43042"/>
                          </a:lnTo>
                          <a:cubicBezTo>
                            <a:pt x="8574" y="38988"/>
                            <a:pt x="17169" y="32295"/>
                            <a:pt x="24824" y="24705"/>
                          </a:cubicBezTo>
                          <a:cubicBezTo>
                            <a:pt x="32468" y="17094"/>
                            <a:pt x="39226" y="8552"/>
                            <a:pt x="43334" y="0"/>
                          </a:cubicBezTo>
                          <a:lnTo>
                            <a:pt x="43334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95" name="Google Shape;895;p20"/>
                  <p:cNvGrpSpPr/>
                  <p:nvPr/>
                </p:nvGrpSpPr>
                <p:grpSpPr>
                  <a:xfrm>
                    <a:off x="3969653" y="4744852"/>
                    <a:ext cx="328964" cy="214701"/>
                    <a:chOff x="-526147" y="4744852"/>
                    <a:chExt cx="328964" cy="214701"/>
                  </a:xfrm>
                </p:grpSpPr>
                <p:sp>
                  <p:nvSpPr>
                    <p:cNvPr id="896" name="Google Shape;896;p20"/>
                    <p:cNvSpPr/>
                    <p:nvPr/>
                  </p:nvSpPr>
                  <p:spPr>
                    <a:xfrm>
                      <a:off x="-526147" y="4846101"/>
                      <a:ext cx="93443" cy="113022"/>
                    </a:xfrm>
                    <a:custGeom>
                      <a:rect b="b" l="l" r="r" t="t"/>
                      <a:pathLst>
                        <a:path extrusionOk="0" h="30965" w="21213">
                          <a:moveTo>
                            <a:pt x="11" y="0"/>
                          </a:moveTo>
                          <a:cubicBezTo>
                            <a:pt x="2573" y="5298"/>
                            <a:pt x="6076" y="10682"/>
                            <a:pt x="9633" y="16013"/>
                          </a:cubicBezTo>
                          <a:cubicBezTo>
                            <a:pt x="13223" y="21321"/>
                            <a:pt x="16888" y="26597"/>
                            <a:pt x="20835" y="30965"/>
                          </a:cubicBezTo>
                          <a:lnTo>
                            <a:pt x="20835" y="30965"/>
                          </a:lnTo>
                          <a:cubicBezTo>
                            <a:pt x="22035" y="25224"/>
                            <a:pt x="20359" y="17667"/>
                            <a:pt x="16218" y="11580"/>
                          </a:cubicBezTo>
                          <a:cubicBezTo>
                            <a:pt x="12142" y="5449"/>
                            <a:pt x="5774" y="1049"/>
                            <a:pt x="0" y="0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7" name="Google Shape;897;p20"/>
                    <p:cNvSpPr/>
                    <p:nvPr/>
                  </p:nvSpPr>
                  <p:spPr>
                    <a:xfrm>
                      <a:off x="-462068" y="4744852"/>
                      <a:ext cx="66370" cy="212707"/>
                    </a:xfrm>
                    <a:custGeom>
                      <a:rect b="b" l="l" r="r" t="t"/>
                      <a:pathLst>
                        <a:path extrusionOk="0" h="58276" w="15067">
                          <a:moveTo>
                            <a:pt x="11" y="11"/>
                          </a:moveTo>
                          <a:cubicBezTo>
                            <a:pt x="227" y="9320"/>
                            <a:pt x="1373" y="19256"/>
                            <a:pt x="2357" y="29203"/>
                          </a:cubicBezTo>
                          <a:cubicBezTo>
                            <a:pt x="3384" y="39150"/>
                            <a:pt x="4238" y="49119"/>
                            <a:pt x="5882" y="58276"/>
                          </a:cubicBezTo>
                          <a:lnTo>
                            <a:pt x="5882" y="58276"/>
                          </a:lnTo>
                          <a:cubicBezTo>
                            <a:pt x="9050" y="54892"/>
                            <a:pt x="11666" y="50286"/>
                            <a:pt x="13255" y="44999"/>
                          </a:cubicBezTo>
                          <a:cubicBezTo>
                            <a:pt x="14856" y="39712"/>
                            <a:pt x="15429" y="33777"/>
                            <a:pt x="14845" y="27938"/>
                          </a:cubicBezTo>
                          <a:cubicBezTo>
                            <a:pt x="14250" y="22099"/>
                            <a:pt x="12509" y="16391"/>
                            <a:pt x="9882" y="11536"/>
                          </a:cubicBezTo>
                          <a:cubicBezTo>
                            <a:pt x="7266" y="6671"/>
                            <a:pt x="3784" y="2671"/>
                            <a:pt x="0" y="0"/>
                          </a:cubicBezTo>
                          <a:lnTo>
                            <a:pt x="0" y="0"/>
                          </a:lnTo>
                          <a:cubicBezTo>
                            <a:pt x="0" y="0"/>
                            <a:pt x="0" y="0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8" name="Google Shape;898;p20"/>
                    <p:cNvSpPr/>
                    <p:nvPr/>
                  </p:nvSpPr>
                  <p:spPr>
                    <a:xfrm>
                      <a:off x="-426266" y="4847812"/>
                      <a:ext cx="229082" cy="111741"/>
                    </a:xfrm>
                    <a:custGeom>
                      <a:rect b="b" l="l" r="r" t="t"/>
                      <a:pathLst>
                        <a:path extrusionOk="0" h="30614" w="52005">
                          <a:moveTo>
                            <a:pt x="52005" y="3174"/>
                          </a:moveTo>
                          <a:cubicBezTo>
                            <a:pt x="47821" y="990"/>
                            <a:pt x="42448" y="-200"/>
                            <a:pt x="36717" y="28"/>
                          </a:cubicBezTo>
                          <a:cubicBezTo>
                            <a:pt x="30998" y="233"/>
                            <a:pt x="24965" y="1855"/>
                            <a:pt x="19570" y="4699"/>
                          </a:cubicBezTo>
                          <a:cubicBezTo>
                            <a:pt x="14175" y="7553"/>
                            <a:pt x="9439" y="11618"/>
                            <a:pt x="6033" y="16224"/>
                          </a:cubicBezTo>
                          <a:cubicBezTo>
                            <a:pt x="2616" y="20819"/>
                            <a:pt x="562" y="25933"/>
                            <a:pt x="0" y="30614"/>
                          </a:cubicBezTo>
                          <a:lnTo>
                            <a:pt x="0" y="30614"/>
                          </a:lnTo>
                          <a:cubicBezTo>
                            <a:pt x="8239" y="25879"/>
                            <a:pt x="16715" y="20668"/>
                            <a:pt x="25548" y="16029"/>
                          </a:cubicBezTo>
                          <a:cubicBezTo>
                            <a:pt x="34360" y="11358"/>
                            <a:pt x="43453" y="7304"/>
                            <a:pt x="52005" y="3174"/>
                          </a:cubicBezTo>
                          <a:lnTo>
                            <a:pt x="52005" y="3174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899" name="Google Shape;899;p20"/>
              <p:cNvSpPr/>
              <p:nvPr/>
            </p:nvSpPr>
            <p:spPr>
              <a:xfrm flipH="1">
                <a:off x="-553949" y="4145208"/>
                <a:ext cx="1176703" cy="192649"/>
              </a:xfrm>
              <a:custGeom>
                <a:rect b="b" l="l" r="r" t="t"/>
                <a:pathLst>
                  <a:path extrusionOk="0" h="29961" w="183002">
                    <a:moveTo>
                      <a:pt x="11" y="29962"/>
                    </a:moveTo>
                    <a:lnTo>
                      <a:pt x="183003" y="29962"/>
                    </a:lnTo>
                    <a:cubicBezTo>
                      <a:pt x="180494" y="21982"/>
                      <a:pt x="170526" y="15701"/>
                      <a:pt x="162374" y="17625"/>
                    </a:cubicBezTo>
                    <a:cubicBezTo>
                      <a:pt x="160016" y="7440"/>
                      <a:pt x="149864" y="-355"/>
                      <a:pt x="139420" y="12"/>
                    </a:cubicBezTo>
                    <a:cubicBezTo>
                      <a:pt x="128975" y="380"/>
                      <a:pt x="119385" y="8857"/>
                      <a:pt x="117742" y="19182"/>
                    </a:cubicBezTo>
                    <a:cubicBezTo>
                      <a:pt x="114022" y="14511"/>
                      <a:pt x="107470" y="12306"/>
                      <a:pt x="101697" y="13787"/>
                    </a:cubicBezTo>
                    <a:cubicBezTo>
                      <a:pt x="95912" y="15257"/>
                      <a:pt x="91220" y="20339"/>
                      <a:pt x="90193" y="26210"/>
                    </a:cubicBezTo>
                    <a:cubicBezTo>
                      <a:pt x="86138" y="17625"/>
                      <a:pt x="72656" y="15711"/>
                      <a:pt x="66375" y="22826"/>
                    </a:cubicBezTo>
                    <a:cubicBezTo>
                      <a:pt x="45897" y="10403"/>
                      <a:pt x="17439" y="13538"/>
                      <a:pt x="0" y="299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0" name="Google Shape;900;p20"/>
            <p:cNvGrpSpPr/>
            <p:nvPr/>
          </p:nvGrpSpPr>
          <p:grpSpPr>
            <a:xfrm>
              <a:off x="7084734" y="3930322"/>
              <a:ext cx="2058714" cy="678320"/>
              <a:chOff x="7084734" y="3930322"/>
              <a:chExt cx="2058714" cy="678320"/>
            </a:xfrm>
          </p:grpSpPr>
          <p:sp>
            <p:nvSpPr>
              <p:cNvPr id="901" name="Google Shape;901;p20"/>
              <p:cNvSpPr/>
              <p:nvPr/>
            </p:nvSpPr>
            <p:spPr>
              <a:xfrm>
                <a:off x="8145620" y="3930322"/>
                <a:ext cx="997812" cy="678320"/>
              </a:xfrm>
              <a:custGeom>
                <a:rect b="b" l="l" r="r" t="t"/>
                <a:pathLst>
                  <a:path extrusionOk="0" h="185841" w="226518">
                    <a:moveTo>
                      <a:pt x="194332" y="1391"/>
                    </a:moveTo>
                    <a:cubicBezTo>
                      <a:pt x="175984" y="5326"/>
                      <a:pt x="158987" y="20452"/>
                      <a:pt x="158219" y="39200"/>
                    </a:cubicBezTo>
                    <a:cubicBezTo>
                      <a:pt x="154435" y="32637"/>
                      <a:pt x="146024" y="29156"/>
                      <a:pt x="138704" y="31113"/>
                    </a:cubicBezTo>
                    <a:cubicBezTo>
                      <a:pt x="131395" y="33080"/>
                      <a:pt x="125860" y="40314"/>
                      <a:pt x="125870" y="47882"/>
                    </a:cubicBezTo>
                    <a:cubicBezTo>
                      <a:pt x="119156" y="35200"/>
                      <a:pt x="102798" y="29102"/>
                      <a:pt x="88958" y="32864"/>
                    </a:cubicBezTo>
                    <a:cubicBezTo>
                      <a:pt x="75119" y="36637"/>
                      <a:pt x="64469" y="49114"/>
                      <a:pt x="61345" y="63116"/>
                    </a:cubicBezTo>
                    <a:cubicBezTo>
                      <a:pt x="58220" y="77117"/>
                      <a:pt x="62091" y="92178"/>
                      <a:pt x="70222" y="104007"/>
                    </a:cubicBezTo>
                    <a:cubicBezTo>
                      <a:pt x="61712" y="101055"/>
                      <a:pt x="51625" y="109780"/>
                      <a:pt x="53312" y="118624"/>
                    </a:cubicBezTo>
                    <a:cubicBezTo>
                      <a:pt x="37180" y="119251"/>
                      <a:pt x="21481" y="127328"/>
                      <a:pt x="11589" y="140086"/>
                    </a:cubicBezTo>
                    <a:cubicBezTo>
                      <a:pt x="1695" y="152855"/>
                      <a:pt x="-2208" y="170067"/>
                      <a:pt x="1220" y="185842"/>
                    </a:cubicBezTo>
                    <a:cubicBezTo>
                      <a:pt x="72730" y="158498"/>
                      <a:pt x="150003" y="148530"/>
                      <a:pt x="226518" y="151914"/>
                    </a:cubicBezTo>
                    <a:lnTo>
                      <a:pt x="226518" y="2212"/>
                    </a:lnTo>
                    <a:cubicBezTo>
                      <a:pt x="215847" y="-166"/>
                      <a:pt x="204959" y="-901"/>
                      <a:pt x="194321" y="13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02" name="Google Shape;902;p20"/>
              <p:cNvGrpSpPr/>
              <p:nvPr/>
            </p:nvGrpSpPr>
            <p:grpSpPr>
              <a:xfrm>
                <a:off x="7084734" y="4426965"/>
                <a:ext cx="2058714" cy="179549"/>
                <a:chOff x="7814590" y="4271587"/>
                <a:chExt cx="1326491" cy="334731"/>
              </a:xfrm>
            </p:grpSpPr>
            <p:sp>
              <p:nvSpPr>
                <p:cNvPr id="903" name="Google Shape;903;p20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4" name="Google Shape;904;p20"/>
                <p:cNvSpPr/>
                <p:nvPr/>
              </p:nvSpPr>
              <p:spPr>
                <a:xfrm>
                  <a:off x="7814590" y="4271587"/>
                  <a:ext cx="1326491" cy="334731"/>
                </a:xfrm>
                <a:custGeom>
                  <a:rect b="b" l="l" r="r" t="t"/>
                  <a:pathLst>
                    <a:path extrusionOk="0" h="91707" w="301133">
                      <a:moveTo>
                        <a:pt x="252340" y="4768"/>
                      </a:moveTo>
                      <a:cubicBezTo>
                        <a:pt x="222250" y="5319"/>
                        <a:pt x="192009" y="1578"/>
                        <a:pt x="162135" y="5233"/>
                      </a:cubicBezTo>
                      <a:cubicBezTo>
                        <a:pt x="100291" y="12791"/>
                        <a:pt x="47908" y="50437"/>
                        <a:pt x="0" y="91707"/>
                      </a:cubicBezTo>
                      <a:lnTo>
                        <a:pt x="88971" y="91707"/>
                      </a:lnTo>
                      <a:cubicBezTo>
                        <a:pt x="116347" y="70548"/>
                        <a:pt x="145734" y="52741"/>
                        <a:pt x="178851" y="43366"/>
                      </a:cubicBezTo>
                      <a:cubicBezTo>
                        <a:pt x="216768" y="32641"/>
                        <a:pt x="256870" y="33820"/>
                        <a:pt x="296041" y="29614"/>
                      </a:cubicBezTo>
                      <a:cubicBezTo>
                        <a:pt x="297739" y="29430"/>
                        <a:pt x="299436" y="29235"/>
                        <a:pt x="301134" y="29020"/>
                      </a:cubicBezTo>
                      <a:lnTo>
                        <a:pt x="301134" y="0"/>
                      </a:lnTo>
                      <a:cubicBezTo>
                        <a:pt x="285024" y="2854"/>
                        <a:pt x="268698" y="4465"/>
                        <a:pt x="252340" y="47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0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0"/>
            <p:cNvGrpSpPr/>
            <p:nvPr/>
          </p:nvGrpSpPr>
          <p:grpSpPr>
            <a:xfrm flipH="1">
              <a:off x="-373" y="4426965"/>
              <a:ext cx="2058714" cy="179549"/>
              <a:chOff x="7814590" y="4271587"/>
              <a:chExt cx="1326491" cy="334731"/>
            </a:xfrm>
          </p:grpSpPr>
          <p:sp>
            <p:nvSpPr>
              <p:cNvPr id="907" name="Google Shape;907;p20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20"/>
              <p:cNvSpPr/>
              <p:nvPr/>
            </p:nvSpPr>
            <p:spPr>
              <a:xfrm>
                <a:off x="7814590" y="4271587"/>
                <a:ext cx="1326491" cy="334731"/>
              </a:xfrm>
              <a:custGeom>
                <a:rect b="b" l="l" r="r" t="t"/>
                <a:pathLst>
                  <a:path extrusionOk="0" h="91707" w="301133">
                    <a:moveTo>
                      <a:pt x="252340" y="4768"/>
                    </a:moveTo>
                    <a:cubicBezTo>
                      <a:pt x="222250" y="5319"/>
                      <a:pt x="192009" y="1578"/>
                      <a:pt x="162135" y="5233"/>
                    </a:cubicBezTo>
                    <a:cubicBezTo>
                      <a:pt x="100291" y="12791"/>
                      <a:pt x="47908" y="50437"/>
                      <a:pt x="0" y="91707"/>
                    </a:cubicBezTo>
                    <a:lnTo>
                      <a:pt x="88971" y="91707"/>
                    </a:lnTo>
                    <a:cubicBezTo>
                      <a:pt x="116347" y="70548"/>
                      <a:pt x="145734" y="52741"/>
                      <a:pt x="178851" y="43366"/>
                    </a:cubicBezTo>
                    <a:cubicBezTo>
                      <a:pt x="216768" y="32641"/>
                      <a:pt x="256870" y="33820"/>
                      <a:pt x="296041" y="29614"/>
                    </a:cubicBezTo>
                    <a:cubicBezTo>
                      <a:pt x="297739" y="29430"/>
                      <a:pt x="299436" y="29235"/>
                      <a:pt x="301134" y="29020"/>
                    </a:cubicBezTo>
                    <a:lnTo>
                      <a:pt x="301134" y="0"/>
                    </a:lnTo>
                    <a:cubicBezTo>
                      <a:pt x="285024" y="2854"/>
                      <a:pt x="268698" y="4465"/>
                      <a:pt x="252340" y="47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20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0" name="Google Shape;91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1" name="Google Shape;911;p20"/>
          <p:cNvSpPr txBox="1"/>
          <p:nvPr>
            <p:ph idx="1" type="subTitle"/>
          </p:nvPr>
        </p:nvSpPr>
        <p:spPr>
          <a:xfrm>
            <a:off x="720000" y="1649827"/>
            <a:ext cx="33183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2" name="Google Shape;912;p20"/>
          <p:cNvSpPr txBox="1"/>
          <p:nvPr>
            <p:ph idx="2" type="subTitle"/>
          </p:nvPr>
        </p:nvSpPr>
        <p:spPr>
          <a:xfrm>
            <a:off x="4399194" y="1649822"/>
            <a:ext cx="33183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3" name="Google Shape;913;p20"/>
          <p:cNvSpPr txBox="1"/>
          <p:nvPr>
            <p:ph idx="3" type="subTitle"/>
          </p:nvPr>
        </p:nvSpPr>
        <p:spPr>
          <a:xfrm>
            <a:off x="720000" y="3268101"/>
            <a:ext cx="33183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4" name="Google Shape;914;p20"/>
          <p:cNvSpPr txBox="1"/>
          <p:nvPr>
            <p:ph idx="4" type="subTitle"/>
          </p:nvPr>
        </p:nvSpPr>
        <p:spPr>
          <a:xfrm>
            <a:off x="4399180" y="3268099"/>
            <a:ext cx="33183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15" name="Google Shape;915;p20"/>
          <p:cNvSpPr txBox="1"/>
          <p:nvPr>
            <p:ph idx="5" type="subTitle"/>
          </p:nvPr>
        </p:nvSpPr>
        <p:spPr>
          <a:xfrm>
            <a:off x="720000" y="1434054"/>
            <a:ext cx="3318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6" name="Google Shape;916;p20"/>
          <p:cNvSpPr txBox="1"/>
          <p:nvPr>
            <p:ph idx="6" type="subTitle"/>
          </p:nvPr>
        </p:nvSpPr>
        <p:spPr>
          <a:xfrm>
            <a:off x="720000" y="3052409"/>
            <a:ext cx="3318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7" name="Google Shape;917;p20"/>
          <p:cNvSpPr txBox="1"/>
          <p:nvPr>
            <p:ph idx="7" type="subTitle"/>
          </p:nvPr>
        </p:nvSpPr>
        <p:spPr>
          <a:xfrm>
            <a:off x="4399157" y="1434050"/>
            <a:ext cx="3318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8" name="Google Shape;918;p20"/>
          <p:cNvSpPr txBox="1"/>
          <p:nvPr>
            <p:ph idx="8" type="subTitle"/>
          </p:nvPr>
        </p:nvSpPr>
        <p:spPr>
          <a:xfrm>
            <a:off x="4399157" y="3052402"/>
            <a:ext cx="33183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Google Shape;920;p21"/>
          <p:cNvGrpSpPr/>
          <p:nvPr/>
        </p:nvGrpSpPr>
        <p:grpSpPr>
          <a:xfrm>
            <a:off x="-313410" y="0"/>
            <a:ext cx="9653988" cy="5143797"/>
            <a:chOff x="-313410" y="0"/>
            <a:chExt cx="9653988" cy="5143797"/>
          </a:xfrm>
        </p:grpSpPr>
        <p:grpSp>
          <p:nvGrpSpPr>
            <p:cNvPr id="921" name="Google Shape;921;p21"/>
            <p:cNvGrpSpPr/>
            <p:nvPr/>
          </p:nvGrpSpPr>
          <p:grpSpPr>
            <a:xfrm>
              <a:off x="-313410" y="0"/>
              <a:ext cx="9653988" cy="5143797"/>
              <a:chOff x="-313410" y="0"/>
              <a:chExt cx="9653988" cy="5143797"/>
            </a:xfrm>
          </p:grpSpPr>
          <p:grpSp>
            <p:nvGrpSpPr>
              <p:cNvPr id="922" name="Google Shape;922;p21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923" name="Google Shape;923;p21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21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21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21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927" name="Google Shape;927;p21"/>
              <p:cNvGrpSpPr/>
              <p:nvPr/>
            </p:nvGrpSpPr>
            <p:grpSpPr>
              <a:xfrm flipH="1">
                <a:off x="43" y="4603847"/>
                <a:ext cx="9144293" cy="539950"/>
                <a:chOff x="43" y="4603847"/>
                <a:chExt cx="9144293" cy="539950"/>
              </a:xfrm>
            </p:grpSpPr>
            <p:sp>
              <p:nvSpPr>
                <p:cNvPr id="928" name="Google Shape;928;p21"/>
                <p:cNvSpPr/>
                <p:nvPr/>
              </p:nvSpPr>
              <p:spPr>
                <a:xfrm>
                  <a:off x="50" y="460384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9" name="Google Shape;929;p21"/>
                <p:cNvSpPr/>
                <p:nvPr/>
              </p:nvSpPr>
              <p:spPr>
                <a:xfrm>
                  <a:off x="50" y="4603997"/>
                  <a:ext cx="9144287" cy="539799"/>
                </a:xfrm>
                <a:custGeom>
                  <a:rect b="b" l="l" r="r" t="t"/>
                  <a:pathLst>
                    <a:path extrusionOk="0" h="21168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211687"/>
                      </a:lnTo>
                      <a:lnTo>
                        <a:pt x="0" y="211687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0" name="Google Shape;930;p21"/>
                <p:cNvSpPr/>
                <p:nvPr/>
              </p:nvSpPr>
              <p:spPr>
                <a:xfrm>
                  <a:off x="50" y="4655044"/>
                  <a:ext cx="9144287" cy="488713"/>
                </a:xfrm>
                <a:custGeom>
                  <a:rect b="b" l="l" r="r" t="t"/>
                  <a:pathLst>
                    <a:path extrusionOk="0" h="19165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91652"/>
                      </a:lnTo>
                      <a:lnTo>
                        <a:pt x="0" y="191652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21"/>
                <p:cNvSpPr/>
                <p:nvPr/>
              </p:nvSpPr>
              <p:spPr>
                <a:xfrm>
                  <a:off x="50" y="4724379"/>
                  <a:ext cx="9144287" cy="419345"/>
                </a:xfrm>
                <a:custGeom>
                  <a:rect b="b" l="l" r="r" t="t"/>
                  <a:pathLst>
                    <a:path extrusionOk="0" h="164449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64450"/>
                      </a:lnTo>
                      <a:lnTo>
                        <a:pt x="0" y="164450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21"/>
                <p:cNvSpPr/>
                <p:nvPr/>
              </p:nvSpPr>
              <p:spPr>
                <a:xfrm>
                  <a:off x="50" y="4843220"/>
                  <a:ext cx="9144287" cy="300405"/>
                </a:xfrm>
                <a:custGeom>
                  <a:rect b="b" l="l" r="r" t="t"/>
                  <a:pathLst>
                    <a:path extrusionOk="0" h="11780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117806"/>
                      </a:lnTo>
                      <a:lnTo>
                        <a:pt x="0" y="117806"/>
                      </a:ln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21"/>
                <p:cNvSpPr/>
                <p:nvPr/>
              </p:nvSpPr>
              <p:spPr>
                <a:xfrm>
                  <a:off x="43" y="4905855"/>
                  <a:ext cx="9144287" cy="237491"/>
                </a:xfrm>
                <a:custGeom>
                  <a:rect b="b" l="l" r="r" t="t"/>
                  <a:pathLst>
                    <a:path extrusionOk="0" h="65066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65066"/>
                      </a:lnTo>
                      <a:lnTo>
                        <a:pt x="0" y="6506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34" name="Google Shape;934;p21"/>
                <p:cNvGrpSpPr/>
                <p:nvPr/>
              </p:nvGrpSpPr>
              <p:grpSpPr>
                <a:xfrm>
                  <a:off x="206231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935" name="Google Shape;935;p21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6" name="Google Shape;936;p21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37" name="Google Shape;937;p21"/>
                <p:cNvGrpSpPr/>
                <p:nvPr/>
              </p:nvGrpSpPr>
              <p:grpSpPr>
                <a:xfrm>
                  <a:off x="609226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938" name="Google Shape;938;p21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9" name="Google Shape;939;p21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0" name="Google Shape;940;p21"/>
                <p:cNvGrpSpPr/>
                <p:nvPr/>
              </p:nvGrpSpPr>
              <p:grpSpPr>
                <a:xfrm>
                  <a:off x="1292902" y="4770096"/>
                  <a:ext cx="343944" cy="212303"/>
                  <a:chOff x="1292902" y="4770096"/>
                  <a:chExt cx="343944" cy="212303"/>
                </a:xfrm>
              </p:grpSpPr>
              <p:sp>
                <p:nvSpPr>
                  <p:cNvPr id="941" name="Google Shape;941;p21"/>
                  <p:cNvSpPr/>
                  <p:nvPr/>
                </p:nvSpPr>
                <p:spPr>
                  <a:xfrm>
                    <a:off x="1292902" y="4770096"/>
                    <a:ext cx="119265" cy="188909"/>
                  </a:xfrm>
                  <a:custGeom>
                    <a:rect b="b" l="l" r="r" t="t"/>
                    <a:pathLst>
                      <a:path extrusionOk="0" h="51756" w="27075">
                        <a:moveTo>
                          <a:pt x="0" y="0"/>
                        </a:moveTo>
                        <a:cubicBezTo>
                          <a:pt x="1589" y="8909"/>
                          <a:pt x="5395" y="18478"/>
                          <a:pt x="10044" y="27560"/>
                        </a:cubicBezTo>
                        <a:cubicBezTo>
                          <a:pt x="14726" y="36631"/>
                          <a:pt x="20294" y="45280"/>
                          <a:pt x="26619" y="51757"/>
                        </a:cubicBezTo>
                        <a:lnTo>
                          <a:pt x="26619" y="51757"/>
                        </a:lnTo>
                        <a:cubicBezTo>
                          <a:pt x="28089" y="42837"/>
                          <a:pt x="25959" y="31711"/>
                          <a:pt x="20921" y="21970"/>
                        </a:cubicBezTo>
                        <a:cubicBezTo>
                          <a:pt x="15926" y="12207"/>
                          <a:pt x="8109" y="4001"/>
                          <a:pt x="0" y="11"/>
                        </a:cubicBez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2" name="Google Shape;942;p21"/>
                  <p:cNvSpPr/>
                  <p:nvPr/>
                </p:nvSpPr>
                <p:spPr>
                  <a:xfrm>
                    <a:off x="1418749" y="4798061"/>
                    <a:ext cx="48385" cy="165666"/>
                  </a:xfrm>
                  <a:custGeom>
                    <a:rect b="b" l="l" r="r" t="t"/>
                    <a:pathLst>
                      <a:path extrusionOk="0" h="45388" w="10984">
                        <a:moveTo>
                          <a:pt x="4546" y="0"/>
                        </a:moveTo>
                        <a:cubicBezTo>
                          <a:pt x="2827" y="6984"/>
                          <a:pt x="1919" y="14780"/>
                          <a:pt x="1140" y="22575"/>
                        </a:cubicBezTo>
                        <a:cubicBezTo>
                          <a:pt x="394" y="30371"/>
                          <a:pt x="-244" y="38198"/>
                          <a:pt x="92" y="45388"/>
                        </a:cubicBezTo>
                        <a:lnTo>
                          <a:pt x="92" y="45388"/>
                        </a:lnTo>
                        <a:cubicBezTo>
                          <a:pt x="5681" y="40901"/>
                          <a:pt x="9963" y="32479"/>
                          <a:pt x="10795" y="23526"/>
                        </a:cubicBezTo>
                        <a:cubicBezTo>
                          <a:pt x="11725" y="14585"/>
                          <a:pt x="9152" y="5492"/>
                          <a:pt x="4546" y="0"/>
                        </a:cubicBezTo>
                        <a:lnTo>
                          <a:pt x="4546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3" name="Google Shape;943;p21"/>
                  <p:cNvSpPr/>
                  <p:nvPr/>
                </p:nvSpPr>
                <p:spPr>
                  <a:xfrm>
                    <a:off x="1438383" y="4787570"/>
                    <a:ext cx="198463" cy="194830"/>
                  </a:xfrm>
                  <a:custGeom>
                    <a:rect b="b" l="l" r="r" t="t"/>
                    <a:pathLst>
                      <a:path extrusionOk="0" h="53378" w="45054">
                        <a:moveTo>
                          <a:pt x="45054" y="0"/>
                        </a:moveTo>
                        <a:cubicBezTo>
                          <a:pt x="39583" y="346"/>
                          <a:pt x="33604" y="2119"/>
                          <a:pt x="27896" y="5244"/>
                        </a:cubicBezTo>
                        <a:cubicBezTo>
                          <a:pt x="22187" y="8347"/>
                          <a:pt x="16781" y="12779"/>
                          <a:pt x="12348" y="18056"/>
                        </a:cubicBezTo>
                        <a:cubicBezTo>
                          <a:pt x="7926" y="23332"/>
                          <a:pt x="4488" y="29430"/>
                          <a:pt x="2412" y="35582"/>
                        </a:cubicBezTo>
                        <a:cubicBezTo>
                          <a:pt x="325" y="41734"/>
                          <a:pt x="-399" y="47929"/>
                          <a:pt x="206" y="53379"/>
                        </a:cubicBezTo>
                        <a:lnTo>
                          <a:pt x="206" y="53379"/>
                        </a:lnTo>
                        <a:cubicBezTo>
                          <a:pt x="8261" y="45864"/>
                          <a:pt x="16024" y="36749"/>
                          <a:pt x="23733" y="27614"/>
                        </a:cubicBezTo>
                        <a:cubicBezTo>
                          <a:pt x="31399" y="18445"/>
                          <a:pt x="39043" y="9233"/>
                          <a:pt x="45043" y="0"/>
                        </a:cubicBezTo>
                        <a:lnTo>
                          <a:pt x="4504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4" name="Google Shape;944;p21"/>
                <p:cNvGrpSpPr/>
                <p:nvPr/>
              </p:nvGrpSpPr>
              <p:grpSpPr>
                <a:xfrm>
                  <a:off x="8291396" y="4794866"/>
                  <a:ext cx="363460" cy="179560"/>
                  <a:chOff x="8291396" y="4794866"/>
                  <a:chExt cx="363460" cy="179560"/>
                </a:xfrm>
              </p:grpSpPr>
              <p:sp>
                <p:nvSpPr>
                  <p:cNvPr id="945" name="Google Shape;945;p21"/>
                  <p:cNvSpPr/>
                  <p:nvPr/>
                </p:nvSpPr>
                <p:spPr>
                  <a:xfrm>
                    <a:off x="82913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6" name="Google Shape;946;p21"/>
                  <p:cNvSpPr/>
                  <p:nvPr/>
                </p:nvSpPr>
                <p:spPr>
                  <a:xfrm>
                    <a:off x="84290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47" name="Google Shape;947;p21"/>
                  <p:cNvSpPr/>
                  <p:nvPr/>
                </p:nvSpPr>
                <p:spPr>
                  <a:xfrm>
                    <a:off x="84639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48" name="Google Shape;948;p21"/>
                <p:cNvGrpSpPr/>
                <p:nvPr/>
              </p:nvGrpSpPr>
              <p:grpSpPr>
                <a:xfrm>
                  <a:off x="8694053" y="4744852"/>
                  <a:ext cx="328964" cy="214701"/>
                  <a:chOff x="8694053" y="4744852"/>
                  <a:chExt cx="328964" cy="214701"/>
                </a:xfrm>
              </p:grpSpPr>
              <p:sp>
                <p:nvSpPr>
                  <p:cNvPr id="949" name="Google Shape;949;p21"/>
                  <p:cNvSpPr/>
                  <p:nvPr/>
                </p:nvSpPr>
                <p:spPr>
                  <a:xfrm>
                    <a:off x="86940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0" name="Google Shape;950;p21"/>
                  <p:cNvSpPr/>
                  <p:nvPr/>
                </p:nvSpPr>
                <p:spPr>
                  <a:xfrm>
                    <a:off x="87581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1" name="Google Shape;951;p21"/>
                  <p:cNvSpPr/>
                  <p:nvPr/>
                </p:nvSpPr>
                <p:spPr>
                  <a:xfrm>
                    <a:off x="87939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52" name="Google Shape;952;p21"/>
              <p:cNvSpPr/>
              <p:nvPr/>
            </p:nvSpPr>
            <p:spPr>
              <a:xfrm flipH="1">
                <a:off x="-313410" y="3352753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21"/>
              <p:cNvSpPr/>
              <p:nvPr/>
            </p:nvSpPr>
            <p:spPr>
              <a:xfrm>
                <a:off x="8430765" y="3496391"/>
                <a:ext cx="909813" cy="113946"/>
              </a:xfrm>
              <a:custGeom>
                <a:rect b="b" l="l" r="r" t="t"/>
                <a:pathLst>
                  <a:path extrusionOk="0" h="17721" w="141495">
                    <a:moveTo>
                      <a:pt x="141495" y="17721"/>
                    </a:moveTo>
                    <a:lnTo>
                      <a:pt x="0" y="17721"/>
                    </a:lnTo>
                    <a:cubicBezTo>
                      <a:pt x="1384" y="13104"/>
                      <a:pt x="5925" y="7709"/>
                      <a:pt x="10584" y="6509"/>
                    </a:cubicBezTo>
                    <a:cubicBezTo>
                      <a:pt x="15255" y="5309"/>
                      <a:pt x="20499" y="6726"/>
                      <a:pt x="23937" y="10098"/>
                    </a:cubicBezTo>
                    <a:cubicBezTo>
                      <a:pt x="28532" y="3136"/>
                      <a:pt x="37236" y="-876"/>
                      <a:pt x="45507" y="162"/>
                    </a:cubicBezTo>
                    <a:cubicBezTo>
                      <a:pt x="53778" y="1200"/>
                      <a:pt x="61228" y="7233"/>
                      <a:pt x="63963" y="15115"/>
                    </a:cubicBezTo>
                    <a:cubicBezTo>
                      <a:pt x="68861" y="12120"/>
                      <a:pt x="75197" y="11623"/>
                      <a:pt x="80506" y="13829"/>
                    </a:cubicBezTo>
                    <a:cubicBezTo>
                      <a:pt x="98831" y="6768"/>
                      <a:pt x="124164" y="8498"/>
                      <a:pt x="141495" y="1772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4" name="Google Shape;954;p21"/>
            <p:cNvGrpSpPr/>
            <p:nvPr/>
          </p:nvGrpSpPr>
          <p:grpSpPr>
            <a:xfrm>
              <a:off x="-373" y="4426965"/>
              <a:ext cx="9143821" cy="179550"/>
              <a:chOff x="-373" y="4426965"/>
              <a:chExt cx="9143821" cy="179550"/>
            </a:xfrm>
          </p:grpSpPr>
          <p:grpSp>
            <p:nvGrpSpPr>
              <p:cNvPr id="955" name="Google Shape;955;p21"/>
              <p:cNvGrpSpPr/>
              <p:nvPr/>
            </p:nvGrpSpPr>
            <p:grpSpPr>
              <a:xfrm>
                <a:off x="7084734" y="4426965"/>
                <a:ext cx="2058714" cy="179549"/>
                <a:chOff x="7814590" y="4271587"/>
                <a:chExt cx="1326491" cy="334731"/>
              </a:xfrm>
            </p:grpSpPr>
            <p:sp>
              <p:nvSpPr>
                <p:cNvPr id="956" name="Google Shape;956;p21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21"/>
                <p:cNvSpPr/>
                <p:nvPr/>
              </p:nvSpPr>
              <p:spPr>
                <a:xfrm>
                  <a:off x="7814590" y="4271587"/>
                  <a:ext cx="1326491" cy="334731"/>
                </a:xfrm>
                <a:custGeom>
                  <a:rect b="b" l="l" r="r" t="t"/>
                  <a:pathLst>
                    <a:path extrusionOk="0" h="91707" w="301133">
                      <a:moveTo>
                        <a:pt x="252340" y="4768"/>
                      </a:moveTo>
                      <a:cubicBezTo>
                        <a:pt x="222250" y="5319"/>
                        <a:pt x="192009" y="1578"/>
                        <a:pt x="162135" y="5233"/>
                      </a:cubicBezTo>
                      <a:cubicBezTo>
                        <a:pt x="100291" y="12791"/>
                        <a:pt x="47908" y="50437"/>
                        <a:pt x="0" y="91707"/>
                      </a:cubicBezTo>
                      <a:lnTo>
                        <a:pt x="88971" y="91707"/>
                      </a:lnTo>
                      <a:cubicBezTo>
                        <a:pt x="116347" y="70548"/>
                        <a:pt x="145734" y="52741"/>
                        <a:pt x="178851" y="43366"/>
                      </a:cubicBezTo>
                      <a:cubicBezTo>
                        <a:pt x="216768" y="32641"/>
                        <a:pt x="256870" y="33820"/>
                        <a:pt x="296041" y="29614"/>
                      </a:cubicBezTo>
                      <a:cubicBezTo>
                        <a:pt x="297739" y="29430"/>
                        <a:pt x="299436" y="29235"/>
                        <a:pt x="301134" y="29020"/>
                      </a:cubicBezTo>
                      <a:lnTo>
                        <a:pt x="301134" y="0"/>
                      </a:lnTo>
                      <a:cubicBezTo>
                        <a:pt x="285024" y="2854"/>
                        <a:pt x="268698" y="4465"/>
                        <a:pt x="252340" y="47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21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59" name="Google Shape;959;p21"/>
              <p:cNvGrpSpPr/>
              <p:nvPr/>
            </p:nvGrpSpPr>
            <p:grpSpPr>
              <a:xfrm flipH="1">
                <a:off x="-373" y="4426965"/>
                <a:ext cx="2058714" cy="179549"/>
                <a:chOff x="7814590" y="4271587"/>
                <a:chExt cx="1326491" cy="334731"/>
              </a:xfrm>
            </p:grpSpPr>
            <p:sp>
              <p:nvSpPr>
                <p:cNvPr id="960" name="Google Shape;960;p21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1" name="Google Shape;961;p21"/>
                <p:cNvSpPr/>
                <p:nvPr/>
              </p:nvSpPr>
              <p:spPr>
                <a:xfrm>
                  <a:off x="7814590" y="4271587"/>
                  <a:ext cx="1326491" cy="334731"/>
                </a:xfrm>
                <a:custGeom>
                  <a:rect b="b" l="l" r="r" t="t"/>
                  <a:pathLst>
                    <a:path extrusionOk="0" h="91707" w="301133">
                      <a:moveTo>
                        <a:pt x="252340" y="4768"/>
                      </a:moveTo>
                      <a:cubicBezTo>
                        <a:pt x="222250" y="5319"/>
                        <a:pt x="192009" y="1578"/>
                        <a:pt x="162135" y="5233"/>
                      </a:cubicBezTo>
                      <a:cubicBezTo>
                        <a:pt x="100291" y="12791"/>
                        <a:pt x="47908" y="50437"/>
                        <a:pt x="0" y="91707"/>
                      </a:cubicBezTo>
                      <a:lnTo>
                        <a:pt x="88971" y="91707"/>
                      </a:lnTo>
                      <a:cubicBezTo>
                        <a:pt x="116347" y="70548"/>
                        <a:pt x="145734" y="52741"/>
                        <a:pt x="178851" y="43366"/>
                      </a:cubicBezTo>
                      <a:cubicBezTo>
                        <a:pt x="216768" y="32641"/>
                        <a:pt x="256870" y="33820"/>
                        <a:pt x="296041" y="29614"/>
                      </a:cubicBezTo>
                      <a:cubicBezTo>
                        <a:pt x="297739" y="29430"/>
                        <a:pt x="299436" y="29235"/>
                        <a:pt x="301134" y="29020"/>
                      </a:cubicBezTo>
                      <a:lnTo>
                        <a:pt x="301134" y="0"/>
                      </a:lnTo>
                      <a:cubicBezTo>
                        <a:pt x="285024" y="2854"/>
                        <a:pt x="268698" y="4465"/>
                        <a:pt x="252340" y="47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2" name="Google Shape;962;p21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63" name="Google Shape;96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4" name="Google Shape;964;p21"/>
          <p:cNvSpPr txBox="1"/>
          <p:nvPr>
            <p:ph idx="1" type="subTitle"/>
          </p:nvPr>
        </p:nvSpPr>
        <p:spPr>
          <a:xfrm>
            <a:off x="712900" y="1652827"/>
            <a:ext cx="24693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21"/>
          <p:cNvSpPr txBox="1"/>
          <p:nvPr>
            <p:ph idx="2" type="subTitle"/>
          </p:nvPr>
        </p:nvSpPr>
        <p:spPr>
          <a:xfrm>
            <a:off x="3281974" y="1652835"/>
            <a:ext cx="25797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66" name="Google Shape;966;p21"/>
          <p:cNvSpPr txBox="1"/>
          <p:nvPr>
            <p:ph idx="3" type="subTitle"/>
          </p:nvPr>
        </p:nvSpPr>
        <p:spPr>
          <a:xfrm>
            <a:off x="712900" y="3279124"/>
            <a:ext cx="24693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67" name="Google Shape;967;p21"/>
          <p:cNvSpPr txBox="1"/>
          <p:nvPr>
            <p:ph idx="4" type="subTitle"/>
          </p:nvPr>
        </p:nvSpPr>
        <p:spPr>
          <a:xfrm>
            <a:off x="3281985" y="3279125"/>
            <a:ext cx="25797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68" name="Google Shape;968;p21"/>
          <p:cNvSpPr txBox="1"/>
          <p:nvPr>
            <p:ph idx="5" type="subTitle"/>
          </p:nvPr>
        </p:nvSpPr>
        <p:spPr>
          <a:xfrm>
            <a:off x="5961452" y="1652832"/>
            <a:ext cx="24693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69" name="Google Shape;969;p21"/>
          <p:cNvSpPr txBox="1"/>
          <p:nvPr>
            <p:ph idx="6" type="subTitle"/>
          </p:nvPr>
        </p:nvSpPr>
        <p:spPr>
          <a:xfrm>
            <a:off x="5961475" y="3279124"/>
            <a:ext cx="2469300" cy="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970" name="Google Shape;970;p21"/>
          <p:cNvSpPr txBox="1"/>
          <p:nvPr>
            <p:ph idx="7" type="subTitle"/>
          </p:nvPr>
        </p:nvSpPr>
        <p:spPr>
          <a:xfrm>
            <a:off x="712900" y="1296900"/>
            <a:ext cx="24693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1" name="Google Shape;971;p21"/>
          <p:cNvSpPr txBox="1"/>
          <p:nvPr>
            <p:ph idx="8" type="subTitle"/>
          </p:nvPr>
        </p:nvSpPr>
        <p:spPr>
          <a:xfrm>
            <a:off x="3281974" y="1296900"/>
            <a:ext cx="25773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2" name="Google Shape;972;p21"/>
          <p:cNvSpPr txBox="1"/>
          <p:nvPr>
            <p:ph idx="9" type="subTitle"/>
          </p:nvPr>
        </p:nvSpPr>
        <p:spPr>
          <a:xfrm>
            <a:off x="5961452" y="1296900"/>
            <a:ext cx="24669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3" name="Google Shape;973;p21"/>
          <p:cNvSpPr txBox="1"/>
          <p:nvPr>
            <p:ph idx="13" type="subTitle"/>
          </p:nvPr>
        </p:nvSpPr>
        <p:spPr>
          <a:xfrm>
            <a:off x="712900" y="2925638"/>
            <a:ext cx="24693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4" name="Google Shape;974;p21"/>
          <p:cNvSpPr txBox="1"/>
          <p:nvPr>
            <p:ph idx="14" type="subTitle"/>
          </p:nvPr>
        </p:nvSpPr>
        <p:spPr>
          <a:xfrm>
            <a:off x="3281974" y="2925635"/>
            <a:ext cx="25773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5" name="Google Shape;975;p21"/>
          <p:cNvSpPr txBox="1"/>
          <p:nvPr>
            <p:ph idx="15" type="subTitle"/>
          </p:nvPr>
        </p:nvSpPr>
        <p:spPr>
          <a:xfrm>
            <a:off x="5961452" y="2925630"/>
            <a:ext cx="2469300" cy="50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7" name="Google Shape;977;p22"/>
          <p:cNvGrpSpPr/>
          <p:nvPr/>
        </p:nvGrpSpPr>
        <p:grpSpPr>
          <a:xfrm>
            <a:off x="-1981201" y="0"/>
            <a:ext cx="11579482" cy="5143797"/>
            <a:chOff x="-1981201" y="0"/>
            <a:chExt cx="11579482" cy="5143797"/>
          </a:xfrm>
        </p:grpSpPr>
        <p:grpSp>
          <p:nvGrpSpPr>
            <p:cNvPr id="978" name="Google Shape;978;p22"/>
            <p:cNvGrpSpPr/>
            <p:nvPr/>
          </p:nvGrpSpPr>
          <p:grpSpPr>
            <a:xfrm>
              <a:off x="-1981201" y="0"/>
              <a:ext cx="11579482" cy="5143757"/>
              <a:chOff x="-1981201" y="0"/>
              <a:chExt cx="11579482" cy="5143757"/>
            </a:xfrm>
          </p:grpSpPr>
          <p:grpSp>
            <p:nvGrpSpPr>
              <p:cNvPr id="979" name="Google Shape;979;p22"/>
              <p:cNvGrpSpPr/>
              <p:nvPr/>
            </p:nvGrpSpPr>
            <p:grpSpPr>
              <a:xfrm>
                <a:off x="8271790" y="4271587"/>
                <a:ext cx="1326491" cy="334731"/>
                <a:chOff x="7814590" y="4271587"/>
                <a:chExt cx="1326491" cy="334731"/>
              </a:xfrm>
            </p:grpSpPr>
            <p:sp>
              <p:nvSpPr>
                <p:cNvPr id="980" name="Google Shape;980;p22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1" name="Google Shape;981;p22"/>
                <p:cNvSpPr/>
                <p:nvPr/>
              </p:nvSpPr>
              <p:spPr>
                <a:xfrm>
                  <a:off x="7814590" y="4271587"/>
                  <a:ext cx="1326491" cy="334731"/>
                </a:xfrm>
                <a:custGeom>
                  <a:rect b="b" l="l" r="r" t="t"/>
                  <a:pathLst>
                    <a:path extrusionOk="0" h="91707" w="301133">
                      <a:moveTo>
                        <a:pt x="252340" y="4768"/>
                      </a:moveTo>
                      <a:cubicBezTo>
                        <a:pt x="222250" y="5319"/>
                        <a:pt x="192009" y="1578"/>
                        <a:pt x="162135" y="5233"/>
                      </a:cubicBezTo>
                      <a:cubicBezTo>
                        <a:pt x="100291" y="12791"/>
                        <a:pt x="47908" y="50437"/>
                        <a:pt x="0" y="91707"/>
                      </a:cubicBezTo>
                      <a:lnTo>
                        <a:pt x="88971" y="91707"/>
                      </a:lnTo>
                      <a:cubicBezTo>
                        <a:pt x="116347" y="70548"/>
                        <a:pt x="145734" y="52741"/>
                        <a:pt x="178851" y="43366"/>
                      </a:cubicBezTo>
                      <a:cubicBezTo>
                        <a:pt x="216768" y="32641"/>
                        <a:pt x="256870" y="33820"/>
                        <a:pt x="296041" y="29614"/>
                      </a:cubicBezTo>
                      <a:cubicBezTo>
                        <a:pt x="297739" y="29430"/>
                        <a:pt x="299436" y="29235"/>
                        <a:pt x="301134" y="29020"/>
                      </a:cubicBezTo>
                      <a:lnTo>
                        <a:pt x="301134" y="0"/>
                      </a:lnTo>
                      <a:cubicBezTo>
                        <a:pt x="285024" y="2854"/>
                        <a:pt x="268698" y="4465"/>
                        <a:pt x="252340" y="47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2" name="Google Shape;982;p22"/>
                <p:cNvSpPr/>
                <p:nvPr/>
              </p:nvSpPr>
              <p:spPr>
                <a:xfrm>
                  <a:off x="8206349" y="4377411"/>
                  <a:ext cx="934574" cy="228808"/>
                </a:xfrm>
                <a:custGeom>
                  <a:rect b="b" l="l" r="r" t="t"/>
                  <a:pathLst>
                    <a:path extrusionOk="0" h="62687" w="212162">
                      <a:moveTo>
                        <a:pt x="89879" y="14347"/>
                      </a:moveTo>
                      <a:cubicBezTo>
                        <a:pt x="56763" y="23721"/>
                        <a:pt x="27376" y="41529"/>
                        <a:pt x="0" y="62687"/>
                      </a:cubicBezTo>
                      <a:lnTo>
                        <a:pt x="212162" y="62687"/>
                      </a:lnTo>
                      <a:lnTo>
                        <a:pt x="212162" y="0"/>
                      </a:lnTo>
                      <a:cubicBezTo>
                        <a:pt x="210465" y="205"/>
                        <a:pt x="208767" y="411"/>
                        <a:pt x="207070" y="594"/>
                      </a:cubicBezTo>
                      <a:cubicBezTo>
                        <a:pt x="167898" y="4800"/>
                        <a:pt x="127786" y="3622"/>
                        <a:pt x="89879" y="14347"/>
                      </a:cubicBez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83" name="Google Shape;983;p22"/>
              <p:cNvGrpSpPr/>
              <p:nvPr/>
            </p:nvGrpSpPr>
            <p:grpSpPr>
              <a:xfrm>
                <a:off x="-1981201" y="3634654"/>
                <a:ext cx="5757520" cy="971959"/>
                <a:chOff x="-1" y="3634654"/>
                <a:chExt cx="5757520" cy="971959"/>
              </a:xfrm>
            </p:grpSpPr>
            <p:sp>
              <p:nvSpPr>
                <p:cNvPr id="984" name="Google Shape;984;p22"/>
                <p:cNvSpPr/>
                <p:nvPr/>
              </p:nvSpPr>
              <p:spPr>
                <a:xfrm>
                  <a:off x="1151432" y="3634654"/>
                  <a:ext cx="1254258" cy="629767"/>
                </a:xfrm>
                <a:custGeom>
                  <a:rect b="b" l="l" r="r" t="t"/>
                  <a:pathLst>
                    <a:path extrusionOk="0" h="172539" w="284735">
                      <a:moveTo>
                        <a:pt x="7229" y="111178"/>
                      </a:moveTo>
                      <a:cubicBezTo>
                        <a:pt x="18073" y="92128"/>
                        <a:pt x="40929" y="80667"/>
                        <a:pt x="62683" y="83380"/>
                      </a:cubicBezTo>
                      <a:cubicBezTo>
                        <a:pt x="62207" y="72406"/>
                        <a:pt x="76922" y="64265"/>
                        <a:pt x="85961" y="70504"/>
                      </a:cubicBezTo>
                      <a:cubicBezTo>
                        <a:pt x="80706" y="53442"/>
                        <a:pt x="91259" y="33148"/>
                        <a:pt x="108244" y="27645"/>
                      </a:cubicBezTo>
                      <a:cubicBezTo>
                        <a:pt x="125230" y="22153"/>
                        <a:pt x="145675" y="32413"/>
                        <a:pt x="151405" y="49323"/>
                      </a:cubicBezTo>
                      <a:cubicBezTo>
                        <a:pt x="157244" y="39322"/>
                        <a:pt x="173473" y="37863"/>
                        <a:pt x="180998" y="46653"/>
                      </a:cubicBezTo>
                      <a:cubicBezTo>
                        <a:pt x="184036" y="17266"/>
                        <a:pt x="216061" y="-5548"/>
                        <a:pt x="244831" y="1188"/>
                      </a:cubicBezTo>
                      <a:cubicBezTo>
                        <a:pt x="273602" y="7924"/>
                        <a:pt x="292177" y="42576"/>
                        <a:pt x="281851" y="70255"/>
                      </a:cubicBezTo>
                      <a:cubicBezTo>
                        <a:pt x="280522" y="73834"/>
                        <a:pt x="252551" y="79380"/>
                        <a:pt x="248053" y="80862"/>
                      </a:cubicBezTo>
                      <a:cubicBezTo>
                        <a:pt x="236030" y="84808"/>
                        <a:pt x="224062" y="88916"/>
                        <a:pt x="212158" y="93187"/>
                      </a:cubicBezTo>
                      <a:cubicBezTo>
                        <a:pt x="188339" y="101728"/>
                        <a:pt x="164758" y="110929"/>
                        <a:pt x="141448" y="120768"/>
                      </a:cubicBezTo>
                      <a:cubicBezTo>
                        <a:pt x="118137" y="130607"/>
                        <a:pt x="95097" y="141084"/>
                        <a:pt x="72360" y="152199"/>
                      </a:cubicBezTo>
                      <a:cubicBezTo>
                        <a:pt x="57180" y="159615"/>
                        <a:pt x="33696" y="178590"/>
                        <a:pt x="15835" y="170622"/>
                      </a:cubicBezTo>
                      <a:cubicBezTo>
                        <a:pt x="-5346" y="161172"/>
                        <a:pt x="-2102" y="127569"/>
                        <a:pt x="7229" y="11118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22"/>
                <p:cNvSpPr/>
                <p:nvPr/>
              </p:nvSpPr>
              <p:spPr>
                <a:xfrm>
                  <a:off x="-1" y="3924389"/>
                  <a:ext cx="5151374" cy="682083"/>
                </a:xfrm>
                <a:custGeom>
                  <a:rect b="b" l="l" r="r" t="t"/>
                  <a:pathLst>
                    <a:path extrusionOk="0" h="186872" w="1169438">
                      <a:moveTo>
                        <a:pt x="1073559" y="155615"/>
                      </a:moveTo>
                      <a:cubicBezTo>
                        <a:pt x="1047815" y="155962"/>
                        <a:pt x="1022180" y="158643"/>
                        <a:pt x="996664" y="161875"/>
                      </a:cubicBezTo>
                      <a:cubicBezTo>
                        <a:pt x="973332" y="164827"/>
                        <a:pt x="949654" y="165141"/>
                        <a:pt x="926117" y="162730"/>
                      </a:cubicBezTo>
                      <a:cubicBezTo>
                        <a:pt x="787962" y="148609"/>
                        <a:pt x="683724" y="17482"/>
                        <a:pt x="545753" y="1654"/>
                      </a:cubicBezTo>
                      <a:cubicBezTo>
                        <a:pt x="493899" y="-4293"/>
                        <a:pt x="450100" y="5708"/>
                        <a:pt x="405274" y="33127"/>
                      </a:cubicBezTo>
                      <a:cubicBezTo>
                        <a:pt x="369065" y="55281"/>
                        <a:pt x="336683" y="83295"/>
                        <a:pt x="300301" y="105178"/>
                      </a:cubicBezTo>
                      <a:cubicBezTo>
                        <a:pt x="243322" y="139473"/>
                        <a:pt x="176948" y="157984"/>
                        <a:pt x="110444" y="158146"/>
                      </a:cubicBezTo>
                      <a:cubicBezTo>
                        <a:pt x="73067" y="158232"/>
                        <a:pt x="35701" y="152523"/>
                        <a:pt x="0" y="141474"/>
                      </a:cubicBezTo>
                      <a:lnTo>
                        <a:pt x="0" y="186873"/>
                      </a:lnTo>
                      <a:lnTo>
                        <a:pt x="1169439" y="186873"/>
                      </a:lnTo>
                      <a:cubicBezTo>
                        <a:pt x="1154832" y="175909"/>
                        <a:pt x="1139663" y="166157"/>
                        <a:pt x="1122245" y="160892"/>
                      </a:cubicBezTo>
                      <a:cubicBezTo>
                        <a:pt x="1106557" y="156145"/>
                        <a:pt x="1089950" y="155388"/>
                        <a:pt x="1073559" y="15560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22"/>
                <p:cNvSpPr/>
                <p:nvPr/>
              </p:nvSpPr>
              <p:spPr>
                <a:xfrm>
                  <a:off x="-1" y="3924389"/>
                  <a:ext cx="5151374" cy="682083"/>
                </a:xfrm>
                <a:custGeom>
                  <a:rect b="b" l="l" r="r" t="t"/>
                  <a:pathLst>
                    <a:path extrusionOk="0" h="186872" w="1169438">
                      <a:moveTo>
                        <a:pt x="1073559" y="155615"/>
                      </a:moveTo>
                      <a:cubicBezTo>
                        <a:pt x="1047815" y="155962"/>
                        <a:pt x="1022180" y="158643"/>
                        <a:pt x="996664" y="161875"/>
                      </a:cubicBezTo>
                      <a:cubicBezTo>
                        <a:pt x="973332" y="164827"/>
                        <a:pt x="949654" y="165141"/>
                        <a:pt x="926117" y="162730"/>
                      </a:cubicBezTo>
                      <a:cubicBezTo>
                        <a:pt x="787962" y="148609"/>
                        <a:pt x="683724" y="17482"/>
                        <a:pt x="545753" y="1654"/>
                      </a:cubicBezTo>
                      <a:cubicBezTo>
                        <a:pt x="493899" y="-4293"/>
                        <a:pt x="450100" y="5708"/>
                        <a:pt x="405274" y="33127"/>
                      </a:cubicBezTo>
                      <a:cubicBezTo>
                        <a:pt x="369065" y="55281"/>
                        <a:pt x="336683" y="83295"/>
                        <a:pt x="300301" y="105178"/>
                      </a:cubicBezTo>
                      <a:cubicBezTo>
                        <a:pt x="243322" y="139473"/>
                        <a:pt x="176948" y="157984"/>
                        <a:pt x="110444" y="158146"/>
                      </a:cubicBezTo>
                      <a:cubicBezTo>
                        <a:pt x="73067" y="158232"/>
                        <a:pt x="35701" y="152523"/>
                        <a:pt x="0" y="141474"/>
                      </a:cubicBezTo>
                      <a:lnTo>
                        <a:pt x="0" y="186873"/>
                      </a:lnTo>
                      <a:lnTo>
                        <a:pt x="1169439" y="186873"/>
                      </a:lnTo>
                      <a:cubicBezTo>
                        <a:pt x="1154832" y="175909"/>
                        <a:pt x="1139663" y="166157"/>
                        <a:pt x="1122245" y="160892"/>
                      </a:cubicBezTo>
                      <a:cubicBezTo>
                        <a:pt x="1106557" y="156145"/>
                        <a:pt x="1089950" y="155388"/>
                        <a:pt x="1073559" y="155605"/>
                      </a:cubicBez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7" name="Google Shape;987;p22"/>
                <p:cNvSpPr/>
                <p:nvPr/>
              </p:nvSpPr>
              <p:spPr>
                <a:xfrm>
                  <a:off x="48" y="3744257"/>
                  <a:ext cx="5757472" cy="862356"/>
                </a:xfrm>
                <a:custGeom>
                  <a:rect b="b" l="l" r="r" t="t"/>
                  <a:pathLst>
                    <a:path extrusionOk="0" h="236262" w="1307031">
                      <a:moveTo>
                        <a:pt x="1109130" y="157584"/>
                      </a:moveTo>
                      <a:cubicBezTo>
                        <a:pt x="1073159" y="160493"/>
                        <a:pt x="1038117" y="171456"/>
                        <a:pt x="1002081" y="173240"/>
                      </a:cubicBezTo>
                      <a:cubicBezTo>
                        <a:pt x="832907" y="181619"/>
                        <a:pt x="702126" y="-7449"/>
                        <a:pt x="532919" y="228"/>
                      </a:cubicBezTo>
                      <a:cubicBezTo>
                        <a:pt x="403771" y="6088"/>
                        <a:pt x="305912" y="124975"/>
                        <a:pt x="179294" y="151086"/>
                      </a:cubicBezTo>
                      <a:cubicBezTo>
                        <a:pt x="118596" y="163606"/>
                        <a:pt x="53865" y="151951"/>
                        <a:pt x="0" y="121505"/>
                      </a:cubicBezTo>
                      <a:lnTo>
                        <a:pt x="0" y="190853"/>
                      </a:lnTo>
                      <a:cubicBezTo>
                        <a:pt x="35701" y="201913"/>
                        <a:pt x="73067" y="207622"/>
                        <a:pt x="110444" y="207525"/>
                      </a:cubicBezTo>
                      <a:cubicBezTo>
                        <a:pt x="176948" y="207362"/>
                        <a:pt x="243311" y="188852"/>
                        <a:pt x="300301" y="154557"/>
                      </a:cubicBezTo>
                      <a:cubicBezTo>
                        <a:pt x="336672" y="132663"/>
                        <a:pt x="369054" y="104660"/>
                        <a:pt x="405274" y="82506"/>
                      </a:cubicBezTo>
                      <a:cubicBezTo>
                        <a:pt x="450089" y="55087"/>
                        <a:pt x="493889" y="45086"/>
                        <a:pt x="545753" y="51033"/>
                      </a:cubicBezTo>
                      <a:cubicBezTo>
                        <a:pt x="683713" y="66861"/>
                        <a:pt x="787962" y="197988"/>
                        <a:pt x="926117" y="212109"/>
                      </a:cubicBezTo>
                      <a:cubicBezTo>
                        <a:pt x="949654" y="214520"/>
                        <a:pt x="973332" y="214206"/>
                        <a:pt x="996664" y="211254"/>
                      </a:cubicBezTo>
                      <a:cubicBezTo>
                        <a:pt x="1022180" y="208032"/>
                        <a:pt x="1047815" y="205341"/>
                        <a:pt x="1073559" y="204994"/>
                      </a:cubicBezTo>
                      <a:cubicBezTo>
                        <a:pt x="1089950" y="204778"/>
                        <a:pt x="1106557" y="205535"/>
                        <a:pt x="1122245" y="210281"/>
                      </a:cubicBezTo>
                      <a:cubicBezTo>
                        <a:pt x="1139674" y="215547"/>
                        <a:pt x="1154843" y="225288"/>
                        <a:pt x="1169439" y="236263"/>
                      </a:cubicBezTo>
                      <a:lnTo>
                        <a:pt x="1307031" y="236263"/>
                      </a:lnTo>
                      <a:cubicBezTo>
                        <a:pt x="1257653" y="181878"/>
                        <a:pt x="1182435" y="151670"/>
                        <a:pt x="1109130" y="15759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88" name="Google Shape;988;p22"/>
              <p:cNvSpPr/>
              <p:nvPr/>
            </p:nvSpPr>
            <p:spPr>
              <a:xfrm>
                <a:off x="50" y="4655044"/>
                <a:ext cx="9144287" cy="488713"/>
              </a:xfrm>
              <a:custGeom>
                <a:rect b="b" l="l" r="r" t="t"/>
                <a:pathLst>
                  <a:path extrusionOk="0" h="191652" w="2075888">
                    <a:moveTo>
                      <a:pt x="0" y="0"/>
                    </a:moveTo>
                    <a:lnTo>
                      <a:pt x="2075888" y="0"/>
                    </a:lnTo>
                    <a:lnTo>
                      <a:pt x="2075888" y="191652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9" name="Google Shape;989;p22"/>
              <p:cNvGrpSpPr/>
              <p:nvPr/>
            </p:nvGrpSpPr>
            <p:grpSpPr>
              <a:xfrm>
                <a:off x="24" y="0"/>
                <a:ext cx="9150776" cy="2380400"/>
                <a:chOff x="24" y="0"/>
                <a:chExt cx="9150776" cy="2380400"/>
              </a:xfrm>
            </p:grpSpPr>
            <p:sp>
              <p:nvSpPr>
                <p:cNvPr id="990" name="Google Shape;990;p22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1" name="Google Shape;991;p22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2" name="Google Shape;992;p22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22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sp>
            <p:nvSpPr>
              <p:cNvPr id="994" name="Google Shape;994;p22"/>
              <p:cNvSpPr/>
              <p:nvPr/>
            </p:nvSpPr>
            <p:spPr>
              <a:xfrm>
                <a:off x="-295850" y="1788007"/>
                <a:ext cx="897454" cy="202286"/>
              </a:xfrm>
              <a:custGeom>
                <a:rect b="b" l="l" r="r" t="t"/>
                <a:pathLst>
                  <a:path extrusionOk="0" h="46934" w="208226">
                    <a:moveTo>
                      <a:pt x="208216" y="46934"/>
                    </a:moveTo>
                    <a:lnTo>
                      <a:pt x="0" y="46934"/>
                    </a:lnTo>
                    <a:cubicBezTo>
                      <a:pt x="13710" y="32932"/>
                      <a:pt x="36447" y="28683"/>
                      <a:pt x="54384" y="36576"/>
                    </a:cubicBezTo>
                    <a:cubicBezTo>
                      <a:pt x="56244" y="29884"/>
                      <a:pt x="64515" y="25818"/>
                      <a:pt x="70959" y="28424"/>
                    </a:cubicBezTo>
                    <a:cubicBezTo>
                      <a:pt x="71564" y="13060"/>
                      <a:pt x="85976" y="-422"/>
                      <a:pt x="101351" y="10"/>
                    </a:cubicBezTo>
                    <a:cubicBezTo>
                      <a:pt x="116725" y="443"/>
                      <a:pt x="130359" y="14704"/>
                      <a:pt x="130111" y="30078"/>
                    </a:cubicBezTo>
                    <a:cubicBezTo>
                      <a:pt x="135203" y="23710"/>
                      <a:pt x="144274" y="20823"/>
                      <a:pt x="152113" y="23083"/>
                    </a:cubicBezTo>
                    <a:cubicBezTo>
                      <a:pt x="159952" y="25343"/>
                      <a:pt x="166093" y="32619"/>
                      <a:pt x="167001" y="40728"/>
                    </a:cubicBezTo>
                    <a:cubicBezTo>
                      <a:pt x="179013" y="35160"/>
                      <a:pt x="198777" y="37646"/>
                      <a:pt x="208227" y="469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5" name="Google Shape;995;p22"/>
            <p:cNvSpPr/>
            <p:nvPr/>
          </p:nvSpPr>
          <p:spPr>
            <a:xfrm>
              <a:off x="50" y="4603847"/>
              <a:ext cx="9144287" cy="539799"/>
            </a:xfrm>
            <a:custGeom>
              <a:rect b="b" l="l" r="r" t="t"/>
              <a:pathLst>
                <a:path extrusionOk="0" h="211686" w="2075888">
                  <a:moveTo>
                    <a:pt x="0" y="0"/>
                  </a:moveTo>
                  <a:lnTo>
                    <a:pt x="2075888" y="0"/>
                  </a:lnTo>
                  <a:lnTo>
                    <a:pt x="2075888" y="211687"/>
                  </a:lnTo>
                  <a:lnTo>
                    <a:pt x="0" y="21168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2"/>
            <p:cNvSpPr/>
            <p:nvPr/>
          </p:nvSpPr>
          <p:spPr>
            <a:xfrm>
              <a:off x="50" y="4603997"/>
              <a:ext cx="9144287" cy="539799"/>
            </a:xfrm>
            <a:custGeom>
              <a:rect b="b" l="l" r="r" t="t"/>
              <a:pathLst>
                <a:path extrusionOk="0" h="211686" w="2075888">
                  <a:moveTo>
                    <a:pt x="0" y="0"/>
                  </a:moveTo>
                  <a:lnTo>
                    <a:pt x="2075888" y="0"/>
                  </a:lnTo>
                  <a:lnTo>
                    <a:pt x="2075888" y="211687"/>
                  </a:lnTo>
                  <a:lnTo>
                    <a:pt x="0" y="211687"/>
                  </a:lnTo>
                  <a:close/>
                </a:path>
              </a:pathLst>
            </a:custGeom>
            <a:solidFill>
              <a:srgbClr val="49695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2"/>
            <p:cNvSpPr/>
            <p:nvPr/>
          </p:nvSpPr>
          <p:spPr>
            <a:xfrm>
              <a:off x="50" y="4724379"/>
              <a:ext cx="9144287" cy="419345"/>
            </a:xfrm>
            <a:custGeom>
              <a:rect b="b" l="l" r="r" t="t"/>
              <a:pathLst>
                <a:path extrusionOk="0" h="164449" w="2075888">
                  <a:moveTo>
                    <a:pt x="0" y="0"/>
                  </a:moveTo>
                  <a:lnTo>
                    <a:pt x="2075888" y="0"/>
                  </a:lnTo>
                  <a:lnTo>
                    <a:pt x="2075888" y="164450"/>
                  </a:lnTo>
                  <a:lnTo>
                    <a:pt x="0" y="164450"/>
                  </a:lnTo>
                  <a:close/>
                </a:path>
              </a:pathLst>
            </a:custGeom>
            <a:solidFill>
              <a:srgbClr val="49695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2"/>
            <p:cNvSpPr/>
            <p:nvPr/>
          </p:nvSpPr>
          <p:spPr>
            <a:xfrm>
              <a:off x="50" y="4843220"/>
              <a:ext cx="9144287" cy="300405"/>
            </a:xfrm>
            <a:custGeom>
              <a:rect b="b" l="l" r="r" t="t"/>
              <a:pathLst>
                <a:path extrusionOk="0" h="117806" w="2075888">
                  <a:moveTo>
                    <a:pt x="0" y="0"/>
                  </a:moveTo>
                  <a:lnTo>
                    <a:pt x="2075888" y="0"/>
                  </a:lnTo>
                  <a:lnTo>
                    <a:pt x="2075888" y="117806"/>
                  </a:lnTo>
                  <a:lnTo>
                    <a:pt x="0" y="117806"/>
                  </a:lnTo>
                  <a:close/>
                </a:path>
              </a:pathLst>
            </a:custGeom>
            <a:solidFill>
              <a:srgbClr val="49695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2"/>
            <p:cNvSpPr/>
            <p:nvPr/>
          </p:nvSpPr>
          <p:spPr>
            <a:xfrm>
              <a:off x="43" y="4905855"/>
              <a:ext cx="9144287" cy="237491"/>
            </a:xfrm>
            <a:custGeom>
              <a:rect b="b" l="l" r="r" t="t"/>
              <a:pathLst>
                <a:path extrusionOk="0" h="65066" w="2075888">
                  <a:moveTo>
                    <a:pt x="0" y="0"/>
                  </a:moveTo>
                  <a:lnTo>
                    <a:pt x="2075888" y="0"/>
                  </a:lnTo>
                  <a:lnTo>
                    <a:pt x="2075888" y="65066"/>
                  </a:lnTo>
                  <a:lnTo>
                    <a:pt x="0" y="6506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0" name="Google Shape;1000;p22"/>
            <p:cNvGrpSpPr/>
            <p:nvPr/>
          </p:nvGrpSpPr>
          <p:grpSpPr>
            <a:xfrm>
              <a:off x="206231" y="4759958"/>
              <a:ext cx="339829" cy="252642"/>
              <a:chOff x="206231" y="4759958"/>
              <a:chExt cx="339829" cy="252642"/>
            </a:xfrm>
          </p:grpSpPr>
          <p:sp>
            <p:nvSpPr>
              <p:cNvPr id="1001" name="Google Shape;1001;p22"/>
              <p:cNvSpPr/>
              <p:nvPr/>
            </p:nvSpPr>
            <p:spPr>
              <a:xfrm>
                <a:off x="279046" y="4766784"/>
                <a:ext cx="267013" cy="245817"/>
              </a:xfrm>
              <a:custGeom>
                <a:rect b="b" l="l" r="r" t="t"/>
                <a:pathLst>
                  <a:path extrusionOk="0" h="67347" w="60616">
                    <a:moveTo>
                      <a:pt x="60606" y="0"/>
                    </a:moveTo>
                    <a:cubicBezTo>
                      <a:pt x="53546" y="638"/>
                      <a:pt x="45924" y="3005"/>
                      <a:pt x="38604" y="6973"/>
                    </a:cubicBezTo>
                    <a:cubicBezTo>
                      <a:pt x="31284" y="10920"/>
                      <a:pt x="24289" y="16434"/>
                      <a:pt x="18407" y="22975"/>
                    </a:cubicBezTo>
                    <a:cubicBezTo>
                      <a:pt x="12526" y="29516"/>
                      <a:pt x="7768" y="37052"/>
                      <a:pt x="4622" y="44740"/>
                    </a:cubicBezTo>
                    <a:cubicBezTo>
                      <a:pt x="1454" y="52427"/>
                      <a:pt x="-103" y="60265"/>
                      <a:pt x="5" y="67347"/>
                    </a:cubicBezTo>
                    <a:lnTo>
                      <a:pt x="5" y="67347"/>
                    </a:lnTo>
                    <a:cubicBezTo>
                      <a:pt x="5" y="67347"/>
                      <a:pt x="5" y="67347"/>
                      <a:pt x="5" y="67347"/>
                    </a:cubicBezTo>
                    <a:cubicBezTo>
                      <a:pt x="11293" y="58687"/>
                      <a:pt x="22202" y="47410"/>
                      <a:pt x="32690" y="35820"/>
                    </a:cubicBezTo>
                    <a:cubicBezTo>
                      <a:pt x="43123" y="24175"/>
                      <a:pt x="53178" y="12131"/>
                      <a:pt x="60617" y="0"/>
                    </a:cubicBezTo>
                    <a:lnTo>
                      <a:pt x="606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22"/>
              <p:cNvSpPr/>
              <p:nvPr/>
            </p:nvSpPr>
            <p:spPr>
              <a:xfrm>
                <a:off x="206231" y="4759958"/>
                <a:ext cx="124824" cy="239977"/>
              </a:xfrm>
              <a:custGeom>
                <a:rect b="b" l="l" r="r" t="t"/>
                <a:pathLst>
                  <a:path extrusionOk="0" h="65747" w="28337">
                    <a:moveTo>
                      <a:pt x="0" y="11"/>
                    </a:moveTo>
                    <a:cubicBezTo>
                      <a:pt x="1633" y="10952"/>
                      <a:pt x="5481" y="22683"/>
                      <a:pt x="9990" y="34101"/>
                    </a:cubicBezTo>
                    <a:cubicBezTo>
                      <a:pt x="14553" y="45507"/>
                      <a:pt x="19807" y="56676"/>
                      <a:pt x="26132" y="65747"/>
                    </a:cubicBezTo>
                    <a:lnTo>
                      <a:pt x="26132" y="65747"/>
                    </a:lnTo>
                    <a:cubicBezTo>
                      <a:pt x="29700" y="55314"/>
                      <a:pt x="28933" y="41182"/>
                      <a:pt x="23873" y="28576"/>
                    </a:cubicBezTo>
                    <a:cubicBezTo>
                      <a:pt x="18899" y="15936"/>
                      <a:pt x="9752" y="5146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3" name="Google Shape;1003;p22"/>
            <p:cNvGrpSpPr/>
            <p:nvPr/>
          </p:nvGrpSpPr>
          <p:grpSpPr>
            <a:xfrm>
              <a:off x="609226" y="4765719"/>
              <a:ext cx="323828" cy="223114"/>
              <a:chOff x="609226" y="4765719"/>
              <a:chExt cx="323828" cy="223114"/>
            </a:xfrm>
          </p:grpSpPr>
          <p:sp>
            <p:nvSpPr>
              <p:cNvPr id="1004" name="Google Shape;1004;p22"/>
              <p:cNvSpPr/>
              <p:nvPr/>
            </p:nvSpPr>
            <p:spPr>
              <a:xfrm>
                <a:off x="609226" y="4765719"/>
                <a:ext cx="146206" cy="203907"/>
              </a:xfrm>
              <a:custGeom>
                <a:rect b="b" l="l" r="r" t="t"/>
                <a:pathLst>
                  <a:path extrusionOk="0" h="55865" w="33191">
                    <a:moveTo>
                      <a:pt x="33191" y="11"/>
                    </a:moveTo>
                    <a:cubicBezTo>
                      <a:pt x="28412" y="1654"/>
                      <a:pt x="23525" y="4184"/>
                      <a:pt x="18865" y="7720"/>
                    </a:cubicBezTo>
                    <a:cubicBezTo>
                      <a:pt x="14216" y="11244"/>
                      <a:pt x="9783" y="15829"/>
                      <a:pt x="6356" y="21310"/>
                    </a:cubicBezTo>
                    <a:cubicBezTo>
                      <a:pt x="2929" y="26803"/>
                      <a:pt x="658" y="33160"/>
                      <a:pt x="128" y="39377"/>
                    </a:cubicBezTo>
                    <a:cubicBezTo>
                      <a:pt x="-434" y="45594"/>
                      <a:pt x="874" y="51584"/>
                      <a:pt x="3556" y="55865"/>
                    </a:cubicBezTo>
                    <a:lnTo>
                      <a:pt x="3556" y="55865"/>
                    </a:lnTo>
                    <a:cubicBezTo>
                      <a:pt x="7286" y="46470"/>
                      <a:pt x="12281" y="37658"/>
                      <a:pt x="17957" y="28543"/>
                    </a:cubicBezTo>
                    <a:cubicBezTo>
                      <a:pt x="20801" y="23981"/>
                      <a:pt x="23806" y="19310"/>
                      <a:pt x="26531" y="14521"/>
                    </a:cubicBezTo>
                    <a:cubicBezTo>
                      <a:pt x="29256" y="9741"/>
                      <a:pt x="31678" y="4833"/>
                      <a:pt x="33191" y="0"/>
                    </a:cubicBezTo>
                    <a:lnTo>
                      <a:pt x="3319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22"/>
              <p:cNvSpPr/>
              <p:nvPr/>
            </p:nvSpPr>
            <p:spPr>
              <a:xfrm>
                <a:off x="665587" y="4790346"/>
                <a:ext cx="267467" cy="198487"/>
              </a:xfrm>
              <a:custGeom>
                <a:rect b="b" l="l" r="r" t="t"/>
                <a:pathLst>
                  <a:path extrusionOk="0" h="54380" w="60719">
                    <a:moveTo>
                      <a:pt x="60709" y="180"/>
                    </a:moveTo>
                    <a:cubicBezTo>
                      <a:pt x="54319" y="-437"/>
                      <a:pt x="47075" y="526"/>
                      <a:pt x="39918" y="3142"/>
                    </a:cubicBezTo>
                    <a:cubicBezTo>
                      <a:pt x="32760" y="5737"/>
                      <a:pt x="25711" y="9954"/>
                      <a:pt x="19678" y="15327"/>
                    </a:cubicBezTo>
                    <a:cubicBezTo>
                      <a:pt x="13655" y="20712"/>
                      <a:pt x="8660" y="27231"/>
                      <a:pt x="5287" y="34053"/>
                    </a:cubicBezTo>
                    <a:cubicBezTo>
                      <a:pt x="1881" y="40876"/>
                      <a:pt x="97" y="47958"/>
                      <a:pt x="0" y="54380"/>
                    </a:cubicBezTo>
                    <a:lnTo>
                      <a:pt x="0" y="54380"/>
                    </a:lnTo>
                    <a:cubicBezTo>
                      <a:pt x="10466" y="46855"/>
                      <a:pt x="20856" y="37557"/>
                      <a:pt x="31268" y="28302"/>
                    </a:cubicBezTo>
                    <a:cubicBezTo>
                      <a:pt x="41637" y="19003"/>
                      <a:pt x="52059" y="9727"/>
                      <a:pt x="60720" y="180"/>
                    </a:cubicBezTo>
                    <a:lnTo>
                      <a:pt x="60720" y="180"/>
                    </a:lnTo>
                    <a:lnTo>
                      <a:pt x="60720" y="18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22"/>
            <p:cNvGrpSpPr/>
            <p:nvPr/>
          </p:nvGrpSpPr>
          <p:grpSpPr>
            <a:xfrm>
              <a:off x="1292902" y="4770096"/>
              <a:ext cx="343944" cy="212303"/>
              <a:chOff x="1292902" y="4770096"/>
              <a:chExt cx="343944" cy="212303"/>
            </a:xfrm>
          </p:grpSpPr>
          <p:sp>
            <p:nvSpPr>
              <p:cNvPr id="1007" name="Google Shape;1007;p22"/>
              <p:cNvSpPr/>
              <p:nvPr/>
            </p:nvSpPr>
            <p:spPr>
              <a:xfrm>
                <a:off x="1292902" y="4770096"/>
                <a:ext cx="119265" cy="188909"/>
              </a:xfrm>
              <a:custGeom>
                <a:rect b="b" l="l" r="r" t="t"/>
                <a:pathLst>
                  <a:path extrusionOk="0" h="51756" w="27075">
                    <a:moveTo>
                      <a:pt x="0" y="0"/>
                    </a:moveTo>
                    <a:cubicBezTo>
                      <a:pt x="1589" y="8909"/>
                      <a:pt x="5395" y="18478"/>
                      <a:pt x="10044" y="27560"/>
                    </a:cubicBezTo>
                    <a:cubicBezTo>
                      <a:pt x="14726" y="36631"/>
                      <a:pt x="20294" y="45280"/>
                      <a:pt x="26619" y="51757"/>
                    </a:cubicBezTo>
                    <a:lnTo>
                      <a:pt x="26619" y="51757"/>
                    </a:lnTo>
                    <a:cubicBezTo>
                      <a:pt x="28089" y="42837"/>
                      <a:pt x="25959" y="31711"/>
                      <a:pt x="20921" y="21970"/>
                    </a:cubicBezTo>
                    <a:cubicBezTo>
                      <a:pt x="15926" y="12207"/>
                      <a:pt x="8109" y="4001"/>
                      <a:pt x="0" y="11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22"/>
              <p:cNvSpPr/>
              <p:nvPr/>
            </p:nvSpPr>
            <p:spPr>
              <a:xfrm>
                <a:off x="1418749" y="4798061"/>
                <a:ext cx="48385" cy="165666"/>
              </a:xfrm>
              <a:custGeom>
                <a:rect b="b" l="l" r="r" t="t"/>
                <a:pathLst>
                  <a:path extrusionOk="0" h="45388" w="10984">
                    <a:moveTo>
                      <a:pt x="4546" y="0"/>
                    </a:moveTo>
                    <a:cubicBezTo>
                      <a:pt x="2827" y="6984"/>
                      <a:pt x="1919" y="14780"/>
                      <a:pt x="1140" y="22575"/>
                    </a:cubicBezTo>
                    <a:cubicBezTo>
                      <a:pt x="394" y="30371"/>
                      <a:pt x="-244" y="38198"/>
                      <a:pt x="92" y="45388"/>
                    </a:cubicBezTo>
                    <a:lnTo>
                      <a:pt x="92" y="45388"/>
                    </a:lnTo>
                    <a:cubicBezTo>
                      <a:pt x="5681" y="40901"/>
                      <a:pt x="9963" y="32479"/>
                      <a:pt x="10795" y="23526"/>
                    </a:cubicBezTo>
                    <a:cubicBezTo>
                      <a:pt x="11725" y="14585"/>
                      <a:pt x="9152" y="5492"/>
                      <a:pt x="4546" y="0"/>
                    </a:cubicBezTo>
                    <a:lnTo>
                      <a:pt x="454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22"/>
              <p:cNvSpPr/>
              <p:nvPr/>
            </p:nvSpPr>
            <p:spPr>
              <a:xfrm>
                <a:off x="1438383" y="4787570"/>
                <a:ext cx="198463" cy="194830"/>
              </a:xfrm>
              <a:custGeom>
                <a:rect b="b" l="l" r="r" t="t"/>
                <a:pathLst>
                  <a:path extrusionOk="0" h="53378" w="45054">
                    <a:moveTo>
                      <a:pt x="45054" y="0"/>
                    </a:moveTo>
                    <a:cubicBezTo>
                      <a:pt x="39583" y="346"/>
                      <a:pt x="33604" y="2119"/>
                      <a:pt x="27896" y="5244"/>
                    </a:cubicBezTo>
                    <a:cubicBezTo>
                      <a:pt x="22187" y="8347"/>
                      <a:pt x="16781" y="12779"/>
                      <a:pt x="12348" y="18056"/>
                    </a:cubicBezTo>
                    <a:cubicBezTo>
                      <a:pt x="7926" y="23332"/>
                      <a:pt x="4488" y="29430"/>
                      <a:pt x="2412" y="35582"/>
                    </a:cubicBezTo>
                    <a:cubicBezTo>
                      <a:pt x="325" y="41734"/>
                      <a:pt x="-399" y="47929"/>
                      <a:pt x="206" y="53379"/>
                    </a:cubicBezTo>
                    <a:lnTo>
                      <a:pt x="206" y="53379"/>
                    </a:lnTo>
                    <a:cubicBezTo>
                      <a:pt x="8261" y="45864"/>
                      <a:pt x="16024" y="36749"/>
                      <a:pt x="23733" y="27614"/>
                    </a:cubicBezTo>
                    <a:cubicBezTo>
                      <a:pt x="31399" y="18445"/>
                      <a:pt x="39043" y="9233"/>
                      <a:pt x="45043" y="0"/>
                    </a:cubicBezTo>
                    <a:lnTo>
                      <a:pt x="4504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0" name="Google Shape;1010;p22"/>
            <p:cNvGrpSpPr/>
            <p:nvPr/>
          </p:nvGrpSpPr>
          <p:grpSpPr>
            <a:xfrm>
              <a:off x="7907471" y="4759958"/>
              <a:ext cx="339829" cy="252642"/>
              <a:chOff x="7907471" y="4759958"/>
              <a:chExt cx="339829" cy="252642"/>
            </a:xfrm>
          </p:grpSpPr>
          <p:sp>
            <p:nvSpPr>
              <p:cNvPr id="1011" name="Google Shape;1011;p22"/>
              <p:cNvSpPr/>
              <p:nvPr/>
            </p:nvSpPr>
            <p:spPr>
              <a:xfrm>
                <a:off x="7980286" y="4766784"/>
                <a:ext cx="267013" cy="245817"/>
              </a:xfrm>
              <a:custGeom>
                <a:rect b="b" l="l" r="r" t="t"/>
                <a:pathLst>
                  <a:path extrusionOk="0" h="67347" w="60616">
                    <a:moveTo>
                      <a:pt x="60606" y="0"/>
                    </a:moveTo>
                    <a:cubicBezTo>
                      <a:pt x="53546" y="638"/>
                      <a:pt x="45923" y="3005"/>
                      <a:pt x="38604" y="6973"/>
                    </a:cubicBezTo>
                    <a:cubicBezTo>
                      <a:pt x="31284" y="10920"/>
                      <a:pt x="24289" y="16434"/>
                      <a:pt x="18407" y="22975"/>
                    </a:cubicBezTo>
                    <a:cubicBezTo>
                      <a:pt x="12525" y="29516"/>
                      <a:pt x="7768" y="37052"/>
                      <a:pt x="4622" y="44740"/>
                    </a:cubicBezTo>
                    <a:cubicBezTo>
                      <a:pt x="1454" y="52427"/>
                      <a:pt x="-103" y="60265"/>
                      <a:pt x="5" y="67347"/>
                    </a:cubicBezTo>
                    <a:lnTo>
                      <a:pt x="5" y="67347"/>
                    </a:lnTo>
                    <a:cubicBezTo>
                      <a:pt x="5" y="67347"/>
                      <a:pt x="5" y="67347"/>
                      <a:pt x="5" y="67347"/>
                    </a:cubicBezTo>
                    <a:cubicBezTo>
                      <a:pt x="11293" y="58687"/>
                      <a:pt x="22202" y="47410"/>
                      <a:pt x="32690" y="35820"/>
                    </a:cubicBezTo>
                    <a:cubicBezTo>
                      <a:pt x="43123" y="24175"/>
                      <a:pt x="53178" y="12131"/>
                      <a:pt x="60617" y="0"/>
                    </a:cubicBezTo>
                    <a:lnTo>
                      <a:pt x="606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22"/>
              <p:cNvSpPr/>
              <p:nvPr/>
            </p:nvSpPr>
            <p:spPr>
              <a:xfrm>
                <a:off x="7907471" y="4759958"/>
                <a:ext cx="124824" cy="239977"/>
              </a:xfrm>
              <a:custGeom>
                <a:rect b="b" l="l" r="r" t="t"/>
                <a:pathLst>
                  <a:path extrusionOk="0" h="65747" w="28337">
                    <a:moveTo>
                      <a:pt x="0" y="11"/>
                    </a:moveTo>
                    <a:cubicBezTo>
                      <a:pt x="1633" y="10952"/>
                      <a:pt x="5482" y="22683"/>
                      <a:pt x="9990" y="34101"/>
                    </a:cubicBezTo>
                    <a:cubicBezTo>
                      <a:pt x="14553" y="45507"/>
                      <a:pt x="19808" y="56676"/>
                      <a:pt x="26132" y="65747"/>
                    </a:cubicBezTo>
                    <a:lnTo>
                      <a:pt x="26132" y="65747"/>
                    </a:lnTo>
                    <a:cubicBezTo>
                      <a:pt x="29700" y="55314"/>
                      <a:pt x="28933" y="41182"/>
                      <a:pt x="23873" y="28576"/>
                    </a:cubicBezTo>
                    <a:cubicBezTo>
                      <a:pt x="18899" y="15936"/>
                      <a:pt x="9752" y="5146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3" name="Google Shape;1013;p22"/>
            <p:cNvGrpSpPr/>
            <p:nvPr/>
          </p:nvGrpSpPr>
          <p:grpSpPr>
            <a:xfrm>
              <a:off x="8310466" y="4765719"/>
              <a:ext cx="323832" cy="223114"/>
              <a:chOff x="8310466" y="4765719"/>
              <a:chExt cx="323832" cy="223114"/>
            </a:xfrm>
          </p:grpSpPr>
          <p:sp>
            <p:nvSpPr>
              <p:cNvPr id="1014" name="Google Shape;1014;p22"/>
              <p:cNvSpPr/>
              <p:nvPr/>
            </p:nvSpPr>
            <p:spPr>
              <a:xfrm>
                <a:off x="8310466" y="4765719"/>
                <a:ext cx="146206" cy="203907"/>
              </a:xfrm>
              <a:custGeom>
                <a:rect b="b" l="l" r="r" t="t"/>
                <a:pathLst>
                  <a:path extrusionOk="0" h="55865" w="33191">
                    <a:moveTo>
                      <a:pt x="33191" y="11"/>
                    </a:moveTo>
                    <a:cubicBezTo>
                      <a:pt x="28413" y="1654"/>
                      <a:pt x="23526" y="4184"/>
                      <a:pt x="18866" y="7720"/>
                    </a:cubicBezTo>
                    <a:cubicBezTo>
                      <a:pt x="14217" y="11244"/>
                      <a:pt x="9784" y="15829"/>
                      <a:pt x="6356" y="21310"/>
                    </a:cubicBezTo>
                    <a:cubicBezTo>
                      <a:pt x="2929" y="26803"/>
                      <a:pt x="658" y="33160"/>
                      <a:pt x="128" y="39377"/>
                    </a:cubicBezTo>
                    <a:cubicBezTo>
                      <a:pt x="-434" y="45594"/>
                      <a:pt x="875" y="51584"/>
                      <a:pt x="3556" y="55865"/>
                    </a:cubicBezTo>
                    <a:lnTo>
                      <a:pt x="3556" y="55865"/>
                    </a:lnTo>
                    <a:cubicBezTo>
                      <a:pt x="7286" y="46470"/>
                      <a:pt x="12281" y="37658"/>
                      <a:pt x="17958" y="28543"/>
                    </a:cubicBezTo>
                    <a:cubicBezTo>
                      <a:pt x="20801" y="23981"/>
                      <a:pt x="23807" y="19310"/>
                      <a:pt x="26532" y="14521"/>
                    </a:cubicBezTo>
                    <a:cubicBezTo>
                      <a:pt x="29256" y="9741"/>
                      <a:pt x="31678" y="4833"/>
                      <a:pt x="33191" y="0"/>
                    </a:cubicBezTo>
                    <a:lnTo>
                      <a:pt x="3319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22"/>
              <p:cNvSpPr/>
              <p:nvPr/>
            </p:nvSpPr>
            <p:spPr>
              <a:xfrm>
                <a:off x="8366831" y="4790346"/>
                <a:ext cx="267467" cy="198487"/>
              </a:xfrm>
              <a:custGeom>
                <a:rect b="b" l="l" r="r" t="t"/>
                <a:pathLst>
                  <a:path extrusionOk="0" h="54380" w="60719">
                    <a:moveTo>
                      <a:pt x="60709" y="180"/>
                    </a:moveTo>
                    <a:cubicBezTo>
                      <a:pt x="54319" y="-437"/>
                      <a:pt x="47075" y="526"/>
                      <a:pt x="39918" y="3142"/>
                    </a:cubicBezTo>
                    <a:cubicBezTo>
                      <a:pt x="32760" y="5737"/>
                      <a:pt x="25711" y="9954"/>
                      <a:pt x="19678" y="15327"/>
                    </a:cubicBezTo>
                    <a:cubicBezTo>
                      <a:pt x="13655" y="20712"/>
                      <a:pt x="8660" y="27231"/>
                      <a:pt x="5287" y="34053"/>
                    </a:cubicBezTo>
                    <a:cubicBezTo>
                      <a:pt x="1882" y="40876"/>
                      <a:pt x="97" y="47958"/>
                      <a:pt x="0" y="54380"/>
                    </a:cubicBezTo>
                    <a:lnTo>
                      <a:pt x="0" y="54380"/>
                    </a:lnTo>
                    <a:cubicBezTo>
                      <a:pt x="10466" y="46855"/>
                      <a:pt x="20856" y="37557"/>
                      <a:pt x="31268" y="28302"/>
                    </a:cubicBezTo>
                    <a:cubicBezTo>
                      <a:pt x="41636" y="19003"/>
                      <a:pt x="52059" y="9727"/>
                      <a:pt x="60720" y="180"/>
                    </a:cubicBezTo>
                    <a:lnTo>
                      <a:pt x="60720" y="180"/>
                    </a:lnTo>
                    <a:lnTo>
                      <a:pt x="60720" y="18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6" name="Google Shape;1016;p22"/>
            <p:cNvGrpSpPr/>
            <p:nvPr/>
          </p:nvGrpSpPr>
          <p:grpSpPr>
            <a:xfrm>
              <a:off x="8769488" y="4770096"/>
              <a:ext cx="343944" cy="212303"/>
              <a:chOff x="8769488" y="4770096"/>
              <a:chExt cx="343944" cy="212303"/>
            </a:xfrm>
          </p:grpSpPr>
          <p:sp>
            <p:nvSpPr>
              <p:cNvPr id="1017" name="Google Shape;1017;p22"/>
              <p:cNvSpPr/>
              <p:nvPr/>
            </p:nvSpPr>
            <p:spPr>
              <a:xfrm>
                <a:off x="8769488" y="4770096"/>
                <a:ext cx="119265" cy="188909"/>
              </a:xfrm>
              <a:custGeom>
                <a:rect b="b" l="l" r="r" t="t"/>
                <a:pathLst>
                  <a:path extrusionOk="0" h="51756" w="27075">
                    <a:moveTo>
                      <a:pt x="0" y="0"/>
                    </a:moveTo>
                    <a:cubicBezTo>
                      <a:pt x="1589" y="8909"/>
                      <a:pt x="5395" y="18478"/>
                      <a:pt x="10044" y="27560"/>
                    </a:cubicBezTo>
                    <a:cubicBezTo>
                      <a:pt x="14726" y="36631"/>
                      <a:pt x="20294" y="45280"/>
                      <a:pt x="26619" y="51757"/>
                    </a:cubicBezTo>
                    <a:lnTo>
                      <a:pt x="26619" y="51757"/>
                    </a:lnTo>
                    <a:cubicBezTo>
                      <a:pt x="28089" y="42837"/>
                      <a:pt x="25959" y="31711"/>
                      <a:pt x="20921" y="21970"/>
                    </a:cubicBezTo>
                    <a:cubicBezTo>
                      <a:pt x="15926" y="12207"/>
                      <a:pt x="8109" y="4001"/>
                      <a:pt x="0" y="11"/>
                    </a:cubicBez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22"/>
              <p:cNvSpPr/>
              <p:nvPr/>
            </p:nvSpPr>
            <p:spPr>
              <a:xfrm>
                <a:off x="8895286" y="4798061"/>
                <a:ext cx="48385" cy="165666"/>
              </a:xfrm>
              <a:custGeom>
                <a:rect b="b" l="l" r="r" t="t"/>
                <a:pathLst>
                  <a:path extrusionOk="0" h="45388" w="10984">
                    <a:moveTo>
                      <a:pt x="4546" y="0"/>
                    </a:moveTo>
                    <a:cubicBezTo>
                      <a:pt x="2827" y="6984"/>
                      <a:pt x="1919" y="14780"/>
                      <a:pt x="1141" y="22575"/>
                    </a:cubicBezTo>
                    <a:cubicBezTo>
                      <a:pt x="395" y="30371"/>
                      <a:pt x="-244" y="38198"/>
                      <a:pt x="92" y="45388"/>
                    </a:cubicBezTo>
                    <a:lnTo>
                      <a:pt x="92" y="45388"/>
                    </a:lnTo>
                    <a:cubicBezTo>
                      <a:pt x="5681" y="40901"/>
                      <a:pt x="9963" y="32479"/>
                      <a:pt x="10796" y="23526"/>
                    </a:cubicBezTo>
                    <a:cubicBezTo>
                      <a:pt x="11726" y="14585"/>
                      <a:pt x="9152" y="5492"/>
                      <a:pt x="4546" y="0"/>
                    </a:cubicBezTo>
                    <a:lnTo>
                      <a:pt x="454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22"/>
              <p:cNvSpPr/>
              <p:nvPr/>
            </p:nvSpPr>
            <p:spPr>
              <a:xfrm>
                <a:off x="8914969" y="4787570"/>
                <a:ext cx="198463" cy="194830"/>
              </a:xfrm>
              <a:custGeom>
                <a:rect b="b" l="l" r="r" t="t"/>
                <a:pathLst>
                  <a:path extrusionOk="0" h="53378" w="45054">
                    <a:moveTo>
                      <a:pt x="45054" y="0"/>
                    </a:moveTo>
                    <a:cubicBezTo>
                      <a:pt x="39583" y="346"/>
                      <a:pt x="33605" y="2119"/>
                      <a:pt x="27896" y="5244"/>
                    </a:cubicBezTo>
                    <a:cubicBezTo>
                      <a:pt x="22187" y="8347"/>
                      <a:pt x="16781" y="12779"/>
                      <a:pt x="12348" y="18056"/>
                    </a:cubicBezTo>
                    <a:cubicBezTo>
                      <a:pt x="7926" y="23332"/>
                      <a:pt x="4488" y="29430"/>
                      <a:pt x="2412" y="35582"/>
                    </a:cubicBezTo>
                    <a:cubicBezTo>
                      <a:pt x="325" y="41734"/>
                      <a:pt x="-399" y="47929"/>
                      <a:pt x="206" y="53379"/>
                    </a:cubicBezTo>
                    <a:lnTo>
                      <a:pt x="206" y="53379"/>
                    </a:lnTo>
                    <a:cubicBezTo>
                      <a:pt x="8261" y="45864"/>
                      <a:pt x="16024" y="36749"/>
                      <a:pt x="23733" y="27614"/>
                    </a:cubicBezTo>
                    <a:cubicBezTo>
                      <a:pt x="31399" y="18445"/>
                      <a:pt x="39043" y="9233"/>
                      <a:pt x="45043" y="0"/>
                    </a:cubicBezTo>
                    <a:lnTo>
                      <a:pt x="4504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0" name="Google Shape;1020;p22"/>
            <p:cNvGrpSpPr/>
            <p:nvPr/>
          </p:nvGrpSpPr>
          <p:grpSpPr>
            <a:xfrm>
              <a:off x="4344901" y="4806225"/>
              <a:ext cx="237616" cy="159509"/>
              <a:chOff x="4344901" y="4806225"/>
              <a:chExt cx="237616" cy="159509"/>
            </a:xfrm>
          </p:grpSpPr>
          <p:sp>
            <p:nvSpPr>
              <p:cNvPr id="1021" name="Google Shape;1021;p22"/>
              <p:cNvSpPr/>
              <p:nvPr/>
            </p:nvSpPr>
            <p:spPr>
              <a:xfrm>
                <a:off x="4344901" y="4806225"/>
                <a:ext cx="125419" cy="159509"/>
              </a:xfrm>
              <a:custGeom>
                <a:rect b="b" l="l" r="r" t="t"/>
                <a:pathLst>
                  <a:path extrusionOk="0" h="43701" w="28472">
                    <a:moveTo>
                      <a:pt x="28472" y="0"/>
                    </a:moveTo>
                    <a:cubicBezTo>
                      <a:pt x="20688" y="2292"/>
                      <a:pt x="12535" y="8768"/>
                      <a:pt x="7151" y="17191"/>
                    </a:cubicBezTo>
                    <a:cubicBezTo>
                      <a:pt x="1691" y="25570"/>
                      <a:pt x="-850" y="35658"/>
                      <a:pt x="253" y="43702"/>
                    </a:cubicBezTo>
                    <a:lnTo>
                      <a:pt x="253" y="43702"/>
                    </a:lnTo>
                    <a:cubicBezTo>
                      <a:pt x="6092" y="38037"/>
                      <a:pt x="11465" y="30727"/>
                      <a:pt x="16374" y="23159"/>
                    </a:cubicBezTo>
                    <a:cubicBezTo>
                      <a:pt x="21250" y="15569"/>
                      <a:pt x="25715" y="7665"/>
                      <a:pt x="28472" y="11"/>
                    </a:cubicBezTo>
                    <a:lnTo>
                      <a:pt x="28472" y="11"/>
                    </a:lnTo>
                    <a:cubicBezTo>
                      <a:pt x="28472" y="11"/>
                      <a:pt x="28472" y="11"/>
                      <a:pt x="28472" y="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22"/>
              <p:cNvSpPr/>
              <p:nvPr/>
            </p:nvSpPr>
            <p:spPr>
              <a:xfrm>
                <a:off x="4372914" y="4811471"/>
                <a:ext cx="209603" cy="144277"/>
              </a:xfrm>
              <a:custGeom>
                <a:rect b="b" l="l" r="r" t="t"/>
                <a:pathLst>
                  <a:path extrusionOk="0" h="39528" w="47583">
                    <a:moveTo>
                      <a:pt x="47583" y="0"/>
                    </a:moveTo>
                    <a:cubicBezTo>
                      <a:pt x="37950" y="87"/>
                      <a:pt x="26576" y="4649"/>
                      <a:pt x="17526" y="12217"/>
                    </a:cubicBezTo>
                    <a:cubicBezTo>
                      <a:pt x="8423" y="19732"/>
                      <a:pt x="1849" y="30079"/>
                      <a:pt x="0" y="39528"/>
                    </a:cubicBezTo>
                    <a:lnTo>
                      <a:pt x="0" y="39528"/>
                    </a:lnTo>
                    <a:cubicBezTo>
                      <a:pt x="8736" y="35420"/>
                      <a:pt x="17559" y="29116"/>
                      <a:pt x="25851" y="22251"/>
                    </a:cubicBezTo>
                    <a:cubicBezTo>
                      <a:pt x="34122" y="15353"/>
                      <a:pt x="41929" y="7828"/>
                      <a:pt x="47572" y="0"/>
                    </a:cubicBezTo>
                    <a:lnTo>
                      <a:pt x="47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3" name="Google Shape;1023;p22"/>
            <p:cNvGrpSpPr/>
            <p:nvPr/>
          </p:nvGrpSpPr>
          <p:grpSpPr>
            <a:xfrm>
              <a:off x="4627559" y="4826661"/>
              <a:ext cx="393158" cy="170393"/>
              <a:chOff x="4627559" y="4826661"/>
              <a:chExt cx="393158" cy="170393"/>
            </a:xfrm>
          </p:grpSpPr>
          <p:sp>
            <p:nvSpPr>
              <p:cNvPr id="1024" name="Google Shape;1024;p22"/>
              <p:cNvSpPr/>
              <p:nvPr/>
            </p:nvSpPr>
            <p:spPr>
              <a:xfrm>
                <a:off x="4627559" y="4829178"/>
                <a:ext cx="132494" cy="160418"/>
              </a:xfrm>
              <a:custGeom>
                <a:rect b="b" l="l" r="r" t="t"/>
                <a:pathLst>
                  <a:path extrusionOk="0" h="43950" w="30078">
                    <a:moveTo>
                      <a:pt x="0" y="0"/>
                    </a:moveTo>
                    <a:cubicBezTo>
                      <a:pt x="3438" y="7590"/>
                      <a:pt x="8347" y="15331"/>
                      <a:pt x="13439" y="22921"/>
                    </a:cubicBezTo>
                    <a:cubicBezTo>
                      <a:pt x="18564" y="30479"/>
                      <a:pt x="23916" y="37918"/>
                      <a:pt x="29679" y="43950"/>
                    </a:cubicBezTo>
                    <a:lnTo>
                      <a:pt x="29679" y="43950"/>
                    </a:lnTo>
                    <a:cubicBezTo>
                      <a:pt x="30381" y="39853"/>
                      <a:pt x="30165" y="35171"/>
                      <a:pt x="28976" y="30435"/>
                    </a:cubicBezTo>
                    <a:cubicBezTo>
                      <a:pt x="27797" y="25700"/>
                      <a:pt x="25667" y="20911"/>
                      <a:pt x="22770" y="16629"/>
                    </a:cubicBezTo>
                    <a:cubicBezTo>
                      <a:pt x="19872" y="12347"/>
                      <a:pt x="16240" y="8574"/>
                      <a:pt x="12282" y="5720"/>
                    </a:cubicBezTo>
                    <a:cubicBezTo>
                      <a:pt x="8325" y="2854"/>
                      <a:pt x="4065" y="897"/>
                      <a:pt x="0" y="11"/>
                    </a:cubicBezTo>
                    <a:lnTo>
                      <a:pt x="0" y="11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22"/>
              <p:cNvSpPr/>
              <p:nvPr/>
            </p:nvSpPr>
            <p:spPr>
              <a:xfrm>
                <a:off x="4744022" y="4826661"/>
                <a:ext cx="234544" cy="170393"/>
              </a:xfrm>
              <a:custGeom>
                <a:rect b="b" l="l" r="r" t="t"/>
                <a:pathLst>
                  <a:path extrusionOk="0" h="46683" w="53245">
                    <a:moveTo>
                      <a:pt x="53245" y="766"/>
                    </a:moveTo>
                    <a:cubicBezTo>
                      <a:pt x="47764" y="-467"/>
                      <a:pt x="41266" y="-240"/>
                      <a:pt x="34757" y="1652"/>
                    </a:cubicBezTo>
                    <a:cubicBezTo>
                      <a:pt x="28248" y="3512"/>
                      <a:pt x="21772" y="7026"/>
                      <a:pt x="16312" y="11740"/>
                    </a:cubicBezTo>
                    <a:cubicBezTo>
                      <a:pt x="10852" y="16454"/>
                      <a:pt x="6441" y="22357"/>
                      <a:pt x="3651" y="28520"/>
                    </a:cubicBezTo>
                    <a:cubicBezTo>
                      <a:pt x="840" y="34683"/>
                      <a:pt x="-339" y="41084"/>
                      <a:pt x="83" y="46684"/>
                    </a:cubicBezTo>
                    <a:lnTo>
                      <a:pt x="83" y="46684"/>
                    </a:lnTo>
                    <a:cubicBezTo>
                      <a:pt x="83" y="46684"/>
                      <a:pt x="83" y="46684"/>
                      <a:pt x="83" y="46684"/>
                    </a:cubicBezTo>
                    <a:cubicBezTo>
                      <a:pt x="8614" y="39289"/>
                      <a:pt x="17220" y="31050"/>
                      <a:pt x="26270" y="23265"/>
                    </a:cubicBezTo>
                    <a:cubicBezTo>
                      <a:pt x="35287" y="15448"/>
                      <a:pt x="44693" y="8128"/>
                      <a:pt x="53245" y="777"/>
                    </a:cubicBezTo>
                    <a:lnTo>
                      <a:pt x="53245" y="777"/>
                    </a:lnTo>
                    <a:lnTo>
                      <a:pt x="53245" y="77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22"/>
              <p:cNvSpPr/>
              <p:nvPr/>
            </p:nvSpPr>
            <p:spPr>
              <a:xfrm>
                <a:off x="4737818" y="4867081"/>
                <a:ext cx="282898" cy="118468"/>
              </a:xfrm>
              <a:custGeom>
                <a:rect b="b" l="l" r="r" t="t"/>
                <a:pathLst>
                  <a:path extrusionOk="0" h="32457" w="64222">
                    <a:moveTo>
                      <a:pt x="64223" y="1449"/>
                    </a:moveTo>
                    <a:cubicBezTo>
                      <a:pt x="58849" y="-10"/>
                      <a:pt x="52632" y="-389"/>
                      <a:pt x="46178" y="411"/>
                    </a:cubicBezTo>
                    <a:cubicBezTo>
                      <a:pt x="39734" y="1201"/>
                      <a:pt x="33085" y="3179"/>
                      <a:pt x="26900" y="6163"/>
                    </a:cubicBezTo>
                    <a:cubicBezTo>
                      <a:pt x="20726" y="9148"/>
                      <a:pt x="15040" y="13126"/>
                      <a:pt x="10412" y="17689"/>
                    </a:cubicBezTo>
                    <a:cubicBezTo>
                      <a:pt x="5774" y="22241"/>
                      <a:pt x="2195" y="27355"/>
                      <a:pt x="0" y="32458"/>
                    </a:cubicBezTo>
                    <a:lnTo>
                      <a:pt x="0" y="32458"/>
                    </a:lnTo>
                    <a:cubicBezTo>
                      <a:pt x="10855" y="29874"/>
                      <a:pt x="22316" y="25084"/>
                      <a:pt x="33452" y="19743"/>
                    </a:cubicBezTo>
                    <a:cubicBezTo>
                      <a:pt x="44567" y="14348"/>
                      <a:pt x="55444" y="8358"/>
                      <a:pt x="64212" y="1460"/>
                    </a:cubicBezTo>
                    <a:lnTo>
                      <a:pt x="64212" y="146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7" name="Google Shape;1027;p22"/>
            <p:cNvSpPr/>
            <p:nvPr/>
          </p:nvSpPr>
          <p:spPr>
            <a:xfrm>
              <a:off x="2090505" y="4850202"/>
              <a:ext cx="295236" cy="133623"/>
            </a:xfrm>
            <a:custGeom>
              <a:rect b="b" l="l" r="r" t="t"/>
              <a:pathLst>
                <a:path extrusionOk="0" h="36609" w="67023">
                  <a:moveTo>
                    <a:pt x="67023" y="0"/>
                  </a:moveTo>
                  <a:cubicBezTo>
                    <a:pt x="43410" y="757"/>
                    <a:pt x="13396" y="17159"/>
                    <a:pt x="0" y="36609"/>
                  </a:cubicBezTo>
                  <a:lnTo>
                    <a:pt x="0" y="36609"/>
                  </a:lnTo>
                  <a:cubicBezTo>
                    <a:pt x="23613" y="35852"/>
                    <a:pt x="53627" y="19451"/>
                    <a:pt x="67023" y="0"/>
                  </a:cubicBezTo>
                  <a:lnTo>
                    <a:pt x="67023" y="0"/>
                  </a:lnTo>
                  <a:lnTo>
                    <a:pt x="67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8" name="Google Shape;1028;p22"/>
            <p:cNvGrpSpPr/>
            <p:nvPr/>
          </p:nvGrpSpPr>
          <p:grpSpPr>
            <a:xfrm>
              <a:off x="2580036" y="4794866"/>
              <a:ext cx="436020" cy="179560"/>
              <a:chOff x="2580036" y="4794866"/>
              <a:chExt cx="436020" cy="179560"/>
            </a:xfrm>
          </p:grpSpPr>
          <p:sp>
            <p:nvSpPr>
              <p:cNvPr id="1029" name="Google Shape;1029;p22"/>
              <p:cNvSpPr/>
              <p:nvPr/>
            </p:nvSpPr>
            <p:spPr>
              <a:xfrm>
                <a:off x="2580036" y="4828113"/>
                <a:ext cx="74356" cy="141514"/>
              </a:xfrm>
              <a:custGeom>
                <a:rect b="b" l="l" r="r" t="t"/>
                <a:pathLst>
                  <a:path extrusionOk="0" h="38771" w="16880">
                    <a:moveTo>
                      <a:pt x="55" y="0"/>
                    </a:moveTo>
                    <a:cubicBezTo>
                      <a:pt x="-723" y="13039"/>
                      <a:pt x="6780" y="30403"/>
                      <a:pt x="16825" y="38772"/>
                    </a:cubicBezTo>
                    <a:lnTo>
                      <a:pt x="16825" y="38772"/>
                    </a:lnTo>
                    <a:cubicBezTo>
                      <a:pt x="17603" y="25733"/>
                      <a:pt x="10100" y="8369"/>
                      <a:pt x="55" y="0"/>
                    </a:cubicBezTo>
                    <a:lnTo>
                      <a:pt x="55" y="0"/>
                    </a:lnTo>
                    <a:cubicBezTo>
                      <a:pt x="55" y="0"/>
                      <a:pt x="55" y="0"/>
                      <a:pt x="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2"/>
              <p:cNvSpPr/>
              <p:nvPr/>
            </p:nvSpPr>
            <p:spPr>
              <a:xfrm>
                <a:off x="2652596" y="4857260"/>
                <a:ext cx="169694" cy="117165"/>
              </a:xfrm>
              <a:custGeom>
                <a:rect b="b" l="l" r="r" t="t"/>
                <a:pathLst>
                  <a:path extrusionOk="0" h="32100" w="38523">
                    <a:moveTo>
                      <a:pt x="0" y="0"/>
                    </a:moveTo>
                    <a:cubicBezTo>
                      <a:pt x="4530" y="6379"/>
                      <a:pt x="10834" y="12509"/>
                      <a:pt x="17537" y="18121"/>
                    </a:cubicBezTo>
                    <a:cubicBezTo>
                      <a:pt x="24262" y="23700"/>
                      <a:pt x="31430" y="28803"/>
                      <a:pt x="38523" y="32101"/>
                    </a:cubicBezTo>
                    <a:lnTo>
                      <a:pt x="38523" y="32101"/>
                    </a:lnTo>
                    <a:cubicBezTo>
                      <a:pt x="36988" y="24446"/>
                      <a:pt x="31657" y="16088"/>
                      <a:pt x="24305" y="10001"/>
                    </a:cubicBezTo>
                    <a:cubicBezTo>
                      <a:pt x="16985" y="3860"/>
                      <a:pt x="7806" y="130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2"/>
              <p:cNvSpPr/>
              <p:nvPr/>
            </p:nvSpPr>
            <p:spPr>
              <a:xfrm>
                <a:off x="2790235" y="4794866"/>
                <a:ext cx="53036" cy="174507"/>
              </a:xfrm>
              <a:custGeom>
                <a:rect b="b" l="l" r="r" t="t"/>
                <a:pathLst>
                  <a:path extrusionOk="0" h="47810" w="12040">
                    <a:moveTo>
                      <a:pt x="214" y="0"/>
                    </a:moveTo>
                    <a:cubicBezTo>
                      <a:pt x="-381" y="7536"/>
                      <a:pt x="333" y="15915"/>
                      <a:pt x="1501" y="24208"/>
                    </a:cubicBezTo>
                    <a:cubicBezTo>
                      <a:pt x="2701" y="32490"/>
                      <a:pt x="4355" y="40739"/>
                      <a:pt x="7036" y="47810"/>
                    </a:cubicBezTo>
                    <a:lnTo>
                      <a:pt x="7036" y="47810"/>
                    </a:lnTo>
                    <a:cubicBezTo>
                      <a:pt x="11134" y="41485"/>
                      <a:pt x="12951" y="31971"/>
                      <a:pt x="11599" y="22770"/>
                    </a:cubicBezTo>
                    <a:cubicBezTo>
                      <a:pt x="10323" y="13558"/>
                      <a:pt x="5912" y="4930"/>
                      <a:pt x="214" y="11"/>
                    </a:cubicBezTo>
                    <a:lnTo>
                      <a:pt x="214" y="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22"/>
              <p:cNvSpPr/>
              <p:nvPr/>
            </p:nvSpPr>
            <p:spPr>
              <a:xfrm>
                <a:off x="2825170" y="4808513"/>
                <a:ext cx="190886" cy="157103"/>
              </a:xfrm>
              <a:custGeom>
                <a:rect b="b" l="l" r="r" t="t"/>
                <a:pathLst>
                  <a:path extrusionOk="0" h="43042" w="43334">
                    <a:moveTo>
                      <a:pt x="43334" y="0"/>
                    </a:moveTo>
                    <a:cubicBezTo>
                      <a:pt x="34036" y="1751"/>
                      <a:pt x="23862" y="7568"/>
                      <a:pt x="15796" y="15612"/>
                    </a:cubicBezTo>
                    <a:cubicBezTo>
                      <a:pt x="7698" y="23624"/>
                      <a:pt x="1816" y="33755"/>
                      <a:pt x="0" y="43042"/>
                    </a:cubicBezTo>
                    <a:lnTo>
                      <a:pt x="0" y="43042"/>
                    </a:lnTo>
                    <a:cubicBezTo>
                      <a:pt x="8574" y="38988"/>
                      <a:pt x="17169" y="32295"/>
                      <a:pt x="24824" y="24705"/>
                    </a:cubicBezTo>
                    <a:cubicBezTo>
                      <a:pt x="32468" y="17094"/>
                      <a:pt x="39226" y="8552"/>
                      <a:pt x="43334" y="0"/>
                    </a:cubicBezTo>
                    <a:lnTo>
                      <a:pt x="4333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3" name="Google Shape;1033;p22"/>
            <p:cNvGrpSpPr/>
            <p:nvPr/>
          </p:nvGrpSpPr>
          <p:grpSpPr>
            <a:xfrm>
              <a:off x="3055253" y="4744852"/>
              <a:ext cx="328964" cy="214701"/>
              <a:chOff x="3055253" y="4744852"/>
              <a:chExt cx="328964" cy="214701"/>
            </a:xfrm>
          </p:grpSpPr>
          <p:sp>
            <p:nvSpPr>
              <p:cNvPr id="1034" name="Google Shape;1034;p22"/>
              <p:cNvSpPr/>
              <p:nvPr/>
            </p:nvSpPr>
            <p:spPr>
              <a:xfrm>
                <a:off x="3055253" y="4846101"/>
                <a:ext cx="93443" cy="113022"/>
              </a:xfrm>
              <a:custGeom>
                <a:rect b="b" l="l" r="r" t="t"/>
                <a:pathLst>
                  <a:path extrusionOk="0" h="30965" w="21213">
                    <a:moveTo>
                      <a:pt x="11" y="0"/>
                    </a:moveTo>
                    <a:cubicBezTo>
                      <a:pt x="2573" y="5298"/>
                      <a:pt x="6076" y="10682"/>
                      <a:pt x="9633" y="16013"/>
                    </a:cubicBezTo>
                    <a:cubicBezTo>
                      <a:pt x="13223" y="21321"/>
                      <a:pt x="16888" y="26597"/>
                      <a:pt x="20835" y="30965"/>
                    </a:cubicBezTo>
                    <a:lnTo>
                      <a:pt x="20835" y="30965"/>
                    </a:lnTo>
                    <a:cubicBezTo>
                      <a:pt x="22035" y="25224"/>
                      <a:pt x="20359" y="17667"/>
                      <a:pt x="16218" y="11580"/>
                    </a:cubicBezTo>
                    <a:cubicBezTo>
                      <a:pt x="12142" y="5449"/>
                      <a:pt x="5774" y="1049"/>
                      <a:pt x="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22"/>
              <p:cNvSpPr/>
              <p:nvPr/>
            </p:nvSpPr>
            <p:spPr>
              <a:xfrm>
                <a:off x="3119332" y="4744852"/>
                <a:ext cx="66370" cy="212707"/>
              </a:xfrm>
              <a:custGeom>
                <a:rect b="b" l="l" r="r" t="t"/>
                <a:pathLst>
                  <a:path extrusionOk="0" h="58276" w="15067">
                    <a:moveTo>
                      <a:pt x="11" y="11"/>
                    </a:moveTo>
                    <a:cubicBezTo>
                      <a:pt x="227" y="9320"/>
                      <a:pt x="1373" y="19256"/>
                      <a:pt x="2357" y="29203"/>
                    </a:cubicBezTo>
                    <a:cubicBezTo>
                      <a:pt x="3384" y="39150"/>
                      <a:pt x="4238" y="49119"/>
                      <a:pt x="5882" y="58276"/>
                    </a:cubicBezTo>
                    <a:lnTo>
                      <a:pt x="5882" y="58276"/>
                    </a:lnTo>
                    <a:cubicBezTo>
                      <a:pt x="9050" y="54892"/>
                      <a:pt x="11666" y="50286"/>
                      <a:pt x="13255" y="44999"/>
                    </a:cubicBezTo>
                    <a:cubicBezTo>
                      <a:pt x="14856" y="39712"/>
                      <a:pt x="15429" y="33777"/>
                      <a:pt x="14845" y="27938"/>
                    </a:cubicBezTo>
                    <a:cubicBezTo>
                      <a:pt x="14250" y="22099"/>
                      <a:pt x="12509" y="16391"/>
                      <a:pt x="9882" y="11536"/>
                    </a:cubicBezTo>
                    <a:cubicBezTo>
                      <a:pt x="7266" y="6671"/>
                      <a:pt x="3784" y="2671"/>
                      <a:pt x="0" y="0"/>
                    </a:cubicBezTo>
                    <a:lnTo>
                      <a:pt x="0" y="0"/>
                    </a:ln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22"/>
              <p:cNvSpPr/>
              <p:nvPr/>
            </p:nvSpPr>
            <p:spPr>
              <a:xfrm>
                <a:off x="3155134" y="4847812"/>
                <a:ext cx="229082" cy="111741"/>
              </a:xfrm>
              <a:custGeom>
                <a:rect b="b" l="l" r="r" t="t"/>
                <a:pathLst>
                  <a:path extrusionOk="0" h="30614" w="52005">
                    <a:moveTo>
                      <a:pt x="52005" y="3174"/>
                    </a:moveTo>
                    <a:cubicBezTo>
                      <a:pt x="47821" y="990"/>
                      <a:pt x="42448" y="-200"/>
                      <a:pt x="36717" y="28"/>
                    </a:cubicBezTo>
                    <a:cubicBezTo>
                      <a:pt x="30998" y="233"/>
                      <a:pt x="24965" y="1855"/>
                      <a:pt x="19570" y="4699"/>
                    </a:cubicBezTo>
                    <a:cubicBezTo>
                      <a:pt x="14175" y="7553"/>
                      <a:pt x="9439" y="11618"/>
                      <a:pt x="6033" y="16224"/>
                    </a:cubicBezTo>
                    <a:cubicBezTo>
                      <a:pt x="2616" y="20819"/>
                      <a:pt x="562" y="25933"/>
                      <a:pt x="0" y="30614"/>
                    </a:cubicBezTo>
                    <a:lnTo>
                      <a:pt x="0" y="30614"/>
                    </a:lnTo>
                    <a:cubicBezTo>
                      <a:pt x="8239" y="25879"/>
                      <a:pt x="16715" y="20668"/>
                      <a:pt x="25548" y="16029"/>
                    </a:cubicBezTo>
                    <a:cubicBezTo>
                      <a:pt x="34360" y="11358"/>
                      <a:pt x="43453" y="7304"/>
                      <a:pt x="52005" y="3174"/>
                    </a:cubicBezTo>
                    <a:lnTo>
                      <a:pt x="52005" y="3174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7" name="Google Shape;1037;p22"/>
            <p:cNvGrpSpPr/>
            <p:nvPr/>
          </p:nvGrpSpPr>
          <p:grpSpPr>
            <a:xfrm>
              <a:off x="3435299" y="4794745"/>
              <a:ext cx="181242" cy="177466"/>
              <a:chOff x="3435299" y="4794745"/>
              <a:chExt cx="181242" cy="177466"/>
            </a:xfrm>
          </p:grpSpPr>
          <p:sp>
            <p:nvSpPr>
              <p:cNvPr id="1038" name="Google Shape;1038;p22"/>
              <p:cNvSpPr/>
              <p:nvPr/>
            </p:nvSpPr>
            <p:spPr>
              <a:xfrm>
                <a:off x="3435299" y="4796402"/>
                <a:ext cx="137643" cy="175810"/>
              </a:xfrm>
              <a:custGeom>
                <a:rect b="b" l="l" r="r" t="t"/>
                <a:pathLst>
                  <a:path extrusionOk="0" h="48167" w="31247">
                    <a:moveTo>
                      <a:pt x="0" y="11"/>
                    </a:moveTo>
                    <a:cubicBezTo>
                      <a:pt x="3589" y="8239"/>
                      <a:pt x="8682" y="16661"/>
                      <a:pt x="13926" y="24954"/>
                    </a:cubicBezTo>
                    <a:cubicBezTo>
                      <a:pt x="19202" y="33225"/>
                      <a:pt x="24651" y="41410"/>
                      <a:pt x="30576" y="48167"/>
                    </a:cubicBezTo>
                    <a:lnTo>
                      <a:pt x="30576" y="48167"/>
                    </a:lnTo>
                    <a:cubicBezTo>
                      <a:pt x="31517" y="43788"/>
                      <a:pt x="31484" y="38729"/>
                      <a:pt x="30381" y="33571"/>
                    </a:cubicBezTo>
                    <a:cubicBezTo>
                      <a:pt x="29300" y="28414"/>
                      <a:pt x="27149" y="23170"/>
                      <a:pt x="24164" y="18456"/>
                    </a:cubicBezTo>
                    <a:cubicBezTo>
                      <a:pt x="21170" y="13742"/>
                      <a:pt x="17342" y="9569"/>
                      <a:pt x="13136" y="6390"/>
                    </a:cubicBezTo>
                    <a:cubicBezTo>
                      <a:pt x="8931" y="3200"/>
                      <a:pt x="4368" y="1016"/>
                      <a:pt x="11" y="0"/>
                    </a:cubicBez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22"/>
              <p:cNvSpPr/>
              <p:nvPr/>
            </p:nvSpPr>
            <p:spPr>
              <a:xfrm>
                <a:off x="3566765" y="4794745"/>
                <a:ext cx="49776" cy="173915"/>
              </a:xfrm>
              <a:custGeom>
                <a:rect b="b" l="l" r="r" t="t"/>
                <a:pathLst>
                  <a:path extrusionOk="0" h="47648" w="11300">
                    <a:moveTo>
                      <a:pt x="1054" y="0"/>
                    </a:moveTo>
                    <a:cubicBezTo>
                      <a:pt x="1822" y="7579"/>
                      <a:pt x="1552" y="15213"/>
                      <a:pt x="925" y="23278"/>
                    </a:cubicBezTo>
                    <a:cubicBezTo>
                      <a:pt x="308" y="31301"/>
                      <a:pt x="-665" y="40102"/>
                      <a:pt x="665" y="47648"/>
                    </a:cubicBezTo>
                    <a:lnTo>
                      <a:pt x="665" y="47648"/>
                    </a:lnTo>
                    <a:cubicBezTo>
                      <a:pt x="3282" y="44891"/>
                      <a:pt x="5671" y="41496"/>
                      <a:pt x="7563" y="37506"/>
                    </a:cubicBezTo>
                    <a:cubicBezTo>
                      <a:pt x="9444" y="33528"/>
                      <a:pt x="10817" y="28922"/>
                      <a:pt x="11196" y="24078"/>
                    </a:cubicBezTo>
                    <a:cubicBezTo>
                      <a:pt x="11585" y="19213"/>
                      <a:pt x="10893" y="14174"/>
                      <a:pt x="9077" y="9839"/>
                    </a:cubicBezTo>
                    <a:cubicBezTo>
                      <a:pt x="7293" y="5493"/>
                      <a:pt x="4330" y="1935"/>
                      <a:pt x="1054" y="0"/>
                    </a:cubicBezTo>
                    <a:lnTo>
                      <a:pt x="10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40" name="Google Shape;1040;p22"/>
          <p:cNvSpPr txBox="1"/>
          <p:nvPr>
            <p:ph type="title"/>
          </p:nvPr>
        </p:nvSpPr>
        <p:spPr>
          <a:xfrm>
            <a:off x="4736281" y="843600"/>
            <a:ext cx="36945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1" name="Google Shape;1041;p22"/>
          <p:cNvSpPr txBox="1"/>
          <p:nvPr>
            <p:ph idx="1" type="subTitle"/>
          </p:nvPr>
        </p:nvSpPr>
        <p:spPr>
          <a:xfrm>
            <a:off x="4736250" y="1785675"/>
            <a:ext cx="36945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042" name="Google Shape;1042;p22"/>
          <p:cNvSpPr txBox="1"/>
          <p:nvPr/>
        </p:nvSpPr>
        <p:spPr>
          <a:xfrm>
            <a:off x="4736275" y="3634651"/>
            <a:ext cx="30843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Google Shape;1044;p23"/>
          <p:cNvGrpSpPr/>
          <p:nvPr/>
        </p:nvGrpSpPr>
        <p:grpSpPr>
          <a:xfrm>
            <a:off x="-256760" y="0"/>
            <a:ext cx="9597338" cy="5143797"/>
            <a:chOff x="-256760" y="0"/>
            <a:chExt cx="9597338" cy="5143797"/>
          </a:xfrm>
        </p:grpSpPr>
        <p:grpSp>
          <p:nvGrpSpPr>
            <p:cNvPr id="1045" name="Google Shape;1045;p23"/>
            <p:cNvGrpSpPr/>
            <p:nvPr/>
          </p:nvGrpSpPr>
          <p:grpSpPr>
            <a:xfrm>
              <a:off x="25" y="0"/>
              <a:ext cx="9150776" cy="5143797"/>
              <a:chOff x="25" y="0"/>
              <a:chExt cx="9150776" cy="5143797"/>
            </a:xfrm>
          </p:grpSpPr>
          <p:grpSp>
            <p:nvGrpSpPr>
              <p:cNvPr id="1046" name="Google Shape;1046;p23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1047" name="Google Shape;1047;p23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23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23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23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051" name="Google Shape;1051;p23"/>
              <p:cNvGrpSpPr/>
              <p:nvPr/>
            </p:nvGrpSpPr>
            <p:grpSpPr>
              <a:xfrm>
                <a:off x="43" y="4603847"/>
                <a:ext cx="9144293" cy="539950"/>
                <a:chOff x="43" y="4603847"/>
                <a:chExt cx="9144293" cy="539950"/>
              </a:xfrm>
            </p:grpSpPr>
            <p:grpSp>
              <p:nvGrpSpPr>
                <p:cNvPr id="1052" name="Google Shape;1052;p23"/>
                <p:cNvGrpSpPr/>
                <p:nvPr/>
              </p:nvGrpSpPr>
              <p:grpSpPr>
                <a:xfrm>
                  <a:off x="43" y="4603847"/>
                  <a:ext cx="9144293" cy="539950"/>
                  <a:chOff x="43" y="4603847"/>
                  <a:chExt cx="9144293" cy="539950"/>
                </a:xfrm>
              </p:grpSpPr>
              <p:sp>
                <p:nvSpPr>
                  <p:cNvPr id="1053" name="Google Shape;1053;p23"/>
                  <p:cNvSpPr/>
                  <p:nvPr/>
                </p:nvSpPr>
                <p:spPr>
                  <a:xfrm>
                    <a:off x="50" y="460384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4" name="Google Shape;1054;p23"/>
                  <p:cNvSpPr/>
                  <p:nvPr/>
                </p:nvSpPr>
                <p:spPr>
                  <a:xfrm>
                    <a:off x="50" y="460399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5" name="Google Shape;1055;p23"/>
                  <p:cNvSpPr/>
                  <p:nvPr/>
                </p:nvSpPr>
                <p:spPr>
                  <a:xfrm>
                    <a:off x="50" y="4655044"/>
                    <a:ext cx="9144287" cy="488713"/>
                  </a:xfrm>
                  <a:custGeom>
                    <a:rect b="b" l="l" r="r" t="t"/>
                    <a:pathLst>
                      <a:path extrusionOk="0" h="19165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91652"/>
                        </a:lnTo>
                        <a:lnTo>
                          <a:pt x="0" y="191652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6" name="Google Shape;1056;p23"/>
                  <p:cNvSpPr/>
                  <p:nvPr/>
                </p:nvSpPr>
                <p:spPr>
                  <a:xfrm>
                    <a:off x="50" y="4724379"/>
                    <a:ext cx="9144287" cy="419345"/>
                  </a:xfrm>
                  <a:custGeom>
                    <a:rect b="b" l="l" r="r" t="t"/>
                    <a:pathLst>
                      <a:path extrusionOk="0" h="164449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64450"/>
                        </a:lnTo>
                        <a:lnTo>
                          <a:pt x="0" y="164450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7" name="Google Shape;1057;p23"/>
                  <p:cNvSpPr/>
                  <p:nvPr/>
                </p:nvSpPr>
                <p:spPr>
                  <a:xfrm>
                    <a:off x="50" y="4843220"/>
                    <a:ext cx="9144287" cy="300405"/>
                  </a:xfrm>
                  <a:custGeom>
                    <a:rect b="b" l="l" r="r" t="t"/>
                    <a:pathLst>
                      <a:path extrusionOk="0" h="11780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17806"/>
                        </a:lnTo>
                        <a:lnTo>
                          <a:pt x="0" y="117806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8" name="Google Shape;1058;p23"/>
                  <p:cNvSpPr/>
                  <p:nvPr/>
                </p:nvSpPr>
                <p:spPr>
                  <a:xfrm>
                    <a:off x="43" y="4905855"/>
                    <a:ext cx="9144287" cy="237491"/>
                  </a:xfrm>
                  <a:custGeom>
                    <a:rect b="b" l="l" r="r" t="t"/>
                    <a:pathLst>
                      <a:path extrusionOk="0" h="6506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65066"/>
                        </a:lnTo>
                        <a:lnTo>
                          <a:pt x="0" y="65066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59" name="Google Shape;1059;p23"/>
                <p:cNvGrpSpPr/>
                <p:nvPr/>
              </p:nvGrpSpPr>
              <p:grpSpPr>
                <a:xfrm flipH="1">
                  <a:off x="8773603" y="4759958"/>
                  <a:ext cx="339829" cy="252642"/>
                  <a:chOff x="206231" y="4759958"/>
                  <a:chExt cx="339829" cy="252642"/>
                </a:xfrm>
              </p:grpSpPr>
              <p:sp>
                <p:nvSpPr>
                  <p:cNvPr id="1060" name="Google Shape;1060;p23"/>
                  <p:cNvSpPr/>
                  <p:nvPr/>
                </p:nvSpPr>
                <p:spPr>
                  <a:xfrm>
                    <a:off x="279046" y="4766784"/>
                    <a:ext cx="267013" cy="245817"/>
                  </a:xfrm>
                  <a:custGeom>
                    <a:rect b="b" l="l" r="r" t="t"/>
                    <a:pathLst>
                      <a:path extrusionOk="0" h="67347" w="60616">
                        <a:moveTo>
                          <a:pt x="60606" y="0"/>
                        </a:moveTo>
                        <a:cubicBezTo>
                          <a:pt x="53546" y="638"/>
                          <a:pt x="45924" y="3005"/>
                          <a:pt x="38604" y="6973"/>
                        </a:cubicBezTo>
                        <a:cubicBezTo>
                          <a:pt x="31284" y="10920"/>
                          <a:pt x="24289" y="16434"/>
                          <a:pt x="18407" y="22975"/>
                        </a:cubicBezTo>
                        <a:cubicBezTo>
                          <a:pt x="12526" y="29516"/>
                          <a:pt x="7768" y="37052"/>
                          <a:pt x="4622" y="44740"/>
                        </a:cubicBezTo>
                        <a:cubicBezTo>
                          <a:pt x="1454" y="52427"/>
                          <a:pt x="-103" y="60265"/>
                          <a:pt x="5" y="67347"/>
                        </a:cubicBezTo>
                        <a:lnTo>
                          <a:pt x="5" y="67347"/>
                        </a:lnTo>
                        <a:cubicBezTo>
                          <a:pt x="5" y="67347"/>
                          <a:pt x="5" y="67347"/>
                          <a:pt x="5" y="67347"/>
                        </a:cubicBezTo>
                        <a:cubicBezTo>
                          <a:pt x="11293" y="58687"/>
                          <a:pt x="22202" y="47410"/>
                          <a:pt x="32690" y="35820"/>
                        </a:cubicBezTo>
                        <a:cubicBezTo>
                          <a:pt x="43123" y="24175"/>
                          <a:pt x="53178" y="12131"/>
                          <a:pt x="60617" y="0"/>
                        </a:cubicBezTo>
                        <a:lnTo>
                          <a:pt x="60617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1" name="Google Shape;1061;p23"/>
                  <p:cNvSpPr/>
                  <p:nvPr/>
                </p:nvSpPr>
                <p:spPr>
                  <a:xfrm>
                    <a:off x="206231" y="4759958"/>
                    <a:ext cx="124824" cy="239977"/>
                  </a:xfrm>
                  <a:custGeom>
                    <a:rect b="b" l="l" r="r" t="t"/>
                    <a:pathLst>
                      <a:path extrusionOk="0" h="65747" w="28337">
                        <a:moveTo>
                          <a:pt x="0" y="11"/>
                        </a:moveTo>
                        <a:cubicBezTo>
                          <a:pt x="1633" y="10952"/>
                          <a:pt x="5481" y="22683"/>
                          <a:pt x="9990" y="34101"/>
                        </a:cubicBezTo>
                        <a:cubicBezTo>
                          <a:pt x="14553" y="45507"/>
                          <a:pt x="19807" y="56676"/>
                          <a:pt x="26132" y="65747"/>
                        </a:cubicBezTo>
                        <a:lnTo>
                          <a:pt x="26132" y="65747"/>
                        </a:lnTo>
                        <a:cubicBezTo>
                          <a:pt x="29700" y="55314"/>
                          <a:pt x="28933" y="41182"/>
                          <a:pt x="23873" y="28576"/>
                        </a:cubicBezTo>
                        <a:cubicBezTo>
                          <a:pt x="18899" y="15936"/>
                          <a:pt x="9752" y="5146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2" name="Google Shape;1062;p23"/>
                <p:cNvGrpSpPr/>
                <p:nvPr/>
              </p:nvGrpSpPr>
              <p:grpSpPr>
                <a:xfrm flipH="1">
                  <a:off x="8386608" y="4765719"/>
                  <a:ext cx="323828" cy="223114"/>
                  <a:chOff x="609226" y="4765719"/>
                  <a:chExt cx="323828" cy="223114"/>
                </a:xfrm>
              </p:grpSpPr>
              <p:sp>
                <p:nvSpPr>
                  <p:cNvPr id="1063" name="Google Shape;1063;p23"/>
                  <p:cNvSpPr/>
                  <p:nvPr/>
                </p:nvSpPr>
                <p:spPr>
                  <a:xfrm>
                    <a:off x="609226" y="4765719"/>
                    <a:ext cx="146206" cy="203907"/>
                  </a:xfrm>
                  <a:custGeom>
                    <a:rect b="b" l="l" r="r" t="t"/>
                    <a:pathLst>
                      <a:path extrusionOk="0" h="55865" w="33191">
                        <a:moveTo>
                          <a:pt x="33191" y="11"/>
                        </a:moveTo>
                        <a:cubicBezTo>
                          <a:pt x="28412" y="1654"/>
                          <a:pt x="23525" y="4184"/>
                          <a:pt x="18865" y="7720"/>
                        </a:cubicBezTo>
                        <a:cubicBezTo>
                          <a:pt x="14216" y="11244"/>
                          <a:pt x="9783" y="15829"/>
                          <a:pt x="6356" y="21310"/>
                        </a:cubicBezTo>
                        <a:cubicBezTo>
                          <a:pt x="2929" y="26803"/>
                          <a:pt x="658" y="33160"/>
                          <a:pt x="128" y="39377"/>
                        </a:cubicBezTo>
                        <a:cubicBezTo>
                          <a:pt x="-434" y="45594"/>
                          <a:pt x="874" y="51584"/>
                          <a:pt x="3556" y="55865"/>
                        </a:cubicBezTo>
                        <a:lnTo>
                          <a:pt x="3556" y="55865"/>
                        </a:lnTo>
                        <a:cubicBezTo>
                          <a:pt x="7286" y="46470"/>
                          <a:pt x="12281" y="37658"/>
                          <a:pt x="17957" y="28543"/>
                        </a:cubicBezTo>
                        <a:cubicBezTo>
                          <a:pt x="20801" y="23981"/>
                          <a:pt x="23806" y="19310"/>
                          <a:pt x="26531" y="14521"/>
                        </a:cubicBezTo>
                        <a:cubicBezTo>
                          <a:pt x="29256" y="9741"/>
                          <a:pt x="31678" y="4833"/>
                          <a:pt x="33191" y="0"/>
                        </a:cubicBezTo>
                        <a:lnTo>
                          <a:pt x="3319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4" name="Google Shape;1064;p23"/>
                  <p:cNvSpPr/>
                  <p:nvPr/>
                </p:nvSpPr>
                <p:spPr>
                  <a:xfrm>
                    <a:off x="665587" y="4790346"/>
                    <a:ext cx="267467" cy="198487"/>
                  </a:xfrm>
                  <a:custGeom>
                    <a:rect b="b" l="l" r="r" t="t"/>
                    <a:pathLst>
                      <a:path extrusionOk="0" h="54380" w="60719">
                        <a:moveTo>
                          <a:pt x="60709" y="180"/>
                        </a:moveTo>
                        <a:cubicBezTo>
                          <a:pt x="54319" y="-437"/>
                          <a:pt x="47075" y="526"/>
                          <a:pt x="39918" y="3142"/>
                        </a:cubicBezTo>
                        <a:cubicBezTo>
                          <a:pt x="32760" y="5737"/>
                          <a:pt x="25711" y="9954"/>
                          <a:pt x="19678" y="15327"/>
                        </a:cubicBezTo>
                        <a:cubicBezTo>
                          <a:pt x="13655" y="20712"/>
                          <a:pt x="8660" y="27231"/>
                          <a:pt x="5287" y="34053"/>
                        </a:cubicBezTo>
                        <a:cubicBezTo>
                          <a:pt x="1881" y="40876"/>
                          <a:pt x="97" y="47958"/>
                          <a:pt x="0" y="54380"/>
                        </a:cubicBezTo>
                        <a:lnTo>
                          <a:pt x="0" y="54380"/>
                        </a:lnTo>
                        <a:cubicBezTo>
                          <a:pt x="10466" y="46855"/>
                          <a:pt x="20856" y="37557"/>
                          <a:pt x="31268" y="28302"/>
                        </a:cubicBezTo>
                        <a:cubicBezTo>
                          <a:pt x="41637" y="19003"/>
                          <a:pt x="52059" y="9727"/>
                          <a:pt x="60720" y="180"/>
                        </a:cubicBezTo>
                        <a:lnTo>
                          <a:pt x="60720" y="180"/>
                        </a:lnTo>
                        <a:lnTo>
                          <a:pt x="60720" y="18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65" name="Google Shape;1065;p23"/>
                <p:cNvSpPr/>
                <p:nvPr/>
              </p:nvSpPr>
              <p:spPr>
                <a:xfrm flipH="1">
                  <a:off x="4804529" y="4798061"/>
                  <a:ext cx="48385" cy="165666"/>
                </a:xfrm>
                <a:custGeom>
                  <a:rect b="b" l="l" r="r" t="t"/>
                  <a:pathLst>
                    <a:path extrusionOk="0" h="45388" w="10984">
                      <a:moveTo>
                        <a:pt x="4546" y="0"/>
                      </a:moveTo>
                      <a:cubicBezTo>
                        <a:pt x="2827" y="6984"/>
                        <a:pt x="1919" y="14780"/>
                        <a:pt x="1140" y="22575"/>
                      </a:cubicBezTo>
                      <a:cubicBezTo>
                        <a:pt x="394" y="30371"/>
                        <a:pt x="-244" y="38198"/>
                        <a:pt x="92" y="45388"/>
                      </a:cubicBezTo>
                      <a:lnTo>
                        <a:pt x="92" y="45388"/>
                      </a:lnTo>
                      <a:cubicBezTo>
                        <a:pt x="5681" y="40901"/>
                        <a:pt x="9963" y="32479"/>
                        <a:pt x="10795" y="23526"/>
                      </a:cubicBezTo>
                      <a:cubicBezTo>
                        <a:pt x="11725" y="14585"/>
                        <a:pt x="9152" y="5492"/>
                        <a:pt x="4546" y="0"/>
                      </a:cubicBezTo>
                      <a:lnTo>
                        <a:pt x="4546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66" name="Google Shape;1066;p23"/>
                <p:cNvGrpSpPr/>
                <p:nvPr/>
              </p:nvGrpSpPr>
              <p:grpSpPr>
                <a:xfrm flipH="1">
                  <a:off x="741006" y="4794866"/>
                  <a:ext cx="363460" cy="179560"/>
                  <a:chOff x="2652596" y="4794866"/>
                  <a:chExt cx="363460" cy="179560"/>
                </a:xfrm>
              </p:grpSpPr>
              <p:sp>
                <p:nvSpPr>
                  <p:cNvPr id="1067" name="Google Shape;1067;p23"/>
                  <p:cNvSpPr/>
                  <p:nvPr/>
                </p:nvSpPr>
                <p:spPr>
                  <a:xfrm>
                    <a:off x="2652596" y="4857260"/>
                    <a:ext cx="169694" cy="117165"/>
                  </a:xfrm>
                  <a:custGeom>
                    <a:rect b="b" l="l" r="r" t="t"/>
                    <a:pathLst>
                      <a:path extrusionOk="0" h="32100" w="38523">
                        <a:moveTo>
                          <a:pt x="0" y="0"/>
                        </a:moveTo>
                        <a:cubicBezTo>
                          <a:pt x="4530" y="6379"/>
                          <a:pt x="10834" y="12509"/>
                          <a:pt x="17537" y="18121"/>
                        </a:cubicBezTo>
                        <a:cubicBezTo>
                          <a:pt x="24262" y="23700"/>
                          <a:pt x="31430" y="28803"/>
                          <a:pt x="38523" y="32101"/>
                        </a:cubicBezTo>
                        <a:lnTo>
                          <a:pt x="38523" y="32101"/>
                        </a:lnTo>
                        <a:cubicBezTo>
                          <a:pt x="36988" y="24446"/>
                          <a:pt x="31657" y="16088"/>
                          <a:pt x="24305" y="10001"/>
                        </a:cubicBezTo>
                        <a:cubicBezTo>
                          <a:pt x="16985" y="3860"/>
                          <a:pt x="7806" y="130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8" name="Google Shape;1068;p23"/>
                  <p:cNvSpPr/>
                  <p:nvPr/>
                </p:nvSpPr>
                <p:spPr>
                  <a:xfrm>
                    <a:off x="2790235" y="4794866"/>
                    <a:ext cx="53036" cy="174507"/>
                  </a:xfrm>
                  <a:custGeom>
                    <a:rect b="b" l="l" r="r" t="t"/>
                    <a:pathLst>
                      <a:path extrusionOk="0" h="47810" w="12040">
                        <a:moveTo>
                          <a:pt x="214" y="0"/>
                        </a:moveTo>
                        <a:cubicBezTo>
                          <a:pt x="-381" y="7536"/>
                          <a:pt x="333" y="15915"/>
                          <a:pt x="1501" y="24208"/>
                        </a:cubicBezTo>
                        <a:cubicBezTo>
                          <a:pt x="2701" y="32490"/>
                          <a:pt x="4355" y="40739"/>
                          <a:pt x="7036" y="47810"/>
                        </a:cubicBezTo>
                        <a:lnTo>
                          <a:pt x="7036" y="47810"/>
                        </a:lnTo>
                        <a:cubicBezTo>
                          <a:pt x="11134" y="41485"/>
                          <a:pt x="12951" y="31971"/>
                          <a:pt x="11599" y="22770"/>
                        </a:cubicBezTo>
                        <a:cubicBezTo>
                          <a:pt x="10323" y="13558"/>
                          <a:pt x="5912" y="4930"/>
                          <a:pt x="214" y="11"/>
                        </a:cubicBezTo>
                        <a:lnTo>
                          <a:pt x="214" y="1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69" name="Google Shape;1069;p23"/>
                  <p:cNvSpPr/>
                  <p:nvPr/>
                </p:nvSpPr>
                <p:spPr>
                  <a:xfrm>
                    <a:off x="2825170" y="4808513"/>
                    <a:ext cx="190886" cy="157103"/>
                  </a:xfrm>
                  <a:custGeom>
                    <a:rect b="b" l="l" r="r" t="t"/>
                    <a:pathLst>
                      <a:path extrusionOk="0" h="43042" w="43334">
                        <a:moveTo>
                          <a:pt x="43334" y="0"/>
                        </a:moveTo>
                        <a:cubicBezTo>
                          <a:pt x="34036" y="1751"/>
                          <a:pt x="23862" y="7568"/>
                          <a:pt x="15796" y="15612"/>
                        </a:cubicBezTo>
                        <a:cubicBezTo>
                          <a:pt x="7698" y="23624"/>
                          <a:pt x="1816" y="33755"/>
                          <a:pt x="0" y="43042"/>
                        </a:cubicBezTo>
                        <a:lnTo>
                          <a:pt x="0" y="43042"/>
                        </a:lnTo>
                        <a:cubicBezTo>
                          <a:pt x="8574" y="38988"/>
                          <a:pt x="17169" y="32295"/>
                          <a:pt x="24824" y="24705"/>
                        </a:cubicBezTo>
                        <a:cubicBezTo>
                          <a:pt x="32468" y="17094"/>
                          <a:pt x="39226" y="8552"/>
                          <a:pt x="43334" y="0"/>
                        </a:cubicBezTo>
                        <a:lnTo>
                          <a:pt x="4333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0" name="Google Shape;1070;p23"/>
                <p:cNvGrpSpPr/>
                <p:nvPr/>
              </p:nvGrpSpPr>
              <p:grpSpPr>
                <a:xfrm flipH="1">
                  <a:off x="372846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1071" name="Google Shape;1071;p23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2" name="Google Shape;1072;p23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3" name="Google Shape;1073;p23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4" name="Google Shape;1074;p23"/>
                <p:cNvGrpSpPr/>
                <p:nvPr/>
              </p:nvGrpSpPr>
              <p:grpSpPr>
                <a:xfrm flipH="1">
                  <a:off x="140521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1075" name="Google Shape;1075;p23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23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77" name="Google Shape;1077;p23"/>
                <p:cNvSpPr/>
                <p:nvPr/>
              </p:nvSpPr>
              <p:spPr>
                <a:xfrm flipH="1">
                  <a:off x="4494566" y="4846101"/>
                  <a:ext cx="93443" cy="113022"/>
                </a:xfrm>
                <a:custGeom>
                  <a:rect b="b" l="l" r="r" t="t"/>
                  <a:pathLst>
                    <a:path extrusionOk="0" h="30965" w="21213">
                      <a:moveTo>
                        <a:pt x="11" y="0"/>
                      </a:moveTo>
                      <a:cubicBezTo>
                        <a:pt x="2573" y="5298"/>
                        <a:pt x="6076" y="10682"/>
                        <a:pt x="9633" y="16013"/>
                      </a:cubicBezTo>
                      <a:cubicBezTo>
                        <a:pt x="13223" y="21321"/>
                        <a:pt x="16888" y="26597"/>
                        <a:pt x="20835" y="30965"/>
                      </a:cubicBezTo>
                      <a:lnTo>
                        <a:pt x="20835" y="30965"/>
                      </a:lnTo>
                      <a:cubicBezTo>
                        <a:pt x="22035" y="25224"/>
                        <a:pt x="20359" y="17667"/>
                        <a:pt x="16218" y="11580"/>
                      </a:cubicBezTo>
                      <a:cubicBezTo>
                        <a:pt x="12142" y="5449"/>
                        <a:pt x="5774" y="1049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78" name="Google Shape;1078;p23"/>
            <p:cNvSpPr/>
            <p:nvPr/>
          </p:nvSpPr>
          <p:spPr>
            <a:xfrm flipH="1">
              <a:off x="-256760" y="482528"/>
              <a:ext cx="909813" cy="113946"/>
            </a:xfrm>
            <a:custGeom>
              <a:rect b="b" l="l" r="r" t="t"/>
              <a:pathLst>
                <a:path extrusionOk="0" h="17721" w="141495">
                  <a:moveTo>
                    <a:pt x="141495" y="17721"/>
                  </a:moveTo>
                  <a:lnTo>
                    <a:pt x="0" y="17721"/>
                  </a:lnTo>
                  <a:cubicBezTo>
                    <a:pt x="1384" y="13104"/>
                    <a:pt x="5925" y="7709"/>
                    <a:pt x="10584" y="6509"/>
                  </a:cubicBezTo>
                  <a:cubicBezTo>
                    <a:pt x="15255" y="5309"/>
                    <a:pt x="20499" y="6726"/>
                    <a:pt x="23937" y="10098"/>
                  </a:cubicBezTo>
                  <a:cubicBezTo>
                    <a:pt x="28532" y="3136"/>
                    <a:pt x="37236" y="-876"/>
                    <a:pt x="45507" y="162"/>
                  </a:cubicBezTo>
                  <a:cubicBezTo>
                    <a:pt x="53778" y="1200"/>
                    <a:pt x="61228" y="7233"/>
                    <a:pt x="63963" y="15115"/>
                  </a:cubicBezTo>
                  <a:cubicBezTo>
                    <a:pt x="68861" y="12120"/>
                    <a:pt x="75197" y="11623"/>
                    <a:pt x="80506" y="13829"/>
                  </a:cubicBezTo>
                  <a:cubicBezTo>
                    <a:pt x="98831" y="6768"/>
                    <a:pt x="124164" y="8498"/>
                    <a:pt x="141495" y="17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23"/>
            <p:cNvSpPr/>
            <p:nvPr/>
          </p:nvSpPr>
          <p:spPr>
            <a:xfrm>
              <a:off x="8430765" y="368578"/>
              <a:ext cx="909813" cy="113946"/>
            </a:xfrm>
            <a:custGeom>
              <a:rect b="b" l="l" r="r" t="t"/>
              <a:pathLst>
                <a:path extrusionOk="0" h="17721" w="141495">
                  <a:moveTo>
                    <a:pt x="141495" y="17721"/>
                  </a:moveTo>
                  <a:lnTo>
                    <a:pt x="0" y="17721"/>
                  </a:lnTo>
                  <a:cubicBezTo>
                    <a:pt x="1384" y="13104"/>
                    <a:pt x="5925" y="7709"/>
                    <a:pt x="10584" y="6509"/>
                  </a:cubicBezTo>
                  <a:cubicBezTo>
                    <a:pt x="15255" y="5309"/>
                    <a:pt x="20499" y="6726"/>
                    <a:pt x="23937" y="10098"/>
                  </a:cubicBezTo>
                  <a:cubicBezTo>
                    <a:pt x="28532" y="3136"/>
                    <a:pt x="37236" y="-876"/>
                    <a:pt x="45507" y="162"/>
                  </a:cubicBezTo>
                  <a:cubicBezTo>
                    <a:pt x="53778" y="1200"/>
                    <a:pt x="61228" y="7233"/>
                    <a:pt x="63963" y="15115"/>
                  </a:cubicBezTo>
                  <a:cubicBezTo>
                    <a:pt x="68861" y="12120"/>
                    <a:pt x="75197" y="11623"/>
                    <a:pt x="80506" y="13829"/>
                  </a:cubicBezTo>
                  <a:cubicBezTo>
                    <a:pt x="98831" y="6768"/>
                    <a:pt x="124164" y="8498"/>
                    <a:pt x="141495" y="17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1" name="Google Shape;1081;p24"/>
          <p:cNvGrpSpPr/>
          <p:nvPr/>
        </p:nvGrpSpPr>
        <p:grpSpPr>
          <a:xfrm>
            <a:off x="-313410" y="0"/>
            <a:ext cx="9653988" cy="5143797"/>
            <a:chOff x="-313410" y="0"/>
            <a:chExt cx="9653988" cy="5143797"/>
          </a:xfrm>
        </p:grpSpPr>
        <p:grpSp>
          <p:nvGrpSpPr>
            <p:cNvPr id="1082" name="Google Shape;1082;p24"/>
            <p:cNvGrpSpPr/>
            <p:nvPr/>
          </p:nvGrpSpPr>
          <p:grpSpPr>
            <a:xfrm flipH="1">
              <a:off x="25" y="0"/>
              <a:ext cx="9150776" cy="5143797"/>
              <a:chOff x="25" y="0"/>
              <a:chExt cx="9150776" cy="5143797"/>
            </a:xfrm>
          </p:grpSpPr>
          <p:grpSp>
            <p:nvGrpSpPr>
              <p:cNvPr id="1083" name="Google Shape;1083;p24"/>
              <p:cNvGrpSpPr/>
              <p:nvPr/>
            </p:nvGrpSpPr>
            <p:grpSpPr>
              <a:xfrm>
                <a:off x="25" y="0"/>
                <a:ext cx="9150776" cy="1135213"/>
                <a:chOff x="24" y="0"/>
                <a:chExt cx="9150776" cy="2380400"/>
              </a:xfrm>
            </p:grpSpPr>
            <p:sp>
              <p:nvSpPr>
                <p:cNvPr id="1084" name="Google Shape;1084;p24"/>
                <p:cNvSpPr/>
                <p:nvPr/>
              </p:nvSpPr>
              <p:spPr>
                <a:xfrm>
                  <a:off x="68" y="4"/>
                  <a:ext cx="9144287" cy="1894248"/>
                </a:xfrm>
                <a:custGeom>
                  <a:rect b="b" l="l" r="r" t="t"/>
                  <a:pathLst>
                    <a:path extrusionOk="0" h="518972" w="2075888">
                      <a:moveTo>
                        <a:pt x="0" y="0"/>
                      </a:moveTo>
                      <a:lnTo>
                        <a:pt x="2075888" y="0"/>
                      </a:lnTo>
                      <a:lnTo>
                        <a:pt x="2075888" y="518972"/>
                      </a:lnTo>
                      <a:lnTo>
                        <a:pt x="0" y="51897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5" name="Google Shape;1085;p24"/>
                <p:cNvSpPr/>
                <p:nvPr/>
              </p:nvSpPr>
              <p:spPr>
                <a:xfrm>
                  <a:off x="24" y="391542"/>
                  <a:ext cx="9144287" cy="1502446"/>
                </a:xfrm>
                <a:custGeom>
                  <a:rect b="b" l="l" r="r" t="t"/>
                  <a:pathLst>
                    <a:path extrusionOk="0" h="411629" w="2075888">
                      <a:moveTo>
                        <a:pt x="1512490" y="168188"/>
                      </a:moveTo>
                      <a:cubicBezTo>
                        <a:pt x="1304772" y="184471"/>
                        <a:pt x="1124569" y="8172"/>
                        <a:pt x="916353" y="280"/>
                      </a:cubicBezTo>
                      <a:cubicBezTo>
                        <a:pt x="806191" y="-3894"/>
                        <a:pt x="700677" y="39646"/>
                        <a:pt x="593423" y="65162"/>
                      </a:cubicBezTo>
                      <a:cubicBezTo>
                        <a:pt x="397576" y="111751"/>
                        <a:pt x="187738" y="97089"/>
                        <a:pt x="0" y="24585"/>
                      </a:cubicBezTo>
                      <a:lnTo>
                        <a:pt x="0" y="411630"/>
                      </a:lnTo>
                      <a:lnTo>
                        <a:pt x="2075888" y="411630"/>
                      </a:lnTo>
                      <a:lnTo>
                        <a:pt x="2075888" y="16054"/>
                      </a:lnTo>
                      <a:cubicBezTo>
                        <a:pt x="1989771" y="15924"/>
                        <a:pt x="1903611" y="30758"/>
                        <a:pt x="1822706" y="60307"/>
                      </a:cubicBezTo>
                      <a:cubicBezTo>
                        <a:pt x="1719398" y="98030"/>
                        <a:pt x="1622123" y="159593"/>
                        <a:pt x="1512479" y="16818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" name="Google Shape;1086;p24"/>
                <p:cNvSpPr/>
                <p:nvPr/>
              </p:nvSpPr>
              <p:spPr>
                <a:xfrm>
                  <a:off x="24" y="0"/>
                  <a:ext cx="9144335" cy="1009561"/>
                </a:xfrm>
                <a:custGeom>
                  <a:rect b="b" l="l" r="r" t="t"/>
                  <a:pathLst>
                    <a:path extrusionOk="0" h="276592" w="2075899">
                      <a:moveTo>
                        <a:pt x="2047237" y="0"/>
                      </a:moveTo>
                      <a:cubicBezTo>
                        <a:pt x="1967272" y="13429"/>
                        <a:pt x="1888085" y="45389"/>
                        <a:pt x="1813083" y="77857"/>
                      </a:cubicBezTo>
                      <a:cubicBezTo>
                        <a:pt x="1688584" y="131743"/>
                        <a:pt x="1556138" y="189285"/>
                        <a:pt x="1422157" y="167942"/>
                      </a:cubicBezTo>
                      <a:cubicBezTo>
                        <a:pt x="1301658" y="148740"/>
                        <a:pt x="1197323" y="67532"/>
                        <a:pt x="1076359" y="51541"/>
                      </a:cubicBezTo>
                      <a:cubicBezTo>
                        <a:pt x="954541" y="35431"/>
                        <a:pt x="835459" y="87252"/>
                        <a:pt x="715208" y="112498"/>
                      </a:cubicBezTo>
                      <a:cubicBezTo>
                        <a:pt x="503133" y="157033"/>
                        <a:pt x="274504" y="115190"/>
                        <a:pt x="91145" y="0"/>
                      </a:cubicBezTo>
                      <a:lnTo>
                        <a:pt x="0" y="0"/>
                      </a:lnTo>
                      <a:lnTo>
                        <a:pt x="0" y="131927"/>
                      </a:lnTo>
                      <a:cubicBezTo>
                        <a:pt x="187738" y="204421"/>
                        <a:pt x="397576" y="219082"/>
                        <a:pt x="593423" y="172504"/>
                      </a:cubicBezTo>
                      <a:cubicBezTo>
                        <a:pt x="700677" y="146988"/>
                        <a:pt x="806191" y="103449"/>
                        <a:pt x="916353" y="107622"/>
                      </a:cubicBezTo>
                      <a:cubicBezTo>
                        <a:pt x="1124559" y="115504"/>
                        <a:pt x="1304761" y="291814"/>
                        <a:pt x="1512490" y="275531"/>
                      </a:cubicBezTo>
                      <a:cubicBezTo>
                        <a:pt x="1622134" y="266936"/>
                        <a:pt x="1719409" y="205373"/>
                        <a:pt x="1822717" y="167650"/>
                      </a:cubicBezTo>
                      <a:cubicBezTo>
                        <a:pt x="1903622" y="138112"/>
                        <a:pt x="1989782" y="123267"/>
                        <a:pt x="2075899" y="123397"/>
                      </a:cubicBezTo>
                      <a:lnTo>
                        <a:pt x="2075899" y="0"/>
                      </a:lnTo>
                      <a:lnTo>
                        <a:pt x="2047248" y="0"/>
                      </a:lnTo>
                      <a:close/>
                    </a:path>
                  </a:pathLst>
                </a:custGeom>
                <a:solidFill>
                  <a:srgbClr val="D0EDFE">
                    <a:alpha val="3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7" name="Google Shape;1087;p24"/>
                <p:cNvSpPr/>
                <p:nvPr/>
              </p:nvSpPr>
              <p:spPr>
                <a:xfrm>
                  <a:off x="6500" y="1645400"/>
                  <a:ext cx="9144300" cy="735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Open Sans"/>
                    <a:ea typeface="Open Sans"/>
                    <a:cs typeface="Open Sans"/>
                    <a:sym typeface="Open Sans"/>
                  </a:endParaRPr>
                </a:p>
              </p:txBody>
            </p:sp>
          </p:grpSp>
          <p:grpSp>
            <p:nvGrpSpPr>
              <p:cNvPr id="1088" name="Google Shape;1088;p24"/>
              <p:cNvGrpSpPr/>
              <p:nvPr/>
            </p:nvGrpSpPr>
            <p:grpSpPr>
              <a:xfrm>
                <a:off x="50" y="4603847"/>
                <a:ext cx="9144287" cy="539950"/>
                <a:chOff x="50" y="4603847"/>
                <a:chExt cx="9144287" cy="539950"/>
              </a:xfrm>
            </p:grpSpPr>
            <p:grpSp>
              <p:nvGrpSpPr>
                <p:cNvPr id="1089" name="Google Shape;1089;p24"/>
                <p:cNvGrpSpPr/>
                <p:nvPr/>
              </p:nvGrpSpPr>
              <p:grpSpPr>
                <a:xfrm>
                  <a:off x="50" y="4603847"/>
                  <a:ext cx="9144287" cy="539950"/>
                  <a:chOff x="50" y="4603847"/>
                  <a:chExt cx="9144287" cy="539950"/>
                </a:xfrm>
              </p:grpSpPr>
              <p:sp>
                <p:nvSpPr>
                  <p:cNvPr id="1090" name="Google Shape;1090;p24"/>
                  <p:cNvSpPr/>
                  <p:nvPr/>
                </p:nvSpPr>
                <p:spPr>
                  <a:xfrm>
                    <a:off x="50" y="460384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1" name="Google Shape;1091;p24"/>
                  <p:cNvSpPr/>
                  <p:nvPr/>
                </p:nvSpPr>
                <p:spPr>
                  <a:xfrm>
                    <a:off x="50" y="4603997"/>
                    <a:ext cx="9144287" cy="539799"/>
                  </a:xfrm>
                  <a:custGeom>
                    <a:rect b="b" l="l" r="r" t="t"/>
                    <a:pathLst>
                      <a:path extrusionOk="0" h="21168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211687"/>
                        </a:lnTo>
                        <a:lnTo>
                          <a:pt x="0" y="211687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24"/>
                  <p:cNvSpPr/>
                  <p:nvPr/>
                </p:nvSpPr>
                <p:spPr>
                  <a:xfrm>
                    <a:off x="50" y="4655044"/>
                    <a:ext cx="9144287" cy="488713"/>
                  </a:xfrm>
                  <a:custGeom>
                    <a:rect b="b" l="l" r="r" t="t"/>
                    <a:pathLst>
                      <a:path extrusionOk="0" h="191652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91652"/>
                        </a:lnTo>
                        <a:lnTo>
                          <a:pt x="0" y="191652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3" name="Google Shape;1093;p24"/>
                  <p:cNvSpPr/>
                  <p:nvPr/>
                </p:nvSpPr>
                <p:spPr>
                  <a:xfrm>
                    <a:off x="50" y="4724379"/>
                    <a:ext cx="9144287" cy="419345"/>
                  </a:xfrm>
                  <a:custGeom>
                    <a:rect b="b" l="l" r="r" t="t"/>
                    <a:pathLst>
                      <a:path extrusionOk="0" h="164449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64450"/>
                        </a:lnTo>
                        <a:lnTo>
                          <a:pt x="0" y="164450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4" name="Google Shape;1094;p24"/>
                  <p:cNvSpPr/>
                  <p:nvPr/>
                </p:nvSpPr>
                <p:spPr>
                  <a:xfrm>
                    <a:off x="50" y="4843220"/>
                    <a:ext cx="9144287" cy="300405"/>
                  </a:xfrm>
                  <a:custGeom>
                    <a:rect b="b" l="l" r="r" t="t"/>
                    <a:pathLst>
                      <a:path extrusionOk="0" h="117806" w="2075888">
                        <a:moveTo>
                          <a:pt x="0" y="0"/>
                        </a:moveTo>
                        <a:lnTo>
                          <a:pt x="2075888" y="0"/>
                        </a:lnTo>
                        <a:lnTo>
                          <a:pt x="2075888" y="117806"/>
                        </a:lnTo>
                        <a:lnTo>
                          <a:pt x="0" y="117806"/>
                        </a:lnTo>
                        <a:close/>
                      </a:path>
                    </a:pathLst>
                  </a:custGeom>
                  <a:solidFill>
                    <a:srgbClr val="496958">
                      <a:alpha val="2000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5" name="Google Shape;1095;p24"/>
                <p:cNvGrpSpPr/>
                <p:nvPr/>
              </p:nvGrpSpPr>
              <p:grpSpPr>
                <a:xfrm flipH="1">
                  <a:off x="372846" y="4744852"/>
                  <a:ext cx="328964" cy="214701"/>
                  <a:chOff x="3055253" y="4744852"/>
                  <a:chExt cx="328964" cy="214701"/>
                </a:xfrm>
              </p:grpSpPr>
              <p:sp>
                <p:nvSpPr>
                  <p:cNvPr id="1096" name="Google Shape;1096;p24"/>
                  <p:cNvSpPr/>
                  <p:nvPr/>
                </p:nvSpPr>
                <p:spPr>
                  <a:xfrm>
                    <a:off x="3055253" y="4846101"/>
                    <a:ext cx="93443" cy="113022"/>
                  </a:xfrm>
                  <a:custGeom>
                    <a:rect b="b" l="l" r="r" t="t"/>
                    <a:pathLst>
                      <a:path extrusionOk="0" h="30965" w="21213">
                        <a:moveTo>
                          <a:pt x="11" y="0"/>
                        </a:moveTo>
                        <a:cubicBezTo>
                          <a:pt x="2573" y="5298"/>
                          <a:pt x="6076" y="10682"/>
                          <a:pt x="9633" y="16013"/>
                        </a:cubicBezTo>
                        <a:cubicBezTo>
                          <a:pt x="13223" y="21321"/>
                          <a:pt x="16888" y="26597"/>
                          <a:pt x="20835" y="30965"/>
                        </a:cubicBezTo>
                        <a:lnTo>
                          <a:pt x="20835" y="30965"/>
                        </a:lnTo>
                        <a:cubicBezTo>
                          <a:pt x="22035" y="25224"/>
                          <a:pt x="20359" y="17667"/>
                          <a:pt x="16218" y="11580"/>
                        </a:cubicBezTo>
                        <a:cubicBezTo>
                          <a:pt x="12142" y="5449"/>
                          <a:pt x="5774" y="1049"/>
                          <a:pt x="0" y="0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7" name="Google Shape;1097;p24"/>
                  <p:cNvSpPr/>
                  <p:nvPr/>
                </p:nvSpPr>
                <p:spPr>
                  <a:xfrm>
                    <a:off x="3119332" y="4744852"/>
                    <a:ext cx="66370" cy="212707"/>
                  </a:xfrm>
                  <a:custGeom>
                    <a:rect b="b" l="l" r="r" t="t"/>
                    <a:pathLst>
                      <a:path extrusionOk="0" h="58276" w="15067">
                        <a:moveTo>
                          <a:pt x="11" y="11"/>
                        </a:moveTo>
                        <a:cubicBezTo>
                          <a:pt x="227" y="9320"/>
                          <a:pt x="1373" y="19256"/>
                          <a:pt x="2357" y="29203"/>
                        </a:cubicBezTo>
                        <a:cubicBezTo>
                          <a:pt x="3384" y="39150"/>
                          <a:pt x="4238" y="49119"/>
                          <a:pt x="5882" y="58276"/>
                        </a:cubicBezTo>
                        <a:lnTo>
                          <a:pt x="5882" y="58276"/>
                        </a:lnTo>
                        <a:cubicBezTo>
                          <a:pt x="9050" y="54892"/>
                          <a:pt x="11666" y="50286"/>
                          <a:pt x="13255" y="44999"/>
                        </a:cubicBezTo>
                        <a:cubicBezTo>
                          <a:pt x="14856" y="39712"/>
                          <a:pt x="15429" y="33777"/>
                          <a:pt x="14845" y="27938"/>
                        </a:cubicBezTo>
                        <a:cubicBezTo>
                          <a:pt x="14250" y="22099"/>
                          <a:pt x="12509" y="16391"/>
                          <a:pt x="9882" y="11536"/>
                        </a:cubicBezTo>
                        <a:cubicBezTo>
                          <a:pt x="7266" y="6671"/>
                          <a:pt x="3784" y="2671"/>
                          <a:pt x="0" y="0"/>
                        </a:cubicBezTo>
                        <a:lnTo>
                          <a:pt x="0" y="0"/>
                        </a:lnTo>
                        <a:cubicBezTo>
                          <a:pt x="0" y="0"/>
                          <a:pt x="0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8" name="Google Shape;1098;p24"/>
                  <p:cNvSpPr/>
                  <p:nvPr/>
                </p:nvSpPr>
                <p:spPr>
                  <a:xfrm>
                    <a:off x="3155134" y="4847812"/>
                    <a:ext cx="229082" cy="111741"/>
                  </a:xfrm>
                  <a:custGeom>
                    <a:rect b="b" l="l" r="r" t="t"/>
                    <a:pathLst>
                      <a:path extrusionOk="0" h="30614" w="52005">
                        <a:moveTo>
                          <a:pt x="52005" y="3174"/>
                        </a:moveTo>
                        <a:cubicBezTo>
                          <a:pt x="47821" y="990"/>
                          <a:pt x="42448" y="-200"/>
                          <a:pt x="36717" y="28"/>
                        </a:cubicBezTo>
                        <a:cubicBezTo>
                          <a:pt x="30998" y="233"/>
                          <a:pt x="24965" y="1855"/>
                          <a:pt x="19570" y="4699"/>
                        </a:cubicBezTo>
                        <a:cubicBezTo>
                          <a:pt x="14175" y="7553"/>
                          <a:pt x="9439" y="11618"/>
                          <a:pt x="6033" y="16224"/>
                        </a:cubicBezTo>
                        <a:cubicBezTo>
                          <a:pt x="2616" y="20819"/>
                          <a:pt x="562" y="25933"/>
                          <a:pt x="0" y="30614"/>
                        </a:cubicBezTo>
                        <a:lnTo>
                          <a:pt x="0" y="30614"/>
                        </a:lnTo>
                        <a:cubicBezTo>
                          <a:pt x="8239" y="25879"/>
                          <a:pt x="16715" y="20668"/>
                          <a:pt x="25548" y="16029"/>
                        </a:cubicBezTo>
                        <a:cubicBezTo>
                          <a:pt x="34360" y="11358"/>
                          <a:pt x="43453" y="7304"/>
                          <a:pt x="52005" y="3174"/>
                        </a:cubicBezTo>
                        <a:lnTo>
                          <a:pt x="52005" y="3174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9" name="Google Shape;1099;p24"/>
                <p:cNvGrpSpPr/>
                <p:nvPr/>
              </p:nvGrpSpPr>
              <p:grpSpPr>
                <a:xfrm flipH="1">
                  <a:off x="140521" y="4794745"/>
                  <a:ext cx="181242" cy="177466"/>
                  <a:chOff x="3435299" y="4794745"/>
                  <a:chExt cx="181242" cy="177466"/>
                </a:xfrm>
              </p:grpSpPr>
              <p:sp>
                <p:nvSpPr>
                  <p:cNvPr id="1100" name="Google Shape;1100;p24"/>
                  <p:cNvSpPr/>
                  <p:nvPr/>
                </p:nvSpPr>
                <p:spPr>
                  <a:xfrm>
                    <a:off x="3435299" y="4796402"/>
                    <a:ext cx="137643" cy="175810"/>
                  </a:xfrm>
                  <a:custGeom>
                    <a:rect b="b" l="l" r="r" t="t"/>
                    <a:pathLst>
                      <a:path extrusionOk="0" h="48167" w="31247">
                        <a:moveTo>
                          <a:pt x="0" y="11"/>
                        </a:moveTo>
                        <a:cubicBezTo>
                          <a:pt x="3589" y="8239"/>
                          <a:pt x="8682" y="16661"/>
                          <a:pt x="13926" y="24954"/>
                        </a:cubicBezTo>
                        <a:cubicBezTo>
                          <a:pt x="19202" y="33225"/>
                          <a:pt x="24651" y="41410"/>
                          <a:pt x="30576" y="48167"/>
                        </a:cubicBezTo>
                        <a:lnTo>
                          <a:pt x="30576" y="48167"/>
                        </a:lnTo>
                        <a:cubicBezTo>
                          <a:pt x="31517" y="43788"/>
                          <a:pt x="31484" y="38729"/>
                          <a:pt x="30381" y="33571"/>
                        </a:cubicBezTo>
                        <a:cubicBezTo>
                          <a:pt x="29300" y="28414"/>
                          <a:pt x="27149" y="23170"/>
                          <a:pt x="24164" y="18456"/>
                        </a:cubicBezTo>
                        <a:cubicBezTo>
                          <a:pt x="21170" y="13742"/>
                          <a:pt x="17342" y="9569"/>
                          <a:pt x="13136" y="6390"/>
                        </a:cubicBezTo>
                        <a:cubicBezTo>
                          <a:pt x="8931" y="3200"/>
                          <a:pt x="4368" y="1016"/>
                          <a:pt x="11" y="0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01" name="Google Shape;1101;p24"/>
                  <p:cNvSpPr/>
                  <p:nvPr/>
                </p:nvSpPr>
                <p:spPr>
                  <a:xfrm>
                    <a:off x="3566765" y="4794745"/>
                    <a:ext cx="49776" cy="173915"/>
                  </a:xfrm>
                  <a:custGeom>
                    <a:rect b="b" l="l" r="r" t="t"/>
                    <a:pathLst>
                      <a:path extrusionOk="0" h="47648" w="11300">
                        <a:moveTo>
                          <a:pt x="1054" y="0"/>
                        </a:moveTo>
                        <a:cubicBezTo>
                          <a:pt x="1822" y="7579"/>
                          <a:pt x="1552" y="15213"/>
                          <a:pt x="925" y="23278"/>
                        </a:cubicBezTo>
                        <a:cubicBezTo>
                          <a:pt x="308" y="31301"/>
                          <a:pt x="-665" y="40102"/>
                          <a:pt x="665" y="47648"/>
                        </a:cubicBezTo>
                        <a:lnTo>
                          <a:pt x="665" y="47648"/>
                        </a:lnTo>
                        <a:cubicBezTo>
                          <a:pt x="3282" y="44891"/>
                          <a:pt x="5671" y="41496"/>
                          <a:pt x="7563" y="37506"/>
                        </a:cubicBezTo>
                        <a:cubicBezTo>
                          <a:pt x="9444" y="33528"/>
                          <a:pt x="10817" y="28922"/>
                          <a:pt x="11196" y="24078"/>
                        </a:cubicBezTo>
                        <a:cubicBezTo>
                          <a:pt x="11585" y="19213"/>
                          <a:pt x="10893" y="14174"/>
                          <a:pt x="9077" y="9839"/>
                        </a:cubicBezTo>
                        <a:cubicBezTo>
                          <a:pt x="7293" y="5493"/>
                          <a:pt x="4330" y="1935"/>
                          <a:pt x="1054" y="0"/>
                        </a:cubicBezTo>
                        <a:lnTo>
                          <a:pt x="105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1102" name="Google Shape;1102;p24"/>
            <p:cNvSpPr/>
            <p:nvPr/>
          </p:nvSpPr>
          <p:spPr>
            <a:xfrm flipH="1">
              <a:off x="-313410" y="3352753"/>
              <a:ext cx="909813" cy="113946"/>
            </a:xfrm>
            <a:custGeom>
              <a:rect b="b" l="l" r="r" t="t"/>
              <a:pathLst>
                <a:path extrusionOk="0" h="17721" w="141495">
                  <a:moveTo>
                    <a:pt x="141495" y="17721"/>
                  </a:moveTo>
                  <a:lnTo>
                    <a:pt x="0" y="17721"/>
                  </a:lnTo>
                  <a:cubicBezTo>
                    <a:pt x="1384" y="13104"/>
                    <a:pt x="5925" y="7709"/>
                    <a:pt x="10584" y="6509"/>
                  </a:cubicBezTo>
                  <a:cubicBezTo>
                    <a:pt x="15255" y="5309"/>
                    <a:pt x="20499" y="6726"/>
                    <a:pt x="23937" y="10098"/>
                  </a:cubicBezTo>
                  <a:cubicBezTo>
                    <a:pt x="28532" y="3136"/>
                    <a:pt x="37236" y="-876"/>
                    <a:pt x="45507" y="162"/>
                  </a:cubicBezTo>
                  <a:cubicBezTo>
                    <a:pt x="53778" y="1200"/>
                    <a:pt x="61228" y="7233"/>
                    <a:pt x="63963" y="15115"/>
                  </a:cubicBezTo>
                  <a:cubicBezTo>
                    <a:pt x="68861" y="12120"/>
                    <a:pt x="75197" y="11623"/>
                    <a:pt x="80506" y="13829"/>
                  </a:cubicBezTo>
                  <a:cubicBezTo>
                    <a:pt x="98831" y="6768"/>
                    <a:pt x="124164" y="8498"/>
                    <a:pt x="141495" y="17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24"/>
            <p:cNvSpPr/>
            <p:nvPr/>
          </p:nvSpPr>
          <p:spPr>
            <a:xfrm flipH="1">
              <a:off x="8430765" y="368628"/>
              <a:ext cx="909813" cy="113946"/>
            </a:xfrm>
            <a:custGeom>
              <a:rect b="b" l="l" r="r" t="t"/>
              <a:pathLst>
                <a:path extrusionOk="0" h="17721" w="141495">
                  <a:moveTo>
                    <a:pt x="141495" y="17721"/>
                  </a:moveTo>
                  <a:lnTo>
                    <a:pt x="0" y="17721"/>
                  </a:lnTo>
                  <a:cubicBezTo>
                    <a:pt x="1384" y="13104"/>
                    <a:pt x="5925" y="7709"/>
                    <a:pt x="10584" y="6509"/>
                  </a:cubicBezTo>
                  <a:cubicBezTo>
                    <a:pt x="15255" y="5309"/>
                    <a:pt x="20499" y="6726"/>
                    <a:pt x="23937" y="10098"/>
                  </a:cubicBezTo>
                  <a:cubicBezTo>
                    <a:pt x="28532" y="3136"/>
                    <a:pt x="37236" y="-876"/>
                    <a:pt x="45507" y="162"/>
                  </a:cubicBezTo>
                  <a:cubicBezTo>
                    <a:pt x="53778" y="1200"/>
                    <a:pt x="61228" y="7233"/>
                    <a:pt x="63963" y="15115"/>
                  </a:cubicBezTo>
                  <a:cubicBezTo>
                    <a:pt x="68861" y="12120"/>
                    <a:pt x="75197" y="11623"/>
                    <a:pt x="80506" y="13829"/>
                  </a:cubicBezTo>
                  <a:cubicBezTo>
                    <a:pt x="98831" y="6768"/>
                    <a:pt x="124164" y="8498"/>
                    <a:pt x="141495" y="177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048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048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048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048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048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5"/>
          <p:cNvSpPr txBox="1"/>
          <p:nvPr>
            <p:ph type="ctrTitle"/>
          </p:nvPr>
        </p:nvSpPr>
        <p:spPr>
          <a:xfrm>
            <a:off x="713225" y="931750"/>
            <a:ext cx="5134500" cy="181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Dairy Creek Golf Course Project</a:t>
            </a:r>
            <a:endParaRPr/>
          </a:p>
        </p:txBody>
      </p:sp>
      <p:sp>
        <p:nvSpPr>
          <p:cNvPr id="1109" name="Google Shape;1109;p25"/>
          <p:cNvSpPr txBox="1"/>
          <p:nvPr>
            <p:ph idx="1" type="subTitle"/>
          </p:nvPr>
        </p:nvSpPr>
        <p:spPr>
          <a:xfrm>
            <a:off x="713225" y="2755300"/>
            <a:ext cx="49341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Jake Altieri, Madison Chan, Celeste Johnson, Noah Pidding</a:t>
            </a:r>
            <a:endParaRPr/>
          </a:p>
        </p:txBody>
      </p:sp>
      <p:grpSp>
        <p:nvGrpSpPr>
          <p:cNvPr id="1110" name="Google Shape;1110;p25"/>
          <p:cNvGrpSpPr/>
          <p:nvPr/>
        </p:nvGrpSpPr>
        <p:grpSpPr>
          <a:xfrm>
            <a:off x="5647290" y="2083809"/>
            <a:ext cx="3235943" cy="3059930"/>
            <a:chOff x="407554" y="1163386"/>
            <a:chExt cx="1795452" cy="1697792"/>
          </a:xfrm>
        </p:grpSpPr>
        <p:grpSp>
          <p:nvGrpSpPr>
            <p:cNvPr id="1111" name="Google Shape;1111;p25"/>
            <p:cNvGrpSpPr/>
            <p:nvPr/>
          </p:nvGrpSpPr>
          <p:grpSpPr>
            <a:xfrm>
              <a:off x="407554" y="1163386"/>
              <a:ext cx="829483" cy="1410891"/>
              <a:chOff x="407554" y="1163386"/>
              <a:chExt cx="829483" cy="1410891"/>
            </a:xfrm>
          </p:grpSpPr>
          <p:sp>
            <p:nvSpPr>
              <p:cNvPr id="1112" name="Google Shape;1112;p25"/>
              <p:cNvSpPr/>
              <p:nvPr/>
            </p:nvSpPr>
            <p:spPr>
              <a:xfrm>
                <a:off x="407554" y="1231925"/>
                <a:ext cx="829483" cy="1342352"/>
              </a:xfrm>
              <a:custGeom>
                <a:rect b="b" l="l" r="r" t="t"/>
                <a:pathLst>
                  <a:path extrusionOk="0" h="596601" w="368659">
                    <a:moveTo>
                      <a:pt x="368659" y="596602"/>
                    </a:moveTo>
                    <a:cubicBezTo>
                      <a:pt x="308459" y="569940"/>
                      <a:pt x="252074" y="534239"/>
                      <a:pt x="201334" y="491769"/>
                    </a:cubicBezTo>
                    <a:cubicBezTo>
                      <a:pt x="175872" y="470621"/>
                      <a:pt x="152032" y="447516"/>
                      <a:pt x="129586" y="423146"/>
                    </a:cubicBezTo>
                    <a:cubicBezTo>
                      <a:pt x="107216" y="398690"/>
                      <a:pt x="86641" y="372633"/>
                      <a:pt x="67547" y="345484"/>
                    </a:cubicBezTo>
                    <a:cubicBezTo>
                      <a:pt x="48810" y="318097"/>
                      <a:pt x="32020" y="289046"/>
                      <a:pt x="19672" y="257897"/>
                    </a:cubicBezTo>
                    <a:cubicBezTo>
                      <a:pt x="7487" y="226780"/>
                      <a:pt x="-232" y="193458"/>
                      <a:pt x="5" y="159703"/>
                    </a:cubicBezTo>
                    <a:cubicBezTo>
                      <a:pt x="427" y="125959"/>
                      <a:pt x="9606" y="92507"/>
                      <a:pt x="26581" y="63639"/>
                    </a:cubicBezTo>
                    <a:cubicBezTo>
                      <a:pt x="35165" y="49281"/>
                      <a:pt x="45718" y="36069"/>
                      <a:pt x="58270" y="25105"/>
                    </a:cubicBezTo>
                    <a:cubicBezTo>
                      <a:pt x="64541" y="19634"/>
                      <a:pt x="71277" y="14704"/>
                      <a:pt x="78392" y="10466"/>
                    </a:cubicBezTo>
                    <a:cubicBezTo>
                      <a:pt x="85539" y="6260"/>
                      <a:pt x="93052" y="2746"/>
                      <a:pt x="100804" y="0"/>
                    </a:cubicBezTo>
                    <a:cubicBezTo>
                      <a:pt x="93291" y="3352"/>
                      <a:pt x="86123" y="7417"/>
                      <a:pt x="79430" y="12088"/>
                    </a:cubicBezTo>
                    <a:cubicBezTo>
                      <a:pt x="72715" y="16726"/>
                      <a:pt x="66433" y="21970"/>
                      <a:pt x="60682" y="27700"/>
                    </a:cubicBezTo>
                    <a:cubicBezTo>
                      <a:pt x="49156" y="39150"/>
                      <a:pt x="39555" y="52416"/>
                      <a:pt x="32051" y="66720"/>
                    </a:cubicBezTo>
                    <a:cubicBezTo>
                      <a:pt x="24473" y="80981"/>
                      <a:pt x="18850" y="96248"/>
                      <a:pt x="15196" y="111914"/>
                    </a:cubicBezTo>
                    <a:cubicBezTo>
                      <a:pt x="11552" y="127581"/>
                      <a:pt x="9671" y="143658"/>
                      <a:pt x="9984" y="159670"/>
                    </a:cubicBezTo>
                    <a:cubicBezTo>
                      <a:pt x="10514" y="175683"/>
                      <a:pt x="12558" y="191717"/>
                      <a:pt x="16126" y="207394"/>
                    </a:cubicBezTo>
                    <a:cubicBezTo>
                      <a:pt x="19694" y="223082"/>
                      <a:pt x="24753" y="238446"/>
                      <a:pt x="30906" y="253367"/>
                    </a:cubicBezTo>
                    <a:cubicBezTo>
                      <a:pt x="43145" y="283272"/>
                      <a:pt x="59525" y="311491"/>
                      <a:pt x="78068" y="338229"/>
                    </a:cubicBezTo>
                    <a:lnTo>
                      <a:pt x="85052" y="348241"/>
                    </a:lnTo>
                    <a:cubicBezTo>
                      <a:pt x="87398" y="351560"/>
                      <a:pt x="89874" y="354815"/>
                      <a:pt x="92285" y="358102"/>
                    </a:cubicBezTo>
                    <a:lnTo>
                      <a:pt x="99551" y="367940"/>
                    </a:lnTo>
                    <a:lnTo>
                      <a:pt x="107097" y="377563"/>
                    </a:lnTo>
                    <a:lnTo>
                      <a:pt x="114666" y="387164"/>
                    </a:lnTo>
                    <a:lnTo>
                      <a:pt x="122526" y="396538"/>
                    </a:lnTo>
                    <a:cubicBezTo>
                      <a:pt x="125153" y="399652"/>
                      <a:pt x="127749" y="402798"/>
                      <a:pt x="130408" y="405890"/>
                    </a:cubicBezTo>
                    <a:lnTo>
                      <a:pt x="138517" y="415048"/>
                    </a:lnTo>
                    <a:cubicBezTo>
                      <a:pt x="160108" y="439515"/>
                      <a:pt x="183408" y="462458"/>
                      <a:pt x="207778" y="484223"/>
                    </a:cubicBezTo>
                    <a:cubicBezTo>
                      <a:pt x="256691" y="527578"/>
                      <a:pt x="310783" y="565193"/>
                      <a:pt x="368616" y="59660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13" name="Google Shape;1113;p25"/>
              <p:cNvGrpSpPr/>
              <p:nvPr/>
            </p:nvGrpSpPr>
            <p:grpSpPr>
              <a:xfrm>
                <a:off x="671743" y="1163386"/>
                <a:ext cx="98545" cy="63385"/>
                <a:chOff x="671743" y="1163386"/>
                <a:chExt cx="98545" cy="63385"/>
              </a:xfrm>
            </p:grpSpPr>
            <p:sp>
              <p:nvSpPr>
                <p:cNvPr id="1114" name="Google Shape;1114;p25"/>
                <p:cNvSpPr/>
                <p:nvPr/>
              </p:nvSpPr>
              <p:spPr>
                <a:xfrm>
                  <a:off x="671743" y="1181124"/>
                  <a:ext cx="68198" cy="45184"/>
                </a:xfrm>
                <a:custGeom>
                  <a:rect b="b" l="l" r="r" t="t"/>
                  <a:pathLst>
                    <a:path extrusionOk="0" h="20082" w="30310">
                      <a:moveTo>
                        <a:pt x="29946" y="3916"/>
                      </a:moveTo>
                      <a:cubicBezTo>
                        <a:pt x="31762" y="8306"/>
                        <a:pt x="26616" y="14609"/>
                        <a:pt x="18453" y="17993"/>
                      </a:cubicBezTo>
                      <a:cubicBezTo>
                        <a:pt x="10279" y="21378"/>
                        <a:pt x="2192" y="20567"/>
                        <a:pt x="365" y="16166"/>
                      </a:cubicBezTo>
                      <a:cubicBezTo>
                        <a:pt x="-1452" y="11777"/>
                        <a:pt x="3695" y="5473"/>
                        <a:pt x="11858" y="2089"/>
                      </a:cubicBezTo>
                      <a:cubicBezTo>
                        <a:pt x="20032" y="-1295"/>
                        <a:pt x="28119" y="-484"/>
                        <a:pt x="29946" y="3916"/>
                      </a:cubicBezTo>
                      <a:close/>
                    </a:path>
                  </a:pathLst>
                </a:custGeom>
                <a:solidFill>
                  <a:srgbClr val="FFFFFF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5" name="Google Shape;1115;p25"/>
                <p:cNvSpPr/>
                <p:nvPr/>
              </p:nvSpPr>
              <p:spPr>
                <a:xfrm>
                  <a:off x="683498" y="1176257"/>
                  <a:ext cx="68198" cy="45184"/>
                </a:xfrm>
                <a:custGeom>
                  <a:rect b="b" l="l" r="r" t="t"/>
                  <a:pathLst>
                    <a:path extrusionOk="0" h="20082" w="30310">
                      <a:moveTo>
                        <a:pt x="29946" y="3916"/>
                      </a:moveTo>
                      <a:cubicBezTo>
                        <a:pt x="31762" y="8306"/>
                        <a:pt x="26616" y="14609"/>
                        <a:pt x="18452" y="17993"/>
                      </a:cubicBezTo>
                      <a:cubicBezTo>
                        <a:pt x="10279" y="21378"/>
                        <a:pt x="2192" y="20567"/>
                        <a:pt x="365" y="16166"/>
                      </a:cubicBezTo>
                      <a:cubicBezTo>
                        <a:pt x="-1452" y="11777"/>
                        <a:pt x="3695" y="5473"/>
                        <a:pt x="11858" y="2089"/>
                      </a:cubicBezTo>
                      <a:cubicBezTo>
                        <a:pt x="20032" y="-1295"/>
                        <a:pt x="28119" y="-484"/>
                        <a:pt x="29946" y="3916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6" name="Google Shape;1116;p25"/>
                <p:cNvSpPr/>
                <p:nvPr/>
              </p:nvSpPr>
              <p:spPr>
                <a:xfrm rot="-1346335">
                  <a:off x="693465" y="1175688"/>
                  <a:ext cx="72153" cy="38780"/>
                </a:xfrm>
                <a:custGeom>
                  <a:rect b="b" l="l" r="r" t="t"/>
                  <a:pathLst>
                    <a:path extrusionOk="0" h="17212" w="32024">
                      <a:moveTo>
                        <a:pt x="32025" y="8607"/>
                      </a:moveTo>
                      <a:cubicBezTo>
                        <a:pt x="32025" y="13360"/>
                        <a:pt x="24855" y="17213"/>
                        <a:pt x="16013" y="17213"/>
                      </a:cubicBezTo>
                      <a:cubicBezTo>
                        <a:pt x="7169" y="17213"/>
                        <a:pt x="1" y="13360"/>
                        <a:pt x="1" y="8607"/>
                      </a:cubicBezTo>
                      <a:cubicBezTo>
                        <a:pt x="1" y="3853"/>
                        <a:pt x="7170" y="0"/>
                        <a:pt x="16013" y="0"/>
                      </a:cubicBezTo>
                      <a:cubicBezTo>
                        <a:pt x="24856" y="0"/>
                        <a:pt x="32025" y="3853"/>
                        <a:pt x="32025" y="860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117" name="Google Shape;1117;p25"/>
            <p:cNvSpPr/>
            <p:nvPr/>
          </p:nvSpPr>
          <p:spPr>
            <a:xfrm>
              <a:off x="1593849" y="1312218"/>
              <a:ext cx="269174" cy="198214"/>
            </a:xfrm>
            <a:custGeom>
              <a:rect b="b" l="l" r="r" t="t"/>
              <a:pathLst>
                <a:path extrusionOk="0" h="88095" w="119633">
                  <a:moveTo>
                    <a:pt x="0" y="78787"/>
                  </a:moveTo>
                  <a:lnTo>
                    <a:pt x="112195" y="0"/>
                  </a:lnTo>
                  <a:cubicBezTo>
                    <a:pt x="115817" y="1546"/>
                    <a:pt x="118661" y="4855"/>
                    <a:pt x="119633" y="8671"/>
                  </a:cubicBezTo>
                  <a:lnTo>
                    <a:pt x="6530" y="88095"/>
                  </a:lnTo>
                  <a:lnTo>
                    <a:pt x="0" y="7878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25"/>
            <p:cNvSpPr/>
            <p:nvPr/>
          </p:nvSpPr>
          <p:spPr>
            <a:xfrm>
              <a:off x="1312810" y="1635685"/>
              <a:ext cx="50306" cy="76306"/>
            </a:xfrm>
            <a:custGeom>
              <a:rect b="b" l="l" r="r" t="t"/>
              <a:pathLst>
                <a:path extrusionOk="0" h="33914" w="22358">
                  <a:moveTo>
                    <a:pt x="0" y="5751"/>
                  </a:moveTo>
                  <a:cubicBezTo>
                    <a:pt x="87" y="7686"/>
                    <a:pt x="866" y="9513"/>
                    <a:pt x="1655" y="11276"/>
                  </a:cubicBezTo>
                  <a:cubicBezTo>
                    <a:pt x="5277" y="19428"/>
                    <a:pt x="9515" y="27840"/>
                    <a:pt x="16921" y="32824"/>
                  </a:cubicBezTo>
                  <a:cubicBezTo>
                    <a:pt x="18035" y="33570"/>
                    <a:pt x="19440" y="34262"/>
                    <a:pt x="20684" y="33722"/>
                  </a:cubicBezTo>
                  <a:cubicBezTo>
                    <a:pt x="22294" y="33029"/>
                    <a:pt x="22478" y="30835"/>
                    <a:pt x="22306" y="29094"/>
                  </a:cubicBezTo>
                  <a:cubicBezTo>
                    <a:pt x="21483" y="20844"/>
                    <a:pt x="18099" y="13038"/>
                    <a:pt x="12889" y="6616"/>
                  </a:cubicBezTo>
                  <a:cubicBezTo>
                    <a:pt x="11255" y="4605"/>
                    <a:pt x="9353" y="1026"/>
                    <a:pt x="6715" y="237"/>
                  </a:cubicBezTo>
                  <a:cubicBezTo>
                    <a:pt x="3017" y="-877"/>
                    <a:pt x="-151" y="2097"/>
                    <a:pt x="12" y="5751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25"/>
            <p:cNvSpPr/>
            <p:nvPr/>
          </p:nvSpPr>
          <p:spPr>
            <a:xfrm>
              <a:off x="1528977" y="1578282"/>
              <a:ext cx="22381" cy="81241"/>
            </a:xfrm>
            <a:custGeom>
              <a:rect b="b" l="l" r="r" t="t"/>
              <a:pathLst>
                <a:path extrusionOk="0" h="36107" w="9947">
                  <a:moveTo>
                    <a:pt x="8178" y="5270"/>
                  </a:moveTo>
                  <a:cubicBezTo>
                    <a:pt x="11032" y="14633"/>
                    <a:pt x="10416" y="25002"/>
                    <a:pt x="6458" y="33954"/>
                  </a:cubicBezTo>
                  <a:cubicBezTo>
                    <a:pt x="5940" y="35143"/>
                    <a:pt x="4816" y="36527"/>
                    <a:pt x="3637" y="35987"/>
                  </a:cubicBezTo>
                  <a:cubicBezTo>
                    <a:pt x="2945" y="35673"/>
                    <a:pt x="2686" y="34841"/>
                    <a:pt x="2513" y="34106"/>
                  </a:cubicBezTo>
                  <a:cubicBezTo>
                    <a:pt x="448" y="25413"/>
                    <a:pt x="-256" y="16547"/>
                    <a:pt x="80" y="7638"/>
                  </a:cubicBezTo>
                  <a:cubicBezTo>
                    <a:pt x="156" y="5540"/>
                    <a:pt x="-547" y="2026"/>
                    <a:pt x="1475" y="653"/>
                  </a:cubicBezTo>
                  <a:cubicBezTo>
                    <a:pt x="4869" y="-1639"/>
                    <a:pt x="7378" y="2632"/>
                    <a:pt x="8189" y="5270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25"/>
            <p:cNvSpPr/>
            <p:nvPr/>
          </p:nvSpPr>
          <p:spPr>
            <a:xfrm>
              <a:off x="1328048" y="1568386"/>
              <a:ext cx="253580" cy="235265"/>
            </a:xfrm>
            <a:custGeom>
              <a:rect b="b" l="l" r="r" t="t"/>
              <a:pathLst>
                <a:path extrusionOk="0" h="104562" w="112702">
                  <a:moveTo>
                    <a:pt x="112703" y="84052"/>
                  </a:moveTo>
                  <a:cubicBezTo>
                    <a:pt x="101393" y="56038"/>
                    <a:pt x="90084" y="28014"/>
                    <a:pt x="78775" y="0"/>
                  </a:cubicBezTo>
                  <a:cubicBezTo>
                    <a:pt x="52156" y="4552"/>
                    <a:pt x="26619" y="8736"/>
                    <a:pt x="0" y="13288"/>
                  </a:cubicBezTo>
                  <a:cubicBezTo>
                    <a:pt x="2357" y="38426"/>
                    <a:pt x="11677" y="63401"/>
                    <a:pt x="27061" y="83425"/>
                  </a:cubicBezTo>
                  <a:lnTo>
                    <a:pt x="32013" y="104562"/>
                  </a:lnTo>
                  <a:lnTo>
                    <a:pt x="112703" y="84052"/>
                  </a:ln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25"/>
            <p:cNvSpPr/>
            <p:nvPr/>
          </p:nvSpPr>
          <p:spPr>
            <a:xfrm>
              <a:off x="1317582" y="1563046"/>
              <a:ext cx="219352" cy="144947"/>
            </a:xfrm>
            <a:custGeom>
              <a:rect b="b" l="l" r="r" t="t"/>
              <a:pathLst>
                <a:path extrusionOk="0" h="64421" w="97490">
                  <a:moveTo>
                    <a:pt x="94463" y="739"/>
                  </a:moveTo>
                  <a:cubicBezTo>
                    <a:pt x="98874" y="15184"/>
                    <a:pt x="98453" y="31055"/>
                    <a:pt x="93274" y="45230"/>
                  </a:cubicBezTo>
                  <a:cubicBezTo>
                    <a:pt x="93004" y="43997"/>
                    <a:pt x="92539" y="42732"/>
                    <a:pt x="92269" y="41500"/>
                  </a:cubicBezTo>
                  <a:cubicBezTo>
                    <a:pt x="89457" y="50020"/>
                    <a:pt x="83435" y="57945"/>
                    <a:pt x="76602" y="63751"/>
                  </a:cubicBezTo>
                  <a:cubicBezTo>
                    <a:pt x="68698" y="63318"/>
                    <a:pt x="61130" y="62475"/>
                    <a:pt x="53507" y="60367"/>
                  </a:cubicBezTo>
                  <a:cubicBezTo>
                    <a:pt x="54297" y="62172"/>
                    <a:pt x="55713" y="63502"/>
                    <a:pt x="57465" y="64421"/>
                  </a:cubicBezTo>
                  <a:cubicBezTo>
                    <a:pt x="34619" y="59404"/>
                    <a:pt x="15179" y="47262"/>
                    <a:pt x="0" y="29466"/>
                  </a:cubicBezTo>
                  <a:cubicBezTo>
                    <a:pt x="13287" y="14967"/>
                    <a:pt x="31819" y="4523"/>
                    <a:pt x="51378" y="2469"/>
                  </a:cubicBezTo>
                  <a:cubicBezTo>
                    <a:pt x="64730" y="1074"/>
                    <a:pt x="81175" y="-1175"/>
                    <a:pt x="94474" y="739"/>
                  </a:cubicBezTo>
                  <a:close/>
                </a:path>
              </a:pathLst>
            </a:custGeom>
            <a:solidFill>
              <a:srgbClr val="5C3F4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25"/>
            <p:cNvSpPr/>
            <p:nvPr/>
          </p:nvSpPr>
          <p:spPr>
            <a:xfrm>
              <a:off x="1330985" y="1453351"/>
              <a:ext cx="198513" cy="125629"/>
            </a:xfrm>
            <a:custGeom>
              <a:rect b="b" l="l" r="r" t="t"/>
              <a:pathLst>
                <a:path extrusionOk="0" h="55835" w="88228">
                  <a:moveTo>
                    <a:pt x="41413" y="55620"/>
                  </a:moveTo>
                  <a:cubicBezTo>
                    <a:pt x="33314" y="54982"/>
                    <a:pt x="25184" y="53025"/>
                    <a:pt x="18264" y="48776"/>
                  </a:cubicBezTo>
                  <a:cubicBezTo>
                    <a:pt x="6641" y="41651"/>
                    <a:pt x="-354" y="27909"/>
                    <a:pt x="14" y="14351"/>
                  </a:cubicBezTo>
                  <a:cubicBezTo>
                    <a:pt x="3647" y="10880"/>
                    <a:pt x="7917" y="7983"/>
                    <a:pt x="12772" y="5917"/>
                  </a:cubicBezTo>
                  <a:cubicBezTo>
                    <a:pt x="16188" y="4458"/>
                    <a:pt x="19713" y="3258"/>
                    <a:pt x="23313" y="2328"/>
                  </a:cubicBezTo>
                  <a:cubicBezTo>
                    <a:pt x="28730" y="922"/>
                    <a:pt x="34363" y="166"/>
                    <a:pt x="40028" y="14"/>
                  </a:cubicBezTo>
                  <a:cubicBezTo>
                    <a:pt x="59015" y="-472"/>
                    <a:pt x="76075" y="11626"/>
                    <a:pt x="82736" y="29412"/>
                  </a:cubicBezTo>
                  <a:cubicBezTo>
                    <a:pt x="84574" y="34320"/>
                    <a:pt x="86401" y="39294"/>
                    <a:pt x="88228" y="44246"/>
                  </a:cubicBezTo>
                  <a:cubicBezTo>
                    <a:pt x="74281" y="52722"/>
                    <a:pt x="57707" y="56885"/>
                    <a:pt x="41423" y="556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25"/>
            <p:cNvSpPr/>
            <p:nvPr/>
          </p:nvSpPr>
          <p:spPr>
            <a:xfrm>
              <a:off x="1300031" y="1485657"/>
              <a:ext cx="235849" cy="150518"/>
            </a:xfrm>
            <a:custGeom>
              <a:rect b="b" l="l" r="r" t="t"/>
              <a:pathLst>
                <a:path extrusionOk="0" h="66897" w="104822">
                  <a:moveTo>
                    <a:pt x="13765" y="0"/>
                  </a:moveTo>
                  <a:cubicBezTo>
                    <a:pt x="13398" y="13558"/>
                    <a:pt x="20393" y="27300"/>
                    <a:pt x="32015" y="34425"/>
                  </a:cubicBezTo>
                  <a:cubicBezTo>
                    <a:pt x="38935" y="38674"/>
                    <a:pt x="47066" y="40631"/>
                    <a:pt x="55164" y="41269"/>
                  </a:cubicBezTo>
                  <a:cubicBezTo>
                    <a:pt x="71446" y="42545"/>
                    <a:pt x="88021" y="38371"/>
                    <a:pt x="101969" y="29906"/>
                  </a:cubicBezTo>
                  <a:cubicBezTo>
                    <a:pt x="102920" y="32479"/>
                    <a:pt x="103882" y="35009"/>
                    <a:pt x="104823" y="37615"/>
                  </a:cubicBezTo>
                  <a:cubicBezTo>
                    <a:pt x="94076" y="51908"/>
                    <a:pt x="77112" y="60601"/>
                    <a:pt x="59619" y="64309"/>
                  </a:cubicBezTo>
                  <a:cubicBezTo>
                    <a:pt x="42125" y="68018"/>
                    <a:pt x="23993" y="67164"/>
                    <a:pt x="6197" y="65326"/>
                  </a:cubicBezTo>
                  <a:cubicBezTo>
                    <a:pt x="5192" y="58493"/>
                    <a:pt x="3418" y="51443"/>
                    <a:pt x="1537" y="44351"/>
                  </a:cubicBezTo>
                  <a:cubicBezTo>
                    <a:pt x="-2777" y="28122"/>
                    <a:pt x="2207" y="11061"/>
                    <a:pt x="13765" y="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25"/>
            <p:cNvSpPr/>
            <p:nvPr/>
          </p:nvSpPr>
          <p:spPr>
            <a:xfrm>
              <a:off x="1360281" y="1457145"/>
              <a:ext cx="20533" cy="10336"/>
            </a:xfrm>
            <a:custGeom>
              <a:rect b="b" l="l" r="r" t="t"/>
              <a:pathLst>
                <a:path extrusionOk="0" h="4594" w="9126">
                  <a:moveTo>
                    <a:pt x="38" y="3779"/>
                  </a:moveTo>
                  <a:cubicBezTo>
                    <a:pt x="352" y="4751"/>
                    <a:pt x="2634" y="4871"/>
                    <a:pt x="5142" y="4049"/>
                  </a:cubicBezTo>
                  <a:cubicBezTo>
                    <a:pt x="7639" y="3227"/>
                    <a:pt x="9413" y="1789"/>
                    <a:pt x="9088" y="816"/>
                  </a:cubicBezTo>
                  <a:cubicBezTo>
                    <a:pt x="8774" y="-157"/>
                    <a:pt x="6494" y="-276"/>
                    <a:pt x="3985" y="546"/>
                  </a:cubicBezTo>
                  <a:cubicBezTo>
                    <a:pt x="1488" y="1367"/>
                    <a:pt x="-286" y="2806"/>
                    <a:pt x="38" y="377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25"/>
            <p:cNvSpPr/>
            <p:nvPr/>
          </p:nvSpPr>
          <p:spPr>
            <a:xfrm>
              <a:off x="1515112" y="1489601"/>
              <a:ext cx="30091" cy="27853"/>
            </a:xfrm>
            <a:custGeom>
              <a:rect b="b" l="l" r="r" t="t"/>
              <a:pathLst>
                <a:path extrusionOk="0" h="12379" w="13374">
                  <a:moveTo>
                    <a:pt x="0" y="0"/>
                  </a:moveTo>
                  <a:cubicBezTo>
                    <a:pt x="3190" y="4325"/>
                    <a:pt x="6639" y="8433"/>
                    <a:pt x="10283" y="12380"/>
                  </a:cubicBezTo>
                  <a:cubicBezTo>
                    <a:pt x="11321" y="11536"/>
                    <a:pt x="12347" y="10682"/>
                    <a:pt x="13374" y="9817"/>
                  </a:cubicBezTo>
                  <a:cubicBezTo>
                    <a:pt x="8758" y="6638"/>
                    <a:pt x="3525" y="3838"/>
                    <a:pt x="0" y="0"/>
                  </a:cubicBezTo>
                  <a:close/>
                </a:path>
              </a:pathLst>
            </a:cu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25"/>
            <p:cNvSpPr/>
            <p:nvPr/>
          </p:nvSpPr>
          <p:spPr>
            <a:xfrm>
              <a:off x="1538260" y="1442821"/>
              <a:ext cx="132043" cy="107863"/>
            </a:xfrm>
            <a:custGeom>
              <a:rect b="b" l="l" r="r" t="t"/>
              <a:pathLst>
                <a:path extrusionOk="0" h="47939" w="58686">
                  <a:moveTo>
                    <a:pt x="6984" y="40264"/>
                  </a:moveTo>
                  <a:cubicBezTo>
                    <a:pt x="19569" y="35798"/>
                    <a:pt x="34512" y="38869"/>
                    <a:pt x="44317" y="47940"/>
                  </a:cubicBezTo>
                  <a:cubicBezTo>
                    <a:pt x="43463" y="44015"/>
                    <a:pt x="41463" y="40393"/>
                    <a:pt x="38836" y="37355"/>
                  </a:cubicBezTo>
                  <a:cubicBezTo>
                    <a:pt x="47118" y="33917"/>
                    <a:pt x="54135" y="27570"/>
                    <a:pt x="58686" y="19818"/>
                  </a:cubicBezTo>
                  <a:cubicBezTo>
                    <a:pt x="50146" y="12855"/>
                    <a:pt x="41323" y="6238"/>
                    <a:pt x="32230" y="0"/>
                  </a:cubicBezTo>
                  <a:cubicBezTo>
                    <a:pt x="24057" y="11353"/>
                    <a:pt x="13926" y="21526"/>
                    <a:pt x="3092" y="30608"/>
                  </a:cubicBezTo>
                  <a:cubicBezTo>
                    <a:pt x="5200" y="32057"/>
                    <a:pt x="7189" y="33592"/>
                    <a:pt x="8801" y="35344"/>
                  </a:cubicBezTo>
                  <a:cubicBezTo>
                    <a:pt x="7189" y="33592"/>
                    <a:pt x="5200" y="32068"/>
                    <a:pt x="3092" y="30608"/>
                  </a:cubicBezTo>
                  <a:cubicBezTo>
                    <a:pt x="2064" y="31473"/>
                    <a:pt x="1038" y="32328"/>
                    <a:pt x="0" y="33171"/>
                  </a:cubicBezTo>
                  <a:cubicBezTo>
                    <a:pt x="2260" y="35614"/>
                    <a:pt x="4573" y="37993"/>
                    <a:pt x="6984" y="40274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25"/>
            <p:cNvSpPr/>
            <p:nvPr/>
          </p:nvSpPr>
          <p:spPr>
            <a:xfrm>
              <a:off x="1491823" y="1487411"/>
              <a:ext cx="347191" cy="222370"/>
            </a:xfrm>
            <a:custGeom>
              <a:rect b="b" l="l" r="r" t="t"/>
              <a:pathLst>
                <a:path extrusionOk="0" h="98831" w="154307">
                  <a:moveTo>
                    <a:pt x="119082" y="37139"/>
                  </a:moveTo>
                  <a:cubicBezTo>
                    <a:pt x="106681" y="23884"/>
                    <a:pt x="93383" y="11472"/>
                    <a:pt x="79316" y="0"/>
                  </a:cubicBezTo>
                  <a:cubicBezTo>
                    <a:pt x="74764" y="7752"/>
                    <a:pt x="67758" y="14099"/>
                    <a:pt x="59466" y="17537"/>
                  </a:cubicBezTo>
                  <a:cubicBezTo>
                    <a:pt x="62093" y="20575"/>
                    <a:pt x="64092" y="24197"/>
                    <a:pt x="64946" y="28122"/>
                  </a:cubicBezTo>
                  <a:cubicBezTo>
                    <a:pt x="55141" y="19062"/>
                    <a:pt x="40198" y="15991"/>
                    <a:pt x="27614" y="20446"/>
                  </a:cubicBezTo>
                  <a:cubicBezTo>
                    <a:pt x="25202" y="18164"/>
                    <a:pt x="22889" y="15775"/>
                    <a:pt x="20629" y="13342"/>
                  </a:cubicBezTo>
                  <a:cubicBezTo>
                    <a:pt x="18661" y="14931"/>
                    <a:pt x="16682" y="16499"/>
                    <a:pt x="14683" y="18024"/>
                  </a:cubicBezTo>
                  <a:cubicBezTo>
                    <a:pt x="13222" y="16640"/>
                    <a:pt x="11893" y="15439"/>
                    <a:pt x="10163" y="14423"/>
                  </a:cubicBezTo>
                  <a:cubicBezTo>
                    <a:pt x="8433" y="13407"/>
                    <a:pt x="6390" y="12791"/>
                    <a:pt x="4400" y="13093"/>
                  </a:cubicBezTo>
                  <a:cubicBezTo>
                    <a:pt x="2411" y="13396"/>
                    <a:pt x="529" y="14780"/>
                    <a:pt x="0" y="16715"/>
                  </a:cubicBezTo>
                  <a:cubicBezTo>
                    <a:pt x="7633" y="25397"/>
                    <a:pt x="18531" y="32825"/>
                    <a:pt x="29636" y="36015"/>
                  </a:cubicBezTo>
                  <a:cubicBezTo>
                    <a:pt x="40750" y="39204"/>
                    <a:pt x="52773" y="39128"/>
                    <a:pt x="63844" y="35809"/>
                  </a:cubicBezTo>
                  <a:cubicBezTo>
                    <a:pt x="79348" y="51422"/>
                    <a:pt x="93490" y="70807"/>
                    <a:pt x="101350" y="91350"/>
                  </a:cubicBezTo>
                  <a:cubicBezTo>
                    <a:pt x="98583" y="93945"/>
                    <a:pt x="95717" y="96421"/>
                    <a:pt x="92809" y="98832"/>
                  </a:cubicBezTo>
                  <a:cubicBezTo>
                    <a:pt x="113092" y="95102"/>
                    <a:pt x="133689" y="93037"/>
                    <a:pt x="154307" y="92712"/>
                  </a:cubicBezTo>
                  <a:cubicBezTo>
                    <a:pt x="148382" y="71607"/>
                    <a:pt x="134198" y="53292"/>
                    <a:pt x="119072" y="37117"/>
                  </a:cubicBez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25"/>
            <p:cNvSpPr/>
            <p:nvPr/>
          </p:nvSpPr>
          <p:spPr>
            <a:xfrm>
              <a:off x="1618673" y="1696164"/>
              <a:ext cx="224633" cy="68917"/>
            </a:xfrm>
            <a:custGeom>
              <a:rect b="b" l="l" r="r" t="t"/>
              <a:pathLst>
                <a:path extrusionOk="0" h="30630" w="99837">
                  <a:moveTo>
                    <a:pt x="36457" y="6109"/>
                  </a:moveTo>
                  <a:cubicBezTo>
                    <a:pt x="25256" y="15353"/>
                    <a:pt x="13039" y="23213"/>
                    <a:pt x="0" y="29776"/>
                  </a:cubicBezTo>
                  <a:cubicBezTo>
                    <a:pt x="27170" y="32252"/>
                    <a:pt x="57811" y="29419"/>
                    <a:pt x="83543" y="20359"/>
                  </a:cubicBezTo>
                  <a:cubicBezTo>
                    <a:pt x="89306" y="18326"/>
                    <a:pt x="96247" y="13169"/>
                    <a:pt x="99837" y="8239"/>
                  </a:cubicBezTo>
                  <a:cubicBezTo>
                    <a:pt x="99361" y="5438"/>
                    <a:pt x="98723" y="2703"/>
                    <a:pt x="97966" y="0"/>
                  </a:cubicBezTo>
                  <a:cubicBezTo>
                    <a:pt x="77337" y="324"/>
                    <a:pt x="56751" y="2379"/>
                    <a:pt x="36468" y="6120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25"/>
            <p:cNvSpPr/>
            <p:nvPr/>
          </p:nvSpPr>
          <p:spPr>
            <a:xfrm>
              <a:off x="1843950" y="1734473"/>
              <a:ext cx="99155" cy="138638"/>
            </a:xfrm>
            <a:custGeom>
              <a:rect b="b" l="l" r="r" t="t"/>
              <a:pathLst>
                <a:path extrusionOk="0" h="61617" w="44069">
                  <a:moveTo>
                    <a:pt x="0" y="5136"/>
                  </a:moveTo>
                  <a:lnTo>
                    <a:pt x="20726" y="61617"/>
                  </a:lnTo>
                  <a:lnTo>
                    <a:pt x="44069" y="53216"/>
                  </a:lnTo>
                  <a:cubicBezTo>
                    <a:pt x="40004" y="33647"/>
                    <a:pt x="30944" y="15115"/>
                    <a:pt x="17850" y="0"/>
                  </a:cubicBezTo>
                  <a:lnTo>
                    <a:pt x="0" y="5136"/>
                  </a:ln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5"/>
            <p:cNvSpPr/>
            <p:nvPr/>
          </p:nvSpPr>
          <p:spPr>
            <a:xfrm>
              <a:off x="1629335" y="1365083"/>
              <a:ext cx="496100" cy="488918"/>
            </a:xfrm>
            <a:custGeom>
              <a:rect b="b" l="l" r="r" t="t"/>
              <a:pathLst>
                <a:path extrusionOk="0" h="217297" w="220489">
                  <a:moveTo>
                    <a:pt x="203566" y="126024"/>
                  </a:moveTo>
                  <a:lnTo>
                    <a:pt x="77727" y="34501"/>
                  </a:lnTo>
                  <a:lnTo>
                    <a:pt x="63520" y="13526"/>
                  </a:lnTo>
                  <a:cubicBezTo>
                    <a:pt x="56470" y="3114"/>
                    <a:pt x="43788" y="-1968"/>
                    <a:pt x="31495" y="703"/>
                  </a:cubicBezTo>
                  <a:lnTo>
                    <a:pt x="8260" y="5752"/>
                  </a:lnTo>
                  <a:cubicBezTo>
                    <a:pt x="3438" y="6801"/>
                    <a:pt x="0" y="11071"/>
                    <a:pt x="0" y="16002"/>
                  </a:cubicBezTo>
                  <a:lnTo>
                    <a:pt x="0" y="27992"/>
                  </a:lnTo>
                  <a:cubicBezTo>
                    <a:pt x="0" y="31484"/>
                    <a:pt x="1416" y="34814"/>
                    <a:pt x="3935" y="37236"/>
                  </a:cubicBezTo>
                  <a:lnTo>
                    <a:pt x="13990" y="46924"/>
                  </a:lnTo>
                  <a:lnTo>
                    <a:pt x="12671" y="49800"/>
                  </a:lnTo>
                  <a:cubicBezTo>
                    <a:pt x="10617" y="54265"/>
                    <a:pt x="13893" y="59358"/>
                    <a:pt x="18802" y="59358"/>
                  </a:cubicBezTo>
                  <a:lnTo>
                    <a:pt x="54924" y="59358"/>
                  </a:lnTo>
                  <a:lnTo>
                    <a:pt x="149993" y="153486"/>
                  </a:lnTo>
                  <a:lnTo>
                    <a:pt x="113189" y="164082"/>
                  </a:lnTo>
                  <a:cubicBezTo>
                    <a:pt x="126283" y="179197"/>
                    <a:pt x="135343" y="197728"/>
                    <a:pt x="139408" y="217298"/>
                  </a:cubicBezTo>
                  <a:lnTo>
                    <a:pt x="193306" y="197912"/>
                  </a:lnTo>
                  <a:cubicBezTo>
                    <a:pt x="206237" y="193263"/>
                    <a:pt x="215989" y="182451"/>
                    <a:pt x="219287" y="169109"/>
                  </a:cubicBezTo>
                  <a:cubicBezTo>
                    <a:pt x="223298" y="152881"/>
                    <a:pt x="217081" y="135841"/>
                    <a:pt x="203566" y="126013"/>
                  </a:cubicBez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5"/>
            <p:cNvSpPr/>
            <p:nvPr/>
          </p:nvSpPr>
          <p:spPr>
            <a:xfrm>
              <a:off x="1606333" y="2631826"/>
              <a:ext cx="113434" cy="229351"/>
            </a:xfrm>
            <a:custGeom>
              <a:rect b="b" l="l" r="r" t="t"/>
              <a:pathLst>
                <a:path extrusionOk="0" h="101934" w="50415">
                  <a:moveTo>
                    <a:pt x="50416" y="101935"/>
                  </a:moveTo>
                  <a:lnTo>
                    <a:pt x="0" y="101935"/>
                  </a:lnTo>
                  <a:cubicBezTo>
                    <a:pt x="4432" y="78765"/>
                    <a:pt x="8854" y="55584"/>
                    <a:pt x="13277" y="32414"/>
                  </a:cubicBezTo>
                  <a:cubicBezTo>
                    <a:pt x="15342" y="21613"/>
                    <a:pt x="17396" y="10801"/>
                    <a:pt x="19461" y="0"/>
                  </a:cubicBezTo>
                  <a:cubicBezTo>
                    <a:pt x="23148" y="32814"/>
                    <a:pt x="33711" y="70602"/>
                    <a:pt x="50416" y="10193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5"/>
            <p:cNvSpPr/>
            <p:nvPr/>
          </p:nvSpPr>
          <p:spPr>
            <a:xfrm>
              <a:off x="1364166" y="1735453"/>
              <a:ext cx="244411" cy="112019"/>
            </a:xfrm>
            <a:custGeom>
              <a:rect b="b" l="l" r="r" t="t"/>
              <a:pathLst>
                <a:path extrusionOk="0" h="49786" w="108627">
                  <a:moveTo>
                    <a:pt x="108627" y="20822"/>
                  </a:moveTo>
                  <a:cubicBezTo>
                    <a:pt x="104952" y="15005"/>
                    <a:pt x="101286" y="9199"/>
                    <a:pt x="97610" y="3382"/>
                  </a:cubicBezTo>
                  <a:cubicBezTo>
                    <a:pt x="64849" y="-5192"/>
                    <a:pt x="26813" y="2895"/>
                    <a:pt x="0" y="23578"/>
                  </a:cubicBezTo>
                  <a:cubicBezTo>
                    <a:pt x="1092" y="31882"/>
                    <a:pt x="3157" y="41483"/>
                    <a:pt x="4249" y="49786"/>
                  </a:cubicBezTo>
                  <a:cubicBezTo>
                    <a:pt x="39540" y="48316"/>
                    <a:pt x="77489" y="37504"/>
                    <a:pt x="108627" y="208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5"/>
            <p:cNvSpPr/>
            <p:nvPr/>
          </p:nvSpPr>
          <p:spPr>
            <a:xfrm>
              <a:off x="1873133" y="2537974"/>
              <a:ext cx="112437" cy="236018"/>
            </a:xfrm>
            <a:custGeom>
              <a:rect b="b" l="l" r="r" t="t"/>
              <a:pathLst>
                <a:path extrusionOk="0" h="104897" w="49972">
                  <a:moveTo>
                    <a:pt x="22391" y="61682"/>
                  </a:moveTo>
                  <a:cubicBezTo>
                    <a:pt x="24975" y="57563"/>
                    <a:pt x="31419" y="56471"/>
                    <a:pt x="32770" y="51800"/>
                  </a:cubicBezTo>
                  <a:cubicBezTo>
                    <a:pt x="34068" y="47313"/>
                    <a:pt x="29722" y="43345"/>
                    <a:pt x="28241" y="38923"/>
                  </a:cubicBezTo>
                  <a:cubicBezTo>
                    <a:pt x="25873" y="31841"/>
                    <a:pt x="31105" y="24597"/>
                    <a:pt x="36436" y="19375"/>
                  </a:cubicBezTo>
                  <a:cubicBezTo>
                    <a:pt x="41766" y="14153"/>
                    <a:pt x="49789" y="7460"/>
                    <a:pt x="49972" y="0"/>
                  </a:cubicBezTo>
                  <a:cubicBezTo>
                    <a:pt x="35657" y="11590"/>
                    <a:pt x="17764" y="21613"/>
                    <a:pt x="0" y="26468"/>
                  </a:cubicBezTo>
                  <a:cubicBezTo>
                    <a:pt x="7449" y="58265"/>
                    <a:pt x="25602" y="104897"/>
                    <a:pt x="25602" y="104897"/>
                  </a:cubicBezTo>
                  <a:cubicBezTo>
                    <a:pt x="28002" y="99772"/>
                    <a:pt x="30424" y="94864"/>
                    <a:pt x="32824" y="90096"/>
                  </a:cubicBezTo>
                  <a:cubicBezTo>
                    <a:pt x="31159" y="85955"/>
                    <a:pt x="29095" y="81976"/>
                    <a:pt x="26640" y="78246"/>
                  </a:cubicBezTo>
                  <a:cubicBezTo>
                    <a:pt x="23321" y="73186"/>
                    <a:pt x="19169" y="66817"/>
                    <a:pt x="22381" y="6169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1589900" y="2353421"/>
              <a:ext cx="428494" cy="98788"/>
            </a:xfrm>
            <a:custGeom>
              <a:rect b="b" l="l" r="r" t="t"/>
              <a:pathLst>
                <a:path extrusionOk="0" h="43906" w="190442">
                  <a:moveTo>
                    <a:pt x="190443" y="20669"/>
                  </a:moveTo>
                  <a:cubicBezTo>
                    <a:pt x="189091" y="14398"/>
                    <a:pt x="187459" y="7878"/>
                    <a:pt x="185470" y="980"/>
                  </a:cubicBezTo>
                  <a:cubicBezTo>
                    <a:pt x="126912" y="1239"/>
                    <a:pt x="58905" y="-220"/>
                    <a:pt x="348" y="29"/>
                  </a:cubicBezTo>
                  <a:cubicBezTo>
                    <a:pt x="-138" y="12322"/>
                    <a:pt x="-107" y="24637"/>
                    <a:pt x="392" y="36930"/>
                  </a:cubicBezTo>
                  <a:cubicBezTo>
                    <a:pt x="63500" y="50163"/>
                    <a:pt x="130502" y="44476"/>
                    <a:pt x="190443" y="2066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5"/>
            <p:cNvSpPr/>
            <p:nvPr/>
          </p:nvSpPr>
          <p:spPr>
            <a:xfrm>
              <a:off x="1590807" y="2399949"/>
              <a:ext cx="438597" cy="461113"/>
            </a:xfrm>
            <a:custGeom>
              <a:rect b="b" l="l" r="r" t="t"/>
              <a:pathLst>
                <a:path extrusionOk="0" h="204939" w="194932">
                  <a:moveTo>
                    <a:pt x="151043" y="166212"/>
                  </a:moveTo>
                  <a:cubicBezTo>
                    <a:pt x="154870" y="176548"/>
                    <a:pt x="157432" y="189284"/>
                    <a:pt x="160914" y="204940"/>
                  </a:cubicBezTo>
                  <a:lnTo>
                    <a:pt x="47237" y="204940"/>
                  </a:lnTo>
                  <a:cubicBezTo>
                    <a:pt x="36436" y="182516"/>
                    <a:pt x="27375" y="159249"/>
                    <a:pt x="20175" y="135419"/>
                  </a:cubicBezTo>
                  <a:cubicBezTo>
                    <a:pt x="8466" y="96756"/>
                    <a:pt x="1632" y="56622"/>
                    <a:pt x="0" y="16261"/>
                  </a:cubicBezTo>
                  <a:cubicBezTo>
                    <a:pt x="63109" y="29495"/>
                    <a:pt x="130100" y="23808"/>
                    <a:pt x="190041" y="0"/>
                  </a:cubicBezTo>
                  <a:cubicBezTo>
                    <a:pt x="205113" y="69596"/>
                    <a:pt x="182765" y="102627"/>
                    <a:pt x="158254" y="151410"/>
                  </a:cubicBezTo>
                  <a:cubicBezTo>
                    <a:pt x="156589" y="147269"/>
                    <a:pt x="154524" y="143290"/>
                    <a:pt x="152069" y="139560"/>
                  </a:cubicBezTo>
                  <a:cubicBezTo>
                    <a:pt x="148750" y="134500"/>
                    <a:pt x="144609" y="128132"/>
                    <a:pt x="147820" y="122996"/>
                  </a:cubicBezTo>
                  <a:cubicBezTo>
                    <a:pt x="150404" y="118877"/>
                    <a:pt x="156848" y="117796"/>
                    <a:pt x="158199" y="113114"/>
                  </a:cubicBezTo>
                  <a:cubicBezTo>
                    <a:pt x="159497" y="108638"/>
                    <a:pt x="155151" y="104670"/>
                    <a:pt x="153670" y="100237"/>
                  </a:cubicBezTo>
                  <a:cubicBezTo>
                    <a:pt x="151301" y="93155"/>
                    <a:pt x="156534" y="85911"/>
                    <a:pt x="161865" y="80689"/>
                  </a:cubicBezTo>
                  <a:cubicBezTo>
                    <a:pt x="167206" y="75467"/>
                    <a:pt x="175217" y="68774"/>
                    <a:pt x="175413" y="61314"/>
                  </a:cubicBezTo>
                  <a:cubicBezTo>
                    <a:pt x="161098" y="72894"/>
                    <a:pt x="143204" y="82927"/>
                    <a:pt x="125439" y="87771"/>
                  </a:cubicBezTo>
                  <a:cubicBezTo>
                    <a:pt x="132889" y="119569"/>
                    <a:pt x="151043" y="166212"/>
                    <a:pt x="151043" y="1662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5"/>
            <p:cNvSpPr/>
            <p:nvPr/>
          </p:nvSpPr>
          <p:spPr>
            <a:xfrm>
              <a:off x="1339530" y="1710645"/>
              <a:ext cx="691538" cy="665699"/>
            </a:xfrm>
            <a:custGeom>
              <a:rect b="b" l="l" r="r" t="t"/>
              <a:pathLst>
                <a:path extrusionOk="0" h="295866" w="307350">
                  <a:moveTo>
                    <a:pt x="307310" y="269822"/>
                  </a:moveTo>
                  <a:cubicBezTo>
                    <a:pt x="305699" y="266849"/>
                    <a:pt x="304012" y="263854"/>
                    <a:pt x="302260" y="260859"/>
                  </a:cubicBezTo>
                  <a:cubicBezTo>
                    <a:pt x="298368" y="254156"/>
                    <a:pt x="294173" y="247388"/>
                    <a:pt x="289795" y="240565"/>
                  </a:cubicBezTo>
                  <a:cubicBezTo>
                    <a:pt x="262775" y="198475"/>
                    <a:pt x="228826" y="154232"/>
                    <a:pt x="215224" y="108833"/>
                  </a:cubicBezTo>
                  <a:cubicBezTo>
                    <a:pt x="213635" y="103578"/>
                    <a:pt x="212327" y="98313"/>
                    <a:pt x="211343" y="93037"/>
                  </a:cubicBezTo>
                  <a:cubicBezTo>
                    <a:pt x="212511" y="92539"/>
                    <a:pt x="213678" y="92053"/>
                    <a:pt x="214857" y="91609"/>
                  </a:cubicBezTo>
                  <a:lnTo>
                    <a:pt x="214879" y="91609"/>
                  </a:lnTo>
                  <a:cubicBezTo>
                    <a:pt x="228425" y="86323"/>
                    <a:pt x="242493" y="83739"/>
                    <a:pt x="256926" y="81284"/>
                  </a:cubicBezTo>
                  <a:cubicBezTo>
                    <a:pt x="256829" y="76938"/>
                    <a:pt x="256494" y="72559"/>
                    <a:pt x="255921" y="68202"/>
                  </a:cubicBezTo>
                  <a:cubicBezTo>
                    <a:pt x="253434" y="48621"/>
                    <a:pt x="246493" y="29160"/>
                    <a:pt x="236232" y="12228"/>
                  </a:cubicBezTo>
                  <a:cubicBezTo>
                    <a:pt x="233703" y="8034"/>
                    <a:pt x="230956" y="4001"/>
                    <a:pt x="228026" y="152"/>
                  </a:cubicBezTo>
                  <a:cubicBezTo>
                    <a:pt x="226523" y="87"/>
                    <a:pt x="225010" y="33"/>
                    <a:pt x="223506" y="22"/>
                  </a:cubicBezTo>
                  <a:cubicBezTo>
                    <a:pt x="193644" y="-465"/>
                    <a:pt x="164138" y="7287"/>
                    <a:pt x="135779" y="16932"/>
                  </a:cubicBezTo>
                  <a:cubicBezTo>
                    <a:pt x="134925" y="17224"/>
                    <a:pt x="134070" y="17516"/>
                    <a:pt x="133216" y="17807"/>
                  </a:cubicBezTo>
                  <a:cubicBezTo>
                    <a:pt x="127075" y="19927"/>
                    <a:pt x="120956" y="22121"/>
                    <a:pt x="114836" y="24349"/>
                  </a:cubicBezTo>
                  <a:cubicBezTo>
                    <a:pt x="90520" y="33182"/>
                    <a:pt x="66302" y="42383"/>
                    <a:pt x="41098" y="48113"/>
                  </a:cubicBezTo>
                  <a:cubicBezTo>
                    <a:pt x="32005" y="50189"/>
                    <a:pt x="22318" y="52049"/>
                    <a:pt x="14642" y="57000"/>
                  </a:cubicBezTo>
                  <a:cubicBezTo>
                    <a:pt x="12826" y="58168"/>
                    <a:pt x="11118" y="59520"/>
                    <a:pt x="9560" y="61087"/>
                  </a:cubicBezTo>
                  <a:cubicBezTo>
                    <a:pt x="-1219" y="71910"/>
                    <a:pt x="-1219" y="89339"/>
                    <a:pt x="1548" y="104357"/>
                  </a:cubicBezTo>
                  <a:cubicBezTo>
                    <a:pt x="1981" y="106681"/>
                    <a:pt x="2479" y="108984"/>
                    <a:pt x="3009" y="111277"/>
                  </a:cubicBezTo>
                  <a:cubicBezTo>
                    <a:pt x="4728" y="114477"/>
                    <a:pt x="6663" y="117558"/>
                    <a:pt x="8782" y="120488"/>
                  </a:cubicBezTo>
                  <a:cubicBezTo>
                    <a:pt x="17421" y="132435"/>
                    <a:pt x="28817" y="142101"/>
                    <a:pt x="40634" y="150891"/>
                  </a:cubicBezTo>
                  <a:cubicBezTo>
                    <a:pt x="45953" y="154848"/>
                    <a:pt x="51380" y="158654"/>
                    <a:pt x="56928" y="162298"/>
                  </a:cubicBezTo>
                  <a:cubicBezTo>
                    <a:pt x="59392" y="163920"/>
                    <a:pt x="61880" y="165509"/>
                    <a:pt x="64387" y="167066"/>
                  </a:cubicBezTo>
                  <a:cubicBezTo>
                    <a:pt x="64711" y="167271"/>
                    <a:pt x="65047" y="167477"/>
                    <a:pt x="65382" y="167682"/>
                  </a:cubicBezTo>
                  <a:cubicBezTo>
                    <a:pt x="66712" y="168504"/>
                    <a:pt x="68042" y="169315"/>
                    <a:pt x="69372" y="170115"/>
                  </a:cubicBezTo>
                  <a:cubicBezTo>
                    <a:pt x="70918" y="171045"/>
                    <a:pt x="72475" y="171964"/>
                    <a:pt x="74043" y="172861"/>
                  </a:cubicBezTo>
                  <a:cubicBezTo>
                    <a:pt x="75351" y="173618"/>
                    <a:pt x="76670" y="174375"/>
                    <a:pt x="77999" y="175121"/>
                  </a:cubicBezTo>
                  <a:cubicBezTo>
                    <a:pt x="82303" y="177543"/>
                    <a:pt x="86671" y="179878"/>
                    <a:pt x="91093" y="182116"/>
                  </a:cubicBezTo>
                  <a:cubicBezTo>
                    <a:pt x="92564" y="182862"/>
                    <a:pt x="94045" y="183597"/>
                    <a:pt x="95525" y="184322"/>
                  </a:cubicBezTo>
                  <a:cubicBezTo>
                    <a:pt x="100067" y="186560"/>
                    <a:pt x="104662" y="188690"/>
                    <a:pt x="109300" y="190722"/>
                  </a:cubicBezTo>
                  <a:cubicBezTo>
                    <a:pt x="110705" y="191339"/>
                    <a:pt x="112122" y="191944"/>
                    <a:pt x="113538" y="192539"/>
                  </a:cubicBezTo>
                  <a:cubicBezTo>
                    <a:pt x="115300" y="193296"/>
                    <a:pt x="117085" y="194031"/>
                    <a:pt x="118869" y="194744"/>
                  </a:cubicBezTo>
                  <a:cubicBezTo>
                    <a:pt x="119928" y="195177"/>
                    <a:pt x="120988" y="195599"/>
                    <a:pt x="122047" y="196020"/>
                  </a:cubicBezTo>
                  <a:cubicBezTo>
                    <a:pt x="122448" y="196172"/>
                    <a:pt x="122848" y="196334"/>
                    <a:pt x="123248" y="196485"/>
                  </a:cubicBezTo>
                  <a:cubicBezTo>
                    <a:pt x="124599" y="197015"/>
                    <a:pt x="125961" y="197534"/>
                    <a:pt x="127334" y="198042"/>
                  </a:cubicBezTo>
                  <a:cubicBezTo>
                    <a:pt x="128870" y="198626"/>
                    <a:pt x="130427" y="199199"/>
                    <a:pt x="131972" y="199750"/>
                  </a:cubicBezTo>
                  <a:cubicBezTo>
                    <a:pt x="133400" y="200269"/>
                    <a:pt x="134849" y="200767"/>
                    <a:pt x="136276" y="201264"/>
                  </a:cubicBezTo>
                  <a:cubicBezTo>
                    <a:pt x="139747" y="202464"/>
                    <a:pt x="143228" y="203610"/>
                    <a:pt x="146731" y="204691"/>
                  </a:cubicBezTo>
                  <a:cubicBezTo>
                    <a:pt x="148072" y="205124"/>
                    <a:pt x="149434" y="205535"/>
                    <a:pt x="150796" y="205935"/>
                  </a:cubicBezTo>
                  <a:cubicBezTo>
                    <a:pt x="152137" y="206335"/>
                    <a:pt x="153478" y="206724"/>
                    <a:pt x="154829" y="207113"/>
                  </a:cubicBezTo>
                  <a:cubicBezTo>
                    <a:pt x="155261" y="207243"/>
                    <a:pt x="155705" y="207362"/>
                    <a:pt x="156138" y="207481"/>
                  </a:cubicBezTo>
                  <a:cubicBezTo>
                    <a:pt x="157208" y="207784"/>
                    <a:pt x="158267" y="208076"/>
                    <a:pt x="159349" y="208378"/>
                  </a:cubicBezTo>
                  <a:cubicBezTo>
                    <a:pt x="159781" y="208497"/>
                    <a:pt x="160225" y="208616"/>
                    <a:pt x="160657" y="208724"/>
                  </a:cubicBezTo>
                  <a:cubicBezTo>
                    <a:pt x="162051" y="209092"/>
                    <a:pt x="163446" y="209459"/>
                    <a:pt x="164852" y="209816"/>
                  </a:cubicBezTo>
                  <a:lnTo>
                    <a:pt x="165111" y="209881"/>
                  </a:lnTo>
                  <a:cubicBezTo>
                    <a:pt x="166485" y="210227"/>
                    <a:pt x="167868" y="210573"/>
                    <a:pt x="169252" y="210908"/>
                  </a:cubicBezTo>
                  <a:cubicBezTo>
                    <a:pt x="169739" y="211027"/>
                    <a:pt x="170226" y="211146"/>
                    <a:pt x="170701" y="211254"/>
                  </a:cubicBezTo>
                  <a:cubicBezTo>
                    <a:pt x="171945" y="211546"/>
                    <a:pt x="173188" y="211838"/>
                    <a:pt x="174442" y="212108"/>
                  </a:cubicBezTo>
                  <a:cubicBezTo>
                    <a:pt x="174605" y="212162"/>
                    <a:pt x="174778" y="212195"/>
                    <a:pt x="174939" y="212227"/>
                  </a:cubicBezTo>
                  <a:cubicBezTo>
                    <a:pt x="176486" y="212573"/>
                    <a:pt x="178032" y="212909"/>
                    <a:pt x="179578" y="213233"/>
                  </a:cubicBezTo>
                  <a:cubicBezTo>
                    <a:pt x="181189" y="213579"/>
                    <a:pt x="182811" y="213914"/>
                    <a:pt x="184432" y="214217"/>
                  </a:cubicBezTo>
                  <a:lnTo>
                    <a:pt x="184432" y="214217"/>
                  </a:lnTo>
                  <a:cubicBezTo>
                    <a:pt x="190379" y="215395"/>
                    <a:pt x="196358" y="216401"/>
                    <a:pt x="202369" y="217255"/>
                  </a:cubicBezTo>
                  <a:cubicBezTo>
                    <a:pt x="203429" y="217406"/>
                    <a:pt x="204499" y="217557"/>
                    <a:pt x="205569" y="217698"/>
                  </a:cubicBezTo>
                  <a:cubicBezTo>
                    <a:pt x="207841" y="218001"/>
                    <a:pt x="210111" y="218282"/>
                    <a:pt x="212392" y="218531"/>
                  </a:cubicBezTo>
                  <a:cubicBezTo>
                    <a:pt x="212424" y="218542"/>
                    <a:pt x="212457" y="218552"/>
                    <a:pt x="212500" y="218552"/>
                  </a:cubicBezTo>
                  <a:cubicBezTo>
                    <a:pt x="213625" y="218671"/>
                    <a:pt x="214749" y="218801"/>
                    <a:pt x="215874" y="218909"/>
                  </a:cubicBezTo>
                  <a:cubicBezTo>
                    <a:pt x="216792" y="219006"/>
                    <a:pt x="217712" y="219104"/>
                    <a:pt x="218641" y="219190"/>
                  </a:cubicBezTo>
                  <a:cubicBezTo>
                    <a:pt x="221971" y="219514"/>
                    <a:pt x="225301" y="219774"/>
                    <a:pt x="228642" y="220001"/>
                  </a:cubicBezTo>
                  <a:cubicBezTo>
                    <a:pt x="229205" y="220033"/>
                    <a:pt x="229756" y="220066"/>
                    <a:pt x="230318" y="220098"/>
                  </a:cubicBezTo>
                  <a:cubicBezTo>
                    <a:pt x="230546" y="220120"/>
                    <a:pt x="230773" y="220131"/>
                    <a:pt x="231010" y="220142"/>
                  </a:cubicBezTo>
                  <a:cubicBezTo>
                    <a:pt x="231561" y="220174"/>
                    <a:pt x="232124" y="220207"/>
                    <a:pt x="232675" y="220239"/>
                  </a:cubicBezTo>
                  <a:cubicBezTo>
                    <a:pt x="232913" y="220260"/>
                    <a:pt x="233150" y="220271"/>
                    <a:pt x="233389" y="220271"/>
                  </a:cubicBezTo>
                  <a:cubicBezTo>
                    <a:pt x="233400" y="220282"/>
                    <a:pt x="233400" y="220271"/>
                    <a:pt x="233400" y="220271"/>
                  </a:cubicBezTo>
                  <a:cubicBezTo>
                    <a:pt x="235659" y="220390"/>
                    <a:pt x="237908" y="220499"/>
                    <a:pt x="240168" y="220563"/>
                  </a:cubicBezTo>
                  <a:cubicBezTo>
                    <a:pt x="242427" y="220639"/>
                    <a:pt x="244676" y="220693"/>
                    <a:pt x="246936" y="220726"/>
                  </a:cubicBezTo>
                  <a:cubicBezTo>
                    <a:pt x="243822" y="221201"/>
                    <a:pt x="240698" y="221623"/>
                    <a:pt x="237573" y="221980"/>
                  </a:cubicBezTo>
                  <a:lnTo>
                    <a:pt x="237562" y="221980"/>
                  </a:lnTo>
                  <a:cubicBezTo>
                    <a:pt x="236254" y="222142"/>
                    <a:pt x="234945" y="222282"/>
                    <a:pt x="233637" y="222423"/>
                  </a:cubicBezTo>
                  <a:cubicBezTo>
                    <a:pt x="233594" y="222423"/>
                    <a:pt x="233551" y="222423"/>
                    <a:pt x="233507" y="222434"/>
                  </a:cubicBezTo>
                  <a:cubicBezTo>
                    <a:pt x="232340" y="222553"/>
                    <a:pt x="231183" y="222661"/>
                    <a:pt x="230016" y="222769"/>
                  </a:cubicBezTo>
                  <a:cubicBezTo>
                    <a:pt x="229659" y="222801"/>
                    <a:pt x="229302" y="222834"/>
                    <a:pt x="228945" y="222866"/>
                  </a:cubicBezTo>
                  <a:cubicBezTo>
                    <a:pt x="227843" y="222953"/>
                    <a:pt x="226739" y="223050"/>
                    <a:pt x="225637" y="223126"/>
                  </a:cubicBezTo>
                  <a:cubicBezTo>
                    <a:pt x="224880" y="223191"/>
                    <a:pt x="224123" y="223234"/>
                    <a:pt x="223366" y="223288"/>
                  </a:cubicBezTo>
                  <a:cubicBezTo>
                    <a:pt x="221150" y="223429"/>
                    <a:pt x="218944" y="223558"/>
                    <a:pt x="216728" y="223645"/>
                  </a:cubicBezTo>
                  <a:cubicBezTo>
                    <a:pt x="215570" y="223699"/>
                    <a:pt x="214425" y="223742"/>
                    <a:pt x="213278" y="223774"/>
                  </a:cubicBezTo>
                  <a:cubicBezTo>
                    <a:pt x="212814" y="223785"/>
                    <a:pt x="212337" y="223807"/>
                    <a:pt x="211862" y="223818"/>
                  </a:cubicBezTo>
                  <a:cubicBezTo>
                    <a:pt x="211116" y="223839"/>
                    <a:pt x="210359" y="223850"/>
                    <a:pt x="209613" y="223861"/>
                  </a:cubicBezTo>
                  <a:cubicBezTo>
                    <a:pt x="209094" y="223872"/>
                    <a:pt x="208565" y="223883"/>
                    <a:pt x="208045" y="223883"/>
                  </a:cubicBezTo>
                  <a:cubicBezTo>
                    <a:pt x="206932" y="223904"/>
                    <a:pt x="205796" y="223915"/>
                    <a:pt x="204683" y="223915"/>
                  </a:cubicBezTo>
                  <a:cubicBezTo>
                    <a:pt x="203872" y="223915"/>
                    <a:pt x="203061" y="223915"/>
                    <a:pt x="202250" y="223904"/>
                  </a:cubicBezTo>
                  <a:lnTo>
                    <a:pt x="202250" y="223904"/>
                  </a:lnTo>
                  <a:cubicBezTo>
                    <a:pt x="201882" y="223904"/>
                    <a:pt x="201515" y="223904"/>
                    <a:pt x="201137" y="223893"/>
                  </a:cubicBezTo>
                  <a:cubicBezTo>
                    <a:pt x="200726" y="223893"/>
                    <a:pt x="200314" y="223893"/>
                    <a:pt x="199893" y="223872"/>
                  </a:cubicBezTo>
                  <a:cubicBezTo>
                    <a:pt x="199656" y="223883"/>
                    <a:pt x="199418" y="223872"/>
                    <a:pt x="199169" y="223861"/>
                  </a:cubicBezTo>
                  <a:cubicBezTo>
                    <a:pt x="198152" y="223850"/>
                    <a:pt x="197126" y="223828"/>
                    <a:pt x="196098" y="223796"/>
                  </a:cubicBezTo>
                  <a:cubicBezTo>
                    <a:pt x="195341" y="223774"/>
                    <a:pt x="194584" y="223753"/>
                    <a:pt x="193827" y="223720"/>
                  </a:cubicBezTo>
                  <a:cubicBezTo>
                    <a:pt x="192531" y="223688"/>
                    <a:pt x="191244" y="223634"/>
                    <a:pt x="189946" y="223558"/>
                  </a:cubicBezTo>
                  <a:cubicBezTo>
                    <a:pt x="188920" y="223515"/>
                    <a:pt x="187892" y="223461"/>
                    <a:pt x="186876" y="223396"/>
                  </a:cubicBezTo>
                  <a:cubicBezTo>
                    <a:pt x="185848" y="223331"/>
                    <a:pt x="184822" y="223266"/>
                    <a:pt x="183805" y="223202"/>
                  </a:cubicBezTo>
                  <a:cubicBezTo>
                    <a:pt x="182778" y="223126"/>
                    <a:pt x="181751" y="223050"/>
                    <a:pt x="180735" y="222974"/>
                  </a:cubicBezTo>
                  <a:cubicBezTo>
                    <a:pt x="179707" y="222888"/>
                    <a:pt x="178691" y="222801"/>
                    <a:pt x="177664" y="222715"/>
                  </a:cubicBezTo>
                  <a:cubicBezTo>
                    <a:pt x="176701" y="222628"/>
                    <a:pt x="175740" y="222542"/>
                    <a:pt x="174778" y="222444"/>
                  </a:cubicBezTo>
                  <a:cubicBezTo>
                    <a:pt x="173815" y="222347"/>
                    <a:pt x="172853" y="222250"/>
                    <a:pt x="171891" y="222142"/>
                  </a:cubicBezTo>
                  <a:cubicBezTo>
                    <a:pt x="171598" y="222120"/>
                    <a:pt x="171307" y="222088"/>
                    <a:pt x="171015" y="222045"/>
                  </a:cubicBezTo>
                  <a:cubicBezTo>
                    <a:pt x="170171" y="221958"/>
                    <a:pt x="169328" y="221861"/>
                    <a:pt x="168474" y="221753"/>
                  </a:cubicBezTo>
                  <a:cubicBezTo>
                    <a:pt x="167457" y="221634"/>
                    <a:pt x="166442" y="221504"/>
                    <a:pt x="165425" y="221374"/>
                  </a:cubicBezTo>
                  <a:cubicBezTo>
                    <a:pt x="164408" y="221245"/>
                    <a:pt x="163392" y="221104"/>
                    <a:pt x="162376" y="220963"/>
                  </a:cubicBezTo>
                  <a:cubicBezTo>
                    <a:pt x="161360" y="220834"/>
                    <a:pt x="160343" y="220682"/>
                    <a:pt x="159327" y="220520"/>
                  </a:cubicBezTo>
                  <a:cubicBezTo>
                    <a:pt x="157295" y="220217"/>
                    <a:pt x="155261" y="219893"/>
                    <a:pt x="153240" y="219547"/>
                  </a:cubicBezTo>
                  <a:cubicBezTo>
                    <a:pt x="152224" y="219374"/>
                    <a:pt x="151218" y="219201"/>
                    <a:pt x="150202" y="219017"/>
                  </a:cubicBezTo>
                  <a:cubicBezTo>
                    <a:pt x="149196" y="218833"/>
                    <a:pt x="148180" y="218649"/>
                    <a:pt x="147175" y="218455"/>
                  </a:cubicBezTo>
                  <a:cubicBezTo>
                    <a:pt x="145747" y="218185"/>
                    <a:pt x="144321" y="217914"/>
                    <a:pt x="142893" y="217612"/>
                  </a:cubicBezTo>
                  <a:cubicBezTo>
                    <a:pt x="142547" y="217557"/>
                    <a:pt x="142212" y="217482"/>
                    <a:pt x="141866" y="217406"/>
                  </a:cubicBezTo>
                  <a:cubicBezTo>
                    <a:pt x="140514" y="217125"/>
                    <a:pt x="139163" y="216844"/>
                    <a:pt x="137822" y="216541"/>
                  </a:cubicBezTo>
                  <a:cubicBezTo>
                    <a:pt x="135909" y="216120"/>
                    <a:pt x="134006" y="215676"/>
                    <a:pt x="132092" y="215222"/>
                  </a:cubicBezTo>
                  <a:cubicBezTo>
                    <a:pt x="131097" y="214984"/>
                    <a:pt x="130092" y="214736"/>
                    <a:pt x="129097" y="214487"/>
                  </a:cubicBezTo>
                  <a:cubicBezTo>
                    <a:pt x="127746" y="214152"/>
                    <a:pt x="126405" y="213806"/>
                    <a:pt x="125064" y="213449"/>
                  </a:cubicBezTo>
                  <a:cubicBezTo>
                    <a:pt x="123518" y="213049"/>
                    <a:pt x="121994" y="212627"/>
                    <a:pt x="120458" y="212206"/>
                  </a:cubicBezTo>
                  <a:cubicBezTo>
                    <a:pt x="115399" y="210789"/>
                    <a:pt x="110371" y="209265"/>
                    <a:pt x="105386" y="207611"/>
                  </a:cubicBezTo>
                  <a:cubicBezTo>
                    <a:pt x="126383" y="221558"/>
                    <a:pt x="149672" y="232921"/>
                    <a:pt x="174182" y="238857"/>
                  </a:cubicBezTo>
                  <a:cubicBezTo>
                    <a:pt x="150645" y="238014"/>
                    <a:pt x="126621" y="231473"/>
                    <a:pt x="106273" y="219612"/>
                  </a:cubicBezTo>
                  <a:cubicBezTo>
                    <a:pt x="108889" y="233332"/>
                    <a:pt x="115506" y="248923"/>
                    <a:pt x="127172" y="256621"/>
                  </a:cubicBezTo>
                  <a:cubicBezTo>
                    <a:pt x="139520" y="264773"/>
                    <a:pt x="155911" y="261216"/>
                    <a:pt x="170420" y="264060"/>
                  </a:cubicBezTo>
                  <a:cubicBezTo>
                    <a:pt x="184335" y="266784"/>
                    <a:pt x="196260" y="275358"/>
                    <a:pt x="208910" y="281770"/>
                  </a:cubicBezTo>
                  <a:cubicBezTo>
                    <a:pt x="209743" y="282191"/>
                    <a:pt x="210575" y="282602"/>
                    <a:pt x="211419" y="283002"/>
                  </a:cubicBezTo>
                  <a:cubicBezTo>
                    <a:pt x="212176" y="283370"/>
                    <a:pt x="212944" y="283727"/>
                    <a:pt x="213711" y="284072"/>
                  </a:cubicBezTo>
                  <a:cubicBezTo>
                    <a:pt x="213841" y="284137"/>
                    <a:pt x="213971" y="284191"/>
                    <a:pt x="214111" y="284256"/>
                  </a:cubicBezTo>
                  <a:cubicBezTo>
                    <a:pt x="214792" y="284559"/>
                    <a:pt x="215473" y="284862"/>
                    <a:pt x="216154" y="285154"/>
                  </a:cubicBezTo>
                  <a:cubicBezTo>
                    <a:pt x="216965" y="285510"/>
                    <a:pt x="217787" y="285846"/>
                    <a:pt x="218609" y="286181"/>
                  </a:cubicBezTo>
                  <a:cubicBezTo>
                    <a:pt x="218663" y="286203"/>
                    <a:pt x="218706" y="286224"/>
                    <a:pt x="218760" y="286235"/>
                  </a:cubicBezTo>
                  <a:cubicBezTo>
                    <a:pt x="219225" y="286430"/>
                    <a:pt x="219690" y="286613"/>
                    <a:pt x="220166" y="286797"/>
                  </a:cubicBezTo>
                  <a:cubicBezTo>
                    <a:pt x="220630" y="286981"/>
                    <a:pt x="221096" y="287165"/>
                    <a:pt x="221560" y="287338"/>
                  </a:cubicBezTo>
                  <a:cubicBezTo>
                    <a:pt x="222555" y="287716"/>
                    <a:pt x="223550" y="288073"/>
                    <a:pt x="224544" y="288430"/>
                  </a:cubicBezTo>
                  <a:cubicBezTo>
                    <a:pt x="226123" y="288981"/>
                    <a:pt x="227713" y="289500"/>
                    <a:pt x="229312" y="289997"/>
                  </a:cubicBezTo>
                  <a:cubicBezTo>
                    <a:pt x="229756" y="290138"/>
                    <a:pt x="230199" y="290268"/>
                    <a:pt x="230643" y="290397"/>
                  </a:cubicBezTo>
                  <a:cubicBezTo>
                    <a:pt x="231637" y="290700"/>
                    <a:pt x="232643" y="290981"/>
                    <a:pt x="233648" y="291252"/>
                  </a:cubicBezTo>
                  <a:cubicBezTo>
                    <a:pt x="234600" y="291511"/>
                    <a:pt x="235551" y="291760"/>
                    <a:pt x="236513" y="291998"/>
                  </a:cubicBezTo>
                  <a:cubicBezTo>
                    <a:pt x="236686" y="292041"/>
                    <a:pt x="236848" y="292084"/>
                    <a:pt x="237021" y="292117"/>
                  </a:cubicBezTo>
                  <a:cubicBezTo>
                    <a:pt x="237951" y="292344"/>
                    <a:pt x="238882" y="292560"/>
                    <a:pt x="239811" y="292765"/>
                  </a:cubicBezTo>
                  <a:cubicBezTo>
                    <a:pt x="240849" y="292992"/>
                    <a:pt x="241887" y="293209"/>
                    <a:pt x="242924" y="293414"/>
                  </a:cubicBezTo>
                  <a:cubicBezTo>
                    <a:pt x="243865" y="293598"/>
                    <a:pt x="244795" y="293771"/>
                    <a:pt x="245747" y="293933"/>
                  </a:cubicBezTo>
                  <a:cubicBezTo>
                    <a:pt x="245953" y="293965"/>
                    <a:pt x="246168" y="294009"/>
                    <a:pt x="246384" y="294041"/>
                  </a:cubicBezTo>
                  <a:cubicBezTo>
                    <a:pt x="247261" y="294192"/>
                    <a:pt x="248147" y="294333"/>
                    <a:pt x="249034" y="294463"/>
                  </a:cubicBezTo>
                  <a:cubicBezTo>
                    <a:pt x="249087" y="294474"/>
                    <a:pt x="249141" y="294474"/>
                    <a:pt x="249196" y="294484"/>
                  </a:cubicBezTo>
                  <a:cubicBezTo>
                    <a:pt x="250245" y="294636"/>
                    <a:pt x="251283" y="294776"/>
                    <a:pt x="252331" y="294906"/>
                  </a:cubicBezTo>
                  <a:cubicBezTo>
                    <a:pt x="253142" y="295003"/>
                    <a:pt x="253942" y="295090"/>
                    <a:pt x="254753" y="295176"/>
                  </a:cubicBezTo>
                  <a:cubicBezTo>
                    <a:pt x="255131" y="295220"/>
                    <a:pt x="255521" y="295252"/>
                    <a:pt x="255899" y="295285"/>
                  </a:cubicBezTo>
                  <a:cubicBezTo>
                    <a:pt x="256256" y="295317"/>
                    <a:pt x="256602" y="295360"/>
                    <a:pt x="256959" y="295382"/>
                  </a:cubicBezTo>
                  <a:cubicBezTo>
                    <a:pt x="259272" y="295587"/>
                    <a:pt x="261597" y="295717"/>
                    <a:pt x="263921" y="295803"/>
                  </a:cubicBezTo>
                  <a:cubicBezTo>
                    <a:pt x="264278" y="295803"/>
                    <a:pt x="264635" y="295814"/>
                    <a:pt x="264992" y="295825"/>
                  </a:cubicBezTo>
                  <a:cubicBezTo>
                    <a:pt x="265522" y="295836"/>
                    <a:pt x="266052" y="295858"/>
                    <a:pt x="266581" y="295858"/>
                  </a:cubicBezTo>
                  <a:cubicBezTo>
                    <a:pt x="270398" y="295901"/>
                    <a:pt x="274215" y="295782"/>
                    <a:pt x="278020" y="295490"/>
                  </a:cubicBezTo>
                  <a:cubicBezTo>
                    <a:pt x="279113" y="295403"/>
                    <a:pt x="280215" y="295295"/>
                    <a:pt x="281329" y="295165"/>
                  </a:cubicBezTo>
                  <a:cubicBezTo>
                    <a:pt x="282031" y="295079"/>
                    <a:pt x="282734" y="294982"/>
                    <a:pt x="283437" y="294874"/>
                  </a:cubicBezTo>
                  <a:cubicBezTo>
                    <a:pt x="284216" y="294755"/>
                    <a:pt x="284983" y="294625"/>
                    <a:pt x="285751" y="294474"/>
                  </a:cubicBezTo>
                  <a:cubicBezTo>
                    <a:pt x="286151" y="294398"/>
                    <a:pt x="286540" y="294312"/>
                    <a:pt x="286929" y="294225"/>
                  </a:cubicBezTo>
                  <a:cubicBezTo>
                    <a:pt x="288010" y="293987"/>
                    <a:pt x="289081" y="293717"/>
                    <a:pt x="290129" y="293392"/>
                  </a:cubicBezTo>
                  <a:cubicBezTo>
                    <a:pt x="290356" y="293327"/>
                    <a:pt x="290573" y="293263"/>
                    <a:pt x="290789" y="293187"/>
                  </a:cubicBezTo>
                  <a:cubicBezTo>
                    <a:pt x="291233" y="293046"/>
                    <a:pt x="291675" y="292895"/>
                    <a:pt x="292108" y="292733"/>
                  </a:cubicBezTo>
                  <a:cubicBezTo>
                    <a:pt x="292476" y="292603"/>
                    <a:pt x="292843" y="292462"/>
                    <a:pt x="293200" y="292311"/>
                  </a:cubicBezTo>
                  <a:cubicBezTo>
                    <a:pt x="293589" y="292160"/>
                    <a:pt x="293979" y="291998"/>
                    <a:pt x="294368" y="291814"/>
                  </a:cubicBezTo>
                  <a:cubicBezTo>
                    <a:pt x="295038" y="291511"/>
                    <a:pt x="295687" y="291176"/>
                    <a:pt x="296325" y="290841"/>
                  </a:cubicBezTo>
                  <a:cubicBezTo>
                    <a:pt x="296443" y="290776"/>
                    <a:pt x="296563" y="290711"/>
                    <a:pt x="296682" y="290635"/>
                  </a:cubicBezTo>
                  <a:cubicBezTo>
                    <a:pt x="297027" y="290441"/>
                    <a:pt x="297351" y="290246"/>
                    <a:pt x="297687" y="290030"/>
                  </a:cubicBezTo>
                  <a:cubicBezTo>
                    <a:pt x="298065" y="289803"/>
                    <a:pt x="298422" y="289554"/>
                    <a:pt x="298779" y="289295"/>
                  </a:cubicBezTo>
                  <a:cubicBezTo>
                    <a:pt x="299006" y="289143"/>
                    <a:pt x="299222" y="288970"/>
                    <a:pt x="299439" y="288808"/>
                  </a:cubicBezTo>
                  <a:cubicBezTo>
                    <a:pt x="299676" y="288635"/>
                    <a:pt x="299893" y="288440"/>
                    <a:pt x="300120" y="288257"/>
                  </a:cubicBezTo>
                  <a:cubicBezTo>
                    <a:pt x="301395" y="287186"/>
                    <a:pt x="302542" y="285954"/>
                    <a:pt x="303537" y="284559"/>
                  </a:cubicBezTo>
                  <a:cubicBezTo>
                    <a:pt x="306520" y="280332"/>
                    <a:pt x="307581" y="275045"/>
                    <a:pt x="307310" y="269822"/>
                  </a:cubicBezTo>
                  <a:close/>
                  <a:moveTo>
                    <a:pt x="149727" y="23851"/>
                  </a:moveTo>
                  <a:cubicBezTo>
                    <a:pt x="149683" y="23938"/>
                    <a:pt x="149651" y="24014"/>
                    <a:pt x="149607" y="24100"/>
                  </a:cubicBezTo>
                  <a:cubicBezTo>
                    <a:pt x="149326" y="24684"/>
                    <a:pt x="149056" y="25268"/>
                    <a:pt x="148796" y="25862"/>
                  </a:cubicBezTo>
                  <a:cubicBezTo>
                    <a:pt x="148666" y="26176"/>
                    <a:pt x="148537" y="26478"/>
                    <a:pt x="148407" y="26803"/>
                  </a:cubicBezTo>
                  <a:cubicBezTo>
                    <a:pt x="148363" y="26900"/>
                    <a:pt x="148320" y="26997"/>
                    <a:pt x="148288" y="27106"/>
                  </a:cubicBezTo>
                  <a:cubicBezTo>
                    <a:pt x="148159" y="27387"/>
                    <a:pt x="148050" y="27668"/>
                    <a:pt x="147942" y="27960"/>
                  </a:cubicBezTo>
                  <a:cubicBezTo>
                    <a:pt x="147834" y="28230"/>
                    <a:pt x="147726" y="28511"/>
                    <a:pt x="147639" y="28782"/>
                  </a:cubicBezTo>
                  <a:cubicBezTo>
                    <a:pt x="147542" y="29041"/>
                    <a:pt x="147455" y="29300"/>
                    <a:pt x="147358" y="29560"/>
                  </a:cubicBezTo>
                  <a:cubicBezTo>
                    <a:pt x="147196" y="30025"/>
                    <a:pt x="147045" y="30490"/>
                    <a:pt x="146894" y="30966"/>
                  </a:cubicBezTo>
                  <a:cubicBezTo>
                    <a:pt x="146688" y="31625"/>
                    <a:pt x="146494" y="32285"/>
                    <a:pt x="146320" y="32944"/>
                  </a:cubicBezTo>
                  <a:cubicBezTo>
                    <a:pt x="146234" y="33225"/>
                    <a:pt x="146158" y="33517"/>
                    <a:pt x="146093" y="33798"/>
                  </a:cubicBezTo>
                  <a:cubicBezTo>
                    <a:pt x="145899" y="34544"/>
                    <a:pt x="145726" y="35301"/>
                    <a:pt x="145574" y="36058"/>
                  </a:cubicBezTo>
                  <a:cubicBezTo>
                    <a:pt x="145509" y="36350"/>
                    <a:pt x="145456" y="36631"/>
                    <a:pt x="145402" y="36923"/>
                  </a:cubicBezTo>
                  <a:cubicBezTo>
                    <a:pt x="145326" y="37290"/>
                    <a:pt x="145260" y="37658"/>
                    <a:pt x="145206" y="38026"/>
                  </a:cubicBezTo>
                  <a:cubicBezTo>
                    <a:pt x="145120" y="38523"/>
                    <a:pt x="145045" y="39010"/>
                    <a:pt x="144979" y="39496"/>
                  </a:cubicBezTo>
                  <a:cubicBezTo>
                    <a:pt x="144903" y="39993"/>
                    <a:pt x="144850" y="40491"/>
                    <a:pt x="144796" y="40977"/>
                  </a:cubicBezTo>
                  <a:cubicBezTo>
                    <a:pt x="144752" y="41334"/>
                    <a:pt x="144709" y="41691"/>
                    <a:pt x="144688" y="42037"/>
                  </a:cubicBezTo>
                  <a:cubicBezTo>
                    <a:pt x="144666" y="42318"/>
                    <a:pt x="144633" y="42588"/>
                    <a:pt x="144623" y="42869"/>
                  </a:cubicBezTo>
                  <a:cubicBezTo>
                    <a:pt x="144612" y="42891"/>
                    <a:pt x="144612" y="42924"/>
                    <a:pt x="144612" y="42945"/>
                  </a:cubicBezTo>
                  <a:cubicBezTo>
                    <a:pt x="144548" y="43745"/>
                    <a:pt x="144504" y="44545"/>
                    <a:pt x="144482" y="45345"/>
                  </a:cubicBezTo>
                  <a:cubicBezTo>
                    <a:pt x="144428" y="47281"/>
                    <a:pt x="144472" y="49216"/>
                    <a:pt x="144623" y="51151"/>
                  </a:cubicBezTo>
                  <a:cubicBezTo>
                    <a:pt x="144699" y="52070"/>
                    <a:pt x="144796" y="53000"/>
                    <a:pt x="144915" y="53919"/>
                  </a:cubicBezTo>
                  <a:cubicBezTo>
                    <a:pt x="145088" y="55303"/>
                    <a:pt x="145326" y="56676"/>
                    <a:pt x="145617" y="58049"/>
                  </a:cubicBezTo>
                  <a:cubicBezTo>
                    <a:pt x="145812" y="58957"/>
                    <a:pt x="146028" y="59866"/>
                    <a:pt x="146267" y="60763"/>
                  </a:cubicBezTo>
                  <a:cubicBezTo>
                    <a:pt x="146991" y="63455"/>
                    <a:pt x="147932" y="66104"/>
                    <a:pt x="149088" y="68645"/>
                  </a:cubicBezTo>
                  <a:cubicBezTo>
                    <a:pt x="149326" y="69175"/>
                    <a:pt x="149574" y="69694"/>
                    <a:pt x="149834" y="70202"/>
                  </a:cubicBezTo>
                  <a:cubicBezTo>
                    <a:pt x="150018" y="70591"/>
                    <a:pt x="150224" y="70980"/>
                    <a:pt x="150429" y="71359"/>
                  </a:cubicBezTo>
                  <a:cubicBezTo>
                    <a:pt x="150623" y="71748"/>
                    <a:pt x="150839" y="72127"/>
                    <a:pt x="151056" y="72505"/>
                  </a:cubicBezTo>
                  <a:cubicBezTo>
                    <a:pt x="151250" y="72862"/>
                    <a:pt x="151456" y="73218"/>
                    <a:pt x="151672" y="73575"/>
                  </a:cubicBezTo>
                  <a:cubicBezTo>
                    <a:pt x="151899" y="73954"/>
                    <a:pt x="152126" y="74343"/>
                    <a:pt x="152375" y="74711"/>
                  </a:cubicBezTo>
                  <a:cubicBezTo>
                    <a:pt x="152591" y="75067"/>
                    <a:pt x="152818" y="75413"/>
                    <a:pt x="153045" y="75748"/>
                  </a:cubicBezTo>
                  <a:cubicBezTo>
                    <a:pt x="153521" y="76473"/>
                    <a:pt x="154019" y="77187"/>
                    <a:pt x="154537" y="77878"/>
                  </a:cubicBezTo>
                  <a:cubicBezTo>
                    <a:pt x="154786" y="78214"/>
                    <a:pt x="155034" y="78538"/>
                    <a:pt x="155273" y="78862"/>
                  </a:cubicBezTo>
                  <a:cubicBezTo>
                    <a:pt x="155597" y="79273"/>
                    <a:pt x="155921" y="79684"/>
                    <a:pt x="156268" y="80084"/>
                  </a:cubicBezTo>
                  <a:cubicBezTo>
                    <a:pt x="156689" y="80592"/>
                    <a:pt x="157110" y="81089"/>
                    <a:pt x="157543" y="81587"/>
                  </a:cubicBezTo>
                  <a:cubicBezTo>
                    <a:pt x="158376" y="82528"/>
                    <a:pt x="159241" y="83425"/>
                    <a:pt x="160138" y="84301"/>
                  </a:cubicBezTo>
                  <a:cubicBezTo>
                    <a:pt x="160343" y="84506"/>
                    <a:pt x="160549" y="84712"/>
                    <a:pt x="160765" y="84906"/>
                  </a:cubicBezTo>
                  <a:lnTo>
                    <a:pt x="160830" y="84971"/>
                  </a:lnTo>
                  <a:cubicBezTo>
                    <a:pt x="161251" y="85360"/>
                    <a:pt x="161673" y="85749"/>
                    <a:pt x="162105" y="86128"/>
                  </a:cubicBezTo>
                  <a:cubicBezTo>
                    <a:pt x="162614" y="86582"/>
                    <a:pt x="163133" y="87025"/>
                    <a:pt x="163663" y="87458"/>
                  </a:cubicBezTo>
                  <a:cubicBezTo>
                    <a:pt x="163944" y="87685"/>
                    <a:pt x="164224" y="87912"/>
                    <a:pt x="164506" y="88128"/>
                  </a:cubicBezTo>
                  <a:cubicBezTo>
                    <a:pt x="165165" y="88658"/>
                    <a:pt x="165846" y="89166"/>
                    <a:pt x="166539" y="89664"/>
                  </a:cubicBezTo>
                  <a:cubicBezTo>
                    <a:pt x="167166" y="90118"/>
                    <a:pt x="167814" y="90550"/>
                    <a:pt x="168463" y="90972"/>
                  </a:cubicBezTo>
                  <a:cubicBezTo>
                    <a:pt x="168712" y="91134"/>
                    <a:pt x="168949" y="91285"/>
                    <a:pt x="169199" y="91437"/>
                  </a:cubicBezTo>
                  <a:cubicBezTo>
                    <a:pt x="171522" y="92896"/>
                    <a:pt x="173967" y="94172"/>
                    <a:pt x="176486" y="95253"/>
                  </a:cubicBezTo>
                  <a:cubicBezTo>
                    <a:pt x="176821" y="95394"/>
                    <a:pt x="177155" y="95534"/>
                    <a:pt x="177491" y="95664"/>
                  </a:cubicBezTo>
                  <a:cubicBezTo>
                    <a:pt x="177621" y="95729"/>
                    <a:pt x="177762" y="95783"/>
                    <a:pt x="177902" y="95826"/>
                  </a:cubicBezTo>
                  <a:cubicBezTo>
                    <a:pt x="178302" y="95988"/>
                    <a:pt x="178713" y="96151"/>
                    <a:pt x="179134" y="96291"/>
                  </a:cubicBezTo>
                  <a:cubicBezTo>
                    <a:pt x="179556" y="96453"/>
                    <a:pt x="179988" y="96605"/>
                    <a:pt x="180421" y="96745"/>
                  </a:cubicBezTo>
                  <a:cubicBezTo>
                    <a:pt x="181362" y="97059"/>
                    <a:pt x="182303" y="97340"/>
                    <a:pt x="183265" y="97599"/>
                  </a:cubicBezTo>
                  <a:cubicBezTo>
                    <a:pt x="182800" y="97599"/>
                    <a:pt x="182334" y="97588"/>
                    <a:pt x="181870" y="97556"/>
                  </a:cubicBezTo>
                  <a:cubicBezTo>
                    <a:pt x="181719" y="97556"/>
                    <a:pt x="181556" y="97556"/>
                    <a:pt x="181394" y="97535"/>
                  </a:cubicBezTo>
                  <a:cubicBezTo>
                    <a:pt x="181069" y="97524"/>
                    <a:pt x="180735" y="97502"/>
                    <a:pt x="180399" y="97470"/>
                  </a:cubicBezTo>
                  <a:cubicBezTo>
                    <a:pt x="180227" y="97459"/>
                    <a:pt x="180042" y="97448"/>
                    <a:pt x="179858" y="97426"/>
                  </a:cubicBezTo>
                  <a:cubicBezTo>
                    <a:pt x="179286" y="97372"/>
                    <a:pt x="178723" y="97307"/>
                    <a:pt x="178150" y="97232"/>
                  </a:cubicBezTo>
                  <a:cubicBezTo>
                    <a:pt x="177675" y="97167"/>
                    <a:pt x="177199" y="97102"/>
                    <a:pt x="176724" y="97015"/>
                  </a:cubicBezTo>
                  <a:cubicBezTo>
                    <a:pt x="174864" y="96713"/>
                    <a:pt x="172993" y="96280"/>
                    <a:pt x="171144" y="95740"/>
                  </a:cubicBezTo>
                  <a:cubicBezTo>
                    <a:pt x="170810" y="95643"/>
                    <a:pt x="170463" y="95534"/>
                    <a:pt x="170128" y="95415"/>
                  </a:cubicBezTo>
                  <a:cubicBezTo>
                    <a:pt x="168398" y="94875"/>
                    <a:pt x="166690" y="94226"/>
                    <a:pt x="165004" y="93480"/>
                  </a:cubicBezTo>
                  <a:cubicBezTo>
                    <a:pt x="164593" y="93307"/>
                    <a:pt x="164181" y="93112"/>
                    <a:pt x="163770" y="92918"/>
                  </a:cubicBezTo>
                  <a:cubicBezTo>
                    <a:pt x="163425" y="92756"/>
                    <a:pt x="163079" y="92583"/>
                    <a:pt x="162722" y="92410"/>
                  </a:cubicBezTo>
                  <a:cubicBezTo>
                    <a:pt x="162603" y="92356"/>
                    <a:pt x="162484" y="92291"/>
                    <a:pt x="162355" y="92226"/>
                  </a:cubicBezTo>
                  <a:cubicBezTo>
                    <a:pt x="162030" y="92053"/>
                    <a:pt x="161695" y="91880"/>
                    <a:pt x="161370" y="91707"/>
                  </a:cubicBezTo>
                  <a:cubicBezTo>
                    <a:pt x="160840" y="91415"/>
                    <a:pt x="160310" y="91123"/>
                    <a:pt x="159792" y="90820"/>
                  </a:cubicBezTo>
                  <a:cubicBezTo>
                    <a:pt x="159532" y="90680"/>
                    <a:pt x="159272" y="90528"/>
                    <a:pt x="159014" y="90366"/>
                  </a:cubicBezTo>
                  <a:cubicBezTo>
                    <a:pt x="158754" y="90215"/>
                    <a:pt x="158505" y="90053"/>
                    <a:pt x="158246" y="89891"/>
                  </a:cubicBezTo>
                  <a:cubicBezTo>
                    <a:pt x="157964" y="89717"/>
                    <a:pt x="157683" y="89534"/>
                    <a:pt x="157392" y="89350"/>
                  </a:cubicBezTo>
                  <a:cubicBezTo>
                    <a:pt x="157186" y="89198"/>
                    <a:pt x="156970" y="89058"/>
                    <a:pt x="156765" y="88906"/>
                  </a:cubicBezTo>
                  <a:cubicBezTo>
                    <a:pt x="156754" y="88917"/>
                    <a:pt x="156754" y="88906"/>
                    <a:pt x="156743" y="88906"/>
                  </a:cubicBezTo>
                  <a:cubicBezTo>
                    <a:pt x="156365" y="88647"/>
                    <a:pt x="155997" y="88398"/>
                    <a:pt x="155630" y="88128"/>
                  </a:cubicBezTo>
                  <a:cubicBezTo>
                    <a:pt x="155067" y="87739"/>
                    <a:pt x="154526" y="87328"/>
                    <a:pt x="153986" y="86896"/>
                  </a:cubicBezTo>
                  <a:cubicBezTo>
                    <a:pt x="153705" y="86679"/>
                    <a:pt x="153435" y="86463"/>
                    <a:pt x="153164" y="86236"/>
                  </a:cubicBezTo>
                  <a:cubicBezTo>
                    <a:pt x="152018" y="85306"/>
                    <a:pt x="150915" y="84322"/>
                    <a:pt x="149867" y="83295"/>
                  </a:cubicBezTo>
                  <a:cubicBezTo>
                    <a:pt x="149618" y="83046"/>
                    <a:pt x="149370" y="82798"/>
                    <a:pt x="149131" y="82549"/>
                  </a:cubicBezTo>
                  <a:cubicBezTo>
                    <a:pt x="148893" y="82311"/>
                    <a:pt x="148666" y="82074"/>
                    <a:pt x="148439" y="81825"/>
                  </a:cubicBezTo>
                  <a:cubicBezTo>
                    <a:pt x="147996" y="81349"/>
                    <a:pt x="147564" y="80862"/>
                    <a:pt x="147164" y="80376"/>
                  </a:cubicBezTo>
                  <a:cubicBezTo>
                    <a:pt x="146872" y="80052"/>
                    <a:pt x="146612" y="79738"/>
                    <a:pt x="146353" y="79403"/>
                  </a:cubicBezTo>
                  <a:cubicBezTo>
                    <a:pt x="145088" y="77824"/>
                    <a:pt x="143952" y="76159"/>
                    <a:pt x="142969" y="74440"/>
                  </a:cubicBezTo>
                  <a:cubicBezTo>
                    <a:pt x="142753" y="74073"/>
                    <a:pt x="142547" y="73705"/>
                    <a:pt x="142363" y="73327"/>
                  </a:cubicBezTo>
                  <a:cubicBezTo>
                    <a:pt x="142276" y="73175"/>
                    <a:pt x="142190" y="73013"/>
                    <a:pt x="142115" y="72851"/>
                  </a:cubicBezTo>
                  <a:cubicBezTo>
                    <a:pt x="141920" y="72462"/>
                    <a:pt x="141725" y="72072"/>
                    <a:pt x="141542" y="71672"/>
                  </a:cubicBezTo>
                  <a:cubicBezTo>
                    <a:pt x="139270" y="66721"/>
                    <a:pt x="138222" y="61206"/>
                    <a:pt x="138222" y="55584"/>
                  </a:cubicBezTo>
                  <a:cubicBezTo>
                    <a:pt x="138222" y="55141"/>
                    <a:pt x="138233" y="54708"/>
                    <a:pt x="138244" y="54265"/>
                  </a:cubicBezTo>
                  <a:cubicBezTo>
                    <a:pt x="138255" y="53746"/>
                    <a:pt x="138276" y="53238"/>
                    <a:pt x="138309" y="52719"/>
                  </a:cubicBezTo>
                  <a:cubicBezTo>
                    <a:pt x="138374" y="51778"/>
                    <a:pt x="138460" y="50838"/>
                    <a:pt x="138579" y="49897"/>
                  </a:cubicBezTo>
                  <a:cubicBezTo>
                    <a:pt x="138612" y="49605"/>
                    <a:pt x="138644" y="49313"/>
                    <a:pt x="138687" y="49021"/>
                  </a:cubicBezTo>
                  <a:cubicBezTo>
                    <a:pt x="138730" y="48643"/>
                    <a:pt x="138795" y="48265"/>
                    <a:pt x="138860" y="47875"/>
                  </a:cubicBezTo>
                  <a:cubicBezTo>
                    <a:pt x="138903" y="47583"/>
                    <a:pt x="138957" y="47291"/>
                    <a:pt x="139012" y="46989"/>
                  </a:cubicBezTo>
                  <a:cubicBezTo>
                    <a:pt x="139195" y="45972"/>
                    <a:pt x="139412" y="44945"/>
                    <a:pt x="139671" y="43918"/>
                  </a:cubicBezTo>
                  <a:cubicBezTo>
                    <a:pt x="139757" y="43572"/>
                    <a:pt x="139844" y="43226"/>
                    <a:pt x="139941" y="42880"/>
                  </a:cubicBezTo>
                  <a:cubicBezTo>
                    <a:pt x="140027" y="42534"/>
                    <a:pt x="140125" y="42188"/>
                    <a:pt x="140233" y="41842"/>
                  </a:cubicBezTo>
                  <a:cubicBezTo>
                    <a:pt x="140320" y="41518"/>
                    <a:pt x="140417" y="41194"/>
                    <a:pt x="140514" y="40880"/>
                  </a:cubicBezTo>
                  <a:cubicBezTo>
                    <a:pt x="140568" y="40685"/>
                    <a:pt x="140634" y="40502"/>
                    <a:pt x="140698" y="40307"/>
                  </a:cubicBezTo>
                  <a:cubicBezTo>
                    <a:pt x="140774" y="40080"/>
                    <a:pt x="140849" y="39853"/>
                    <a:pt x="140925" y="39626"/>
                  </a:cubicBezTo>
                  <a:cubicBezTo>
                    <a:pt x="141034" y="39280"/>
                    <a:pt x="141163" y="38945"/>
                    <a:pt x="141282" y="38599"/>
                  </a:cubicBezTo>
                  <a:cubicBezTo>
                    <a:pt x="141509" y="37982"/>
                    <a:pt x="141746" y="37366"/>
                    <a:pt x="141996" y="36750"/>
                  </a:cubicBezTo>
                  <a:cubicBezTo>
                    <a:pt x="142060" y="36588"/>
                    <a:pt x="142136" y="36426"/>
                    <a:pt x="142200" y="36263"/>
                  </a:cubicBezTo>
                  <a:cubicBezTo>
                    <a:pt x="142687" y="35106"/>
                    <a:pt x="143207" y="33971"/>
                    <a:pt x="143780" y="32858"/>
                  </a:cubicBezTo>
                  <a:cubicBezTo>
                    <a:pt x="143942" y="32544"/>
                    <a:pt x="144104" y="32230"/>
                    <a:pt x="144266" y="31917"/>
                  </a:cubicBezTo>
                  <a:cubicBezTo>
                    <a:pt x="144439" y="31603"/>
                    <a:pt x="144612" y="31290"/>
                    <a:pt x="144785" y="30987"/>
                  </a:cubicBezTo>
                  <a:cubicBezTo>
                    <a:pt x="145650" y="29452"/>
                    <a:pt x="146591" y="27960"/>
                    <a:pt x="147618" y="26554"/>
                  </a:cubicBezTo>
                  <a:cubicBezTo>
                    <a:pt x="147812" y="26273"/>
                    <a:pt x="148018" y="25992"/>
                    <a:pt x="148234" y="25722"/>
                  </a:cubicBezTo>
                  <a:cubicBezTo>
                    <a:pt x="148645" y="25170"/>
                    <a:pt x="149077" y="24630"/>
                    <a:pt x="149521" y="24100"/>
                  </a:cubicBezTo>
                  <a:cubicBezTo>
                    <a:pt x="149585" y="24014"/>
                    <a:pt x="149661" y="23938"/>
                    <a:pt x="149727" y="238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1346275" y="1961168"/>
              <a:ext cx="690507" cy="456460"/>
            </a:xfrm>
            <a:custGeom>
              <a:rect b="b" l="l" r="r" t="t"/>
              <a:pathLst>
                <a:path extrusionOk="0" h="202871" w="306892">
                  <a:moveTo>
                    <a:pt x="304648" y="159130"/>
                  </a:moveTo>
                  <a:cubicBezTo>
                    <a:pt x="304540" y="158935"/>
                    <a:pt x="304432" y="158730"/>
                    <a:pt x="304324" y="158535"/>
                  </a:cubicBezTo>
                  <a:cubicBezTo>
                    <a:pt x="304584" y="163757"/>
                    <a:pt x="303534" y="169044"/>
                    <a:pt x="300540" y="173272"/>
                  </a:cubicBezTo>
                  <a:cubicBezTo>
                    <a:pt x="295014" y="181078"/>
                    <a:pt x="284570" y="183467"/>
                    <a:pt x="275023" y="184203"/>
                  </a:cubicBezTo>
                  <a:cubicBezTo>
                    <a:pt x="251313" y="186030"/>
                    <a:pt x="227126" y="181229"/>
                    <a:pt x="205913" y="170482"/>
                  </a:cubicBezTo>
                  <a:cubicBezTo>
                    <a:pt x="193263" y="164082"/>
                    <a:pt x="181349" y="155497"/>
                    <a:pt x="167423" y="152772"/>
                  </a:cubicBezTo>
                  <a:cubicBezTo>
                    <a:pt x="152903" y="149929"/>
                    <a:pt x="136512" y="153486"/>
                    <a:pt x="124165" y="145334"/>
                  </a:cubicBezTo>
                  <a:cubicBezTo>
                    <a:pt x="112499" y="137636"/>
                    <a:pt x="105882" y="122045"/>
                    <a:pt x="103276" y="108325"/>
                  </a:cubicBezTo>
                  <a:cubicBezTo>
                    <a:pt x="123613" y="120185"/>
                    <a:pt x="147648" y="126726"/>
                    <a:pt x="171175" y="127581"/>
                  </a:cubicBezTo>
                  <a:cubicBezTo>
                    <a:pt x="146675" y="121645"/>
                    <a:pt x="123386" y="110282"/>
                    <a:pt x="102379" y="96334"/>
                  </a:cubicBezTo>
                  <a:cubicBezTo>
                    <a:pt x="147875" y="111395"/>
                    <a:pt x="196550" y="116650"/>
                    <a:pt x="243939" y="109449"/>
                  </a:cubicBezTo>
                  <a:cubicBezTo>
                    <a:pt x="170137" y="108487"/>
                    <a:pt x="96843" y="83673"/>
                    <a:pt x="37637" y="39615"/>
                  </a:cubicBezTo>
                  <a:cubicBezTo>
                    <a:pt x="25820" y="30814"/>
                    <a:pt x="14424" y="21148"/>
                    <a:pt x="5785" y="9212"/>
                  </a:cubicBezTo>
                  <a:cubicBezTo>
                    <a:pt x="3666" y="6282"/>
                    <a:pt x="1720" y="3200"/>
                    <a:pt x="0" y="0"/>
                  </a:cubicBezTo>
                  <a:cubicBezTo>
                    <a:pt x="5720" y="24910"/>
                    <a:pt x="17245" y="48437"/>
                    <a:pt x="33247" y="68364"/>
                  </a:cubicBezTo>
                  <a:cubicBezTo>
                    <a:pt x="56017" y="96723"/>
                    <a:pt x="96648" y="133560"/>
                    <a:pt x="91437" y="169563"/>
                  </a:cubicBezTo>
                  <a:cubicBezTo>
                    <a:pt x="91393" y="169855"/>
                    <a:pt x="91350" y="170158"/>
                    <a:pt x="91307" y="170450"/>
                  </a:cubicBezTo>
                  <a:cubicBezTo>
                    <a:pt x="89945" y="179716"/>
                    <a:pt x="95654" y="188571"/>
                    <a:pt x="104671" y="191111"/>
                  </a:cubicBezTo>
                  <a:cubicBezTo>
                    <a:pt x="166569" y="208573"/>
                    <a:pt x="233797" y="206497"/>
                    <a:pt x="294593" y="185500"/>
                  </a:cubicBezTo>
                  <a:cubicBezTo>
                    <a:pt x="305351" y="181781"/>
                    <a:pt x="310043" y="169152"/>
                    <a:pt x="304637" y="15914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1650652" y="1764339"/>
              <a:ext cx="101372" cy="165933"/>
            </a:xfrm>
            <a:custGeom>
              <a:rect b="b" l="l" r="r" t="t"/>
              <a:pathLst>
                <a:path extrusionOk="0" h="73748" w="45054">
                  <a:moveTo>
                    <a:pt x="45055" y="73748"/>
                  </a:moveTo>
                  <a:cubicBezTo>
                    <a:pt x="30155" y="69759"/>
                    <a:pt x="17257" y="58838"/>
                    <a:pt x="10867" y="44794"/>
                  </a:cubicBezTo>
                  <a:cubicBezTo>
                    <a:pt x="4477" y="30749"/>
                    <a:pt x="4716" y="13861"/>
                    <a:pt x="11505" y="0"/>
                  </a:cubicBezTo>
                  <a:cubicBezTo>
                    <a:pt x="812" y="12617"/>
                    <a:pt x="-3578" y="32782"/>
                    <a:pt x="3321" y="47821"/>
                  </a:cubicBezTo>
                  <a:cubicBezTo>
                    <a:pt x="10219" y="62850"/>
                    <a:pt x="28502" y="73640"/>
                    <a:pt x="45044" y="7374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25"/>
            <p:cNvSpPr/>
            <p:nvPr/>
          </p:nvSpPr>
          <p:spPr>
            <a:xfrm rot="-7508283">
              <a:off x="1266202" y="1330053"/>
              <a:ext cx="10946" cy="800630"/>
            </a:xfrm>
            <a:custGeom>
              <a:rect b="b" l="l" r="r" t="t"/>
              <a:pathLst>
                <a:path extrusionOk="0" h="355831" w="4865">
                  <a:moveTo>
                    <a:pt x="-1" y="0"/>
                  </a:moveTo>
                  <a:lnTo>
                    <a:pt x="4864" y="0"/>
                  </a:lnTo>
                  <a:lnTo>
                    <a:pt x="4864" y="355831"/>
                  </a:lnTo>
                  <a:lnTo>
                    <a:pt x="-1" y="3558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25"/>
            <p:cNvSpPr/>
            <p:nvPr/>
          </p:nvSpPr>
          <p:spPr>
            <a:xfrm>
              <a:off x="790026" y="1807043"/>
              <a:ext cx="184464" cy="168723"/>
            </a:xfrm>
            <a:custGeom>
              <a:rect b="b" l="l" r="r" t="t"/>
              <a:pathLst>
                <a:path extrusionOk="0" h="74988" w="81984">
                  <a:moveTo>
                    <a:pt x="81985" y="62065"/>
                  </a:moveTo>
                  <a:lnTo>
                    <a:pt x="43851" y="7756"/>
                  </a:lnTo>
                  <a:cubicBezTo>
                    <a:pt x="36855" y="-2212"/>
                    <a:pt x="22238" y="-2645"/>
                    <a:pt x="14659" y="6880"/>
                  </a:cubicBezTo>
                  <a:lnTo>
                    <a:pt x="3966" y="20320"/>
                  </a:lnTo>
                  <a:cubicBezTo>
                    <a:pt x="-2737" y="28742"/>
                    <a:pt x="-716" y="41111"/>
                    <a:pt x="8313" y="46971"/>
                  </a:cubicBezTo>
                  <a:lnTo>
                    <a:pt x="46619" y="71817"/>
                  </a:lnTo>
                  <a:cubicBezTo>
                    <a:pt x="53366" y="76185"/>
                    <a:pt x="62091" y="76034"/>
                    <a:pt x="68665" y="71406"/>
                  </a:cubicBezTo>
                  <a:lnTo>
                    <a:pt x="81974" y="6206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5"/>
            <p:cNvSpPr/>
            <p:nvPr/>
          </p:nvSpPr>
          <p:spPr>
            <a:xfrm>
              <a:off x="809540" y="1826524"/>
              <a:ext cx="137882" cy="129807"/>
            </a:xfrm>
            <a:custGeom>
              <a:rect b="b" l="l" r="r" t="t"/>
              <a:pathLst>
                <a:path extrusionOk="0" h="57692" w="61281">
                  <a:moveTo>
                    <a:pt x="48685" y="57682"/>
                  </a:moveTo>
                  <a:cubicBezTo>
                    <a:pt x="46545" y="57682"/>
                    <a:pt x="44469" y="57065"/>
                    <a:pt x="42674" y="55898"/>
                  </a:cubicBezTo>
                  <a:lnTo>
                    <a:pt x="4368" y="31052"/>
                  </a:lnTo>
                  <a:cubicBezTo>
                    <a:pt x="2076" y="29560"/>
                    <a:pt x="562" y="27257"/>
                    <a:pt x="130" y="24554"/>
                  </a:cubicBezTo>
                  <a:cubicBezTo>
                    <a:pt x="-314" y="21851"/>
                    <a:pt x="389" y="19191"/>
                    <a:pt x="2086" y="17050"/>
                  </a:cubicBezTo>
                  <a:lnTo>
                    <a:pt x="12779" y="3611"/>
                  </a:lnTo>
                  <a:cubicBezTo>
                    <a:pt x="14607" y="1319"/>
                    <a:pt x="17342" y="0"/>
                    <a:pt x="20272" y="0"/>
                  </a:cubicBezTo>
                  <a:cubicBezTo>
                    <a:pt x="23440" y="0"/>
                    <a:pt x="26305" y="1481"/>
                    <a:pt x="28122" y="4076"/>
                  </a:cubicBezTo>
                  <a:lnTo>
                    <a:pt x="61282" y="51303"/>
                  </a:lnTo>
                  <a:lnTo>
                    <a:pt x="55054" y="55681"/>
                  </a:lnTo>
                  <a:cubicBezTo>
                    <a:pt x="53183" y="56990"/>
                    <a:pt x="50989" y="57692"/>
                    <a:pt x="48707" y="57692"/>
                  </a:cubicBezTo>
                  <a:lnTo>
                    <a:pt x="48707" y="576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1593849" y="1439316"/>
              <a:ext cx="88281" cy="71179"/>
            </a:xfrm>
            <a:custGeom>
              <a:rect b="b" l="l" r="r" t="t"/>
              <a:pathLst>
                <a:path extrusionOk="0" h="31635" w="39236">
                  <a:moveTo>
                    <a:pt x="0" y="22327"/>
                  </a:moveTo>
                  <a:lnTo>
                    <a:pt x="31798" y="0"/>
                  </a:lnTo>
                  <a:cubicBezTo>
                    <a:pt x="35420" y="1546"/>
                    <a:pt x="38263" y="4855"/>
                    <a:pt x="39236" y="8671"/>
                  </a:cubicBezTo>
                  <a:lnTo>
                    <a:pt x="6530" y="31636"/>
                  </a:lnTo>
                  <a:lnTo>
                    <a:pt x="0" y="22327"/>
                  </a:lnTo>
                  <a:close/>
                </a:path>
              </a:pathLst>
            </a:custGeom>
            <a:solidFill>
              <a:srgbClr val="3E3C5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1514822" y="1436783"/>
              <a:ext cx="137005" cy="93773"/>
            </a:xfrm>
            <a:custGeom>
              <a:rect b="b" l="l" r="r" t="t"/>
              <a:pathLst>
                <a:path extrusionOk="0" h="41677" w="60891">
                  <a:moveTo>
                    <a:pt x="64" y="26782"/>
                  </a:moveTo>
                  <a:cubicBezTo>
                    <a:pt x="464" y="30598"/>
                    <a:pt x="2367" y="34134"/>
                    <a:pt x="4800" y="37096"/>
                  </a:cubicBezTo>
                  <a:cubicBezTo>
                    <a:pt x="6411" y="39053"/>
                    <a:pt x="8390" y="40880"/>
                    <a:pt x="10843" y="41497"/>
                  </a:cubicBezTo>
                  <a:cubicBezTo>
                    <a:pt x="13309" y="42113"/>
                    <a:pt x="16303" y="41140"/>
                    <a:pt x="17298" y="38805"/>
                  </a:cubicBezTo>
                  <a:cubicBezTo>
                    <a:pt x="18044" y="37042"/>
                    <a:pt x="17526" y="35010"/>
                    <a:pt x="16823" y="33226"/>
                  </a:cubicBezTo>
                  <a:cubicBezTo>
                    <a:pt x="16120" y="31442"/>
                    <a:pt x="15147" y="29052"/>
                    <a:pt x="15190" y="27138"/>
                  </a:cubicBezTo>
                  <a:cubicBezTo>
                    <a:pt x="18422" y="30501"/>
                    <a:pt x="19353" y="36015"/>
                    <a:pt x="23473" y="38210"/>
                  </a:cubicBezTo>
                  <a:cubicBezTo>
                    <a:pt x="25083" y="39075"/>
                    <a:pt x="27061" y="39259"/>
                    <a:pt x="28770" y="38610"/>
                  </a:cubicBezTo>
                  <a:cubicBezTo>
                    <a:pt x="30478" y="37961"/>
                    <a:pt x="31852" y="36448"/>
                    <a:pt x="32230" y="34653"/>
                  </a:cubicBezTo>
                  <a:cubicBezTo>
                    <a:pt x="32630" y="32717"/>
                    <a:pt x="31894" y="30750"/>
                    <a:pt x="31170" y="28922"/>
                  </a:cubicBezTo>
                  <a:cubicBezTo>
                    <a:pt x="29646" y="25063"/>
                    <a:pt x="28446" y="21008"/>
                    <a:pt x="26921" y="17148"/>
                  </a:cubicBezTo>
                  <a:cubicBezTo>
                    <a:pt x="29256" y="21041"/>
                    <a:pt x="31592" y="24933"/>
                    <a:pt x="33916" y="28836"/>
                  </a:cubicBezTo>
                  <a:cubicBezTo>
                    <a:pt x="34825" y="30350"/>
                    <a:pt x="35776" y="31906"/>
                    <a:pt x="37225" y="32890"/>
                  </a:cubicBezTo>
                  <a:cubicBezTo>
                    <a:pt x="39052" y="34123"/>
                    <a:pt x="41571" y="34253"/>
                    <a:pt x="43517" y="33215"/>
                  </a:cubicBezTo>
                  <a:cubicBezTo>
                    <a:pt x="45464" y="32177"/>
                    <a:pt x="46772" y="30047"/>
                    <a:pt x="46836" y="27841"/>
                  </a:cubicBezTo>
                  <a:cubicBezTo>
                    <a:pt x="46934" y="23960"/>
                    <a:pt x="43799" y="20230"/>
                    <a:pt x="42350" y="16629"/>
                  </a:cubicBezTo>
                  <a:cubicBezTo>
                    <a:pt x="44707" y="19278"/>
                    <a:pt x="47063" y="21927"/>
                    <a:pt x="49421" y="24576"/>
                  </a:cubicBezTo>
                  <a:cubicBezTo>
                    <a:pt x="50394" y="25668"/>
                    <a:pt x="51507" y="26836"/>
                    <a:pt x="52967" y="26987"/>
                  </a:cubicBezTo>
                  <a:cubicBezTo>
                    <a:pt x="54297" y="27128"/>
                    <a:pt x="55540" y="26371"/>
                    <a:pt x="56610" y="25582"/>
                  </a:cubicBezTo>
                  <a:cubicBezTo>
                    <a:pt x="58276" y="24360"/>
                    <a:pt x="59887" y="22889"/>
                    <a:pt x="60644" y="20965"/>
                  </a:cubicBezTo>
                  <a:cubicBezTo>
                    <a:pt x="60751" y="20695"/>
                    <a:pt x="60828" y="20413"/>
                    <a:pt x="60892" y="20132"/>
                  </a:cubicBezTo>
                  <a:cubicBezTo>
                    <a:pt x="56113" y="12445"/>
                    <a:pt x="49702" y="7039"/>
                    <a:pt x="42198" y="1406"/>
                  </a:cubicBezTo>
                  <a:cubicBezTo>
                    <a:pt x="40090" y="-172"/>
                    <a:pt x="37246" y="-464"/>
                    <a:pt x="34911" y="747"/>
                  </a:cubicBezTo>
                  <a:cubicBezTo>
                    <a:pt x="22586" y="7093"/>
                    <a:pt x="10800" y="14748"/>
                    <a:pt x="129" y="23614"/>
                  </a:cubicBezTo>
                  <a:cubicBezTo>
                    <a:pt x="-12" y="24663"/>
                    <a:pt x="-43" y="25733"/>
                    <a:pt x="64" y="26782"/>
                  </a:cubicBez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1507092" y="1474219"/>
              <a:ext cx="147555" cy="62690"/>
            </a:xfrm>
            <a:custGeom>
              <a:rect b="b" l="l" r="r" t="t"/>
              <a:pathLst>
                <a:path extrusionOk="0" h="27862" w="65580">
                  <a:moveTo>
                    <a:pt x="64813" y="4249"/>
                  </a:moveTo>
                  <a:cubicBezTo>
                    <a:pt x="64662" y="3990"/>
                    <a:pt x="64489" y="3752"/>
                    <a:pt x="64326" y="3503"/>
                  </a:cubicBezTo>
                  <a:cubicBezTo>
                    <a:pt x="64262" y="3784"/>
                    <a:pt x="64186" y="4065"/>
                    <a:pt x="64078" y="4336"/>
                  </a:cubicBezTo>
                  <a:cubicBezTo>
                    <a:pt x="63321" y="6260"/>
                    <a:pt x="61720" y="7730"/>
                    <a:pt x="60045" y="8952"/>
                  </a:cubicBezTo>
                  <a:cubicBezTo>
                    <a:pt x="58974" y="9742"/>
                    <a:pt x="57731" y="10498"/>
                    <a:pt x="56401" y="10358"/>
                  </a:cubicBezTo>
                  <a:cubicBezTo>
                    <a:pt x="54942" y="10206"/>
                    <a:pt x="53828" y="9039"/>
                    <a:pt x="52855" y="7947"/>
                  </a:cubicBezTo>
                  <a:cubicBezTo>
                    <a:pt x="50498" y="5298"/>
                    <a:pt x="48141" y="2649"/>
                    <a:pt x="45784" y="0"/>
                  </a:cubicBezTo>
                  <a:cubicBezTo>
                    <a:pt x="47233" y="3600"/>
                    <a:pt x="50368" y="7331"/>
                    <a:pt x="50271" y="11212"/>
                  </a:cubicBezTo>
                  <a:cubicBezTo>
                    <a:pt x="50217" y="13417"/>
                    <a:pt x="48909" y="15558"/>
                    <a:pt x="46951" y="16586"/>
                  </a:cubicBezTo>
                  <a:cubicBezTo>
                    <a:pt x="45005" y="17623"/>
                    <a:pt x="42486" y="17494"/>
                    <a:pt x="40659" y="16261"/>
                  </a:cubicBezTo>
                  <a:cubicBezTo>
                    <a:pt x="39199" y="15277"/>
                    <a:pt x="38248" y="13720"/>
                    <a:pt x="37350" y="12207"/>
                  </a:cubicBezTo>
                  <a:cubicBezTo>
                    <a:pt x="35016" y="8314"/>
                    <a:pt x="32680" y="4422"/>
                    <a:pt x="30355" y="519"/>
                  </a:cubicBezTo>
                  <a:cubicBezTo>
                    <a:pt x="31880" y="4379"/>
                    <a:pt x="33080" y="8433"/>
                    <a:pt x="34604" y="12293"/>
                  </a:cubicBezTo>
                  <a:cubicBezTo>
                    <a:pt x="35328" y="14131"/>
                    <a:pt x="36064" y="16099"/>
                    <a:pt x="35664" y="18023"/>
                  </a:cubicBezTo>
                  <a:cubicBezTo>
                    <a:pt x="35297" y="19808"/>
                    <a:pt x="33912" y="21332"/>
                    <a:pt x="32204" y="21981"/>
                  </a:cubicBezTo>
                  <a:cubicBezTo>
                    <a:pt x="30496" y="22629"/>
                    <a:pt x="28517" y="22435"/>
                    <a:pt x="26907" y="21581"/>
                  </a:cubicBezTo>
                  <a:cubicBezTo>
                    <a:pt x="22797" y="19386"/>
                    <a:pt x="21857" y="13872"/>
                    <a:pt x="18625" y="10509"/>
                  </a:cubicBezTo>
                  <a:cubicBezTo>
                    <a:pt x="18581" y="12423"/>
                    <a:pt x="19554" y="14812"/>
                    <a:pt x="20257" y="16596"/>
                  </a:cubicBezTo>
                  <a:cubicBezTo>
                    <a:pt x="20960" y="18380"/>
                    <a:pt x="21479" y="20413"/>
                    <a:pt x="20732" y="22175"/>
                  </a:cubicBezTo>
                  <a:cubicBezTo>
                    <a:pt x="19738" y="24511"/>
                    <a:pt x="16743" y="25484"/>
                    <a:pt x="14278" y="24867"/>
                  </a:cubicBezTo>
                  <a:cubicBezTo>
                    <a:pt x="11812" y="24251"/>
                    <a:pt x="9845" y="22424"/>
                    <a:pt x="8234" y="20467"/>
                  </a:cubicBezTo>
                  <a:cubicBezTo>
                    <a:pt x="5801" y="17504"/>
                    <a:pt x="3899" y="13969"/>
                    <a:pt x="3499" y="10152"/>
                  </a:cubicBezTo>
                  <a:cubicBezTo>
                    <a:pt x="3391" y="9104"/>
                    <a:pt x="3412" y="8033"/>
                    <a:pt x="3563" y="6984"/>
                  </a:cubicBezTo>
                  <a:cubicBezTo>
                    <a:pt x="3196" y="7287"/>
                    <a:pt x="2828" y="7579"/>
                    <a:pt x="2471" y="7882"/>
                  </a:cubicBezTo>
                  <a:cubicBezTo>
                    <a:pt x="-362" y="10282"/>
                    <a:pt x="-848" y="14531"/>
                    <a:pt x="1477" y="17429"/>
                  </a:cubicBezTo>
                  <a:cubicBezTo>
                    <a:pt x="3769" y="20283"/>
                    <a:pt x="6212" y="22986"/>
                    <a:pt x="8797" y="25592"/>
                  </a:cubicBezTo>
                  <a:cubicBezTo>
                    <a:pt x="10169" y="26976"/>
                    <a:pt x="12051" y="27743"/>
                    <a:pt x="13997" y="27819"/>
                  </a:cubicBezTo>
                  <a:cubicBezTo>
                    <a:pt x="31556" y="28511"/>
                    <a:pt x="47698" y="20780"/>
                    <a:pt x="62997" y="11623"/>
                  </a:cubicBezTo>
                  <a:cubicBezTo>
                    <a:pt x="65537" y="10098"/>
                    <a:pt x="66327" y="6812"/>
                    <a:pt x="64813" y="4260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1362973" y="1729388"/>
              <a:ext cx="790110" cy="226156"/>
            </a:xfrm>
            <a:custGeom>
              <a:rect b="b" l="l" r="r" t="t"/>
              <a:pathLst>
                <a:path extrusionOk="0" h="100514" w="351160">
                  <a:moveTo>
                    <a:pt x="0" y="55811"/>
                  </a:moveTo>
                  <a:cubicBezTo>
                    <a:pt x="32446" y="63585"/>
                    <a:pt x="64731" y="70385"/>
                    <a:pt x="97275" y="74991"/>
                  </a:cubicBezTo>
                  <a:cubicBezTo>
                    <a:pt x="129776" y="79705"/>
                    <a:pt x="162471" y="82430"/>
                    <a:pt x="195155" y="83154"/>
                  </a:cubicBezTo>
                  <a:cubicBezTo>
                    <a:pt x="203297" y="83338"/>
                    <a:pt x="211416" y="83316"/>
                    <a:pt x="219471" y="82971"/>
                  </a:cubicBezTo>
                  <a:cubicBezTo>
                    <a:pt x="227537" y="82700"/>
                    <a:pt x="235538" y="82052"/>
                    <a:pt x="243452" y="81046"/>
                  </a:cubicBezTo>
                  <a:cubicBezTo>
                    <a:pt x="259270" y="79046"/>
                    <a:pt x="274796" y="75305"/>
                    <a:pt x="289252" y="69056"/>
                  </a:cubicBezTo>
                  <a:cubicBezTo>
                    <a:pt x="303577" y="62774"/>
                    <a:pt x="317038" y="53811"/>
                    <a:pt x="327947" y="42166"/>
                  </a:cubicBezTo>
                  <a:cubicBezTo>
                    <a:pt x="338997" y="30662"/>
                    <a:pt x="347343" y="16283"/>
                    <a:pt x="351160" y="0"/>
                  </a:cubicBezTo>
                  <a:cubicBezTo>
                    <a:pt x="351084" y="2076"/>
                    <a:pt x="350987" y="4173"/>
                    <a:pt x="350857" y="6282"/>
                  </a:cubicBezTo>
                  <a:lnTo>
                    <a:pt x="350003" y="12552"/>
                  </a:lnTo>
                  <a:cubicBezTo>
                    <a:pt x="349582" y="14617"/>
                    <a:pt x="349052" y="16672"/>
                    <a:pt x="348565" y="18759"/>
                  </a:cubicBezTo>
                  <a:cubicBezTo>
                    <a:pt x="347982" y="20802"/>
                    <a:pt x="347290" y="22813"/>
                    <a:pt x="346641" y="24867"/>
                  </a:cubicBezTo>
                  <a:cubicBezTo>
                    <a:pt x="343765" y="32933"/>
                    <a:pt x="339516" y="40534"/>
                    <a:pt x="334510" y="47583"/>
                  </a:cubicBezTo>
                  <a:cubicBezTo>
                    <a:pt x="324250" y="61520"/>
                    <a:pt x="310692" y="73110"/>
                    <a:pt x="295188" y="81316"/>
                  </a:cubicBezTo>
                  <a:cubicBezTo>
                    <a:pt x="279726" y="89522"/>
                    <a:pt x="262816" y="94485"/>
                    <a:pt x="245841" y="97296"/>
                  </a:cubicBezTo>
                  <a:cubicBezTo>
                    <a:pt x="237344" y="98713"/>
                    <a:pt x="228791" y="99524"/>
                    <a:pt x="220282" y="100053"/>
                  </a:cubicBezTo>
                  <a:cubicBezTo>
                    <a:pt x="211763" y="100508"/>
                    <a:pt x="203275" y="100594"/>
                    <a:pt x="194820" y="100453"/>
                  </a:cubicBezTo>
                  <a:cubicBezTo>
                    <a:pt x="161141" y="99686"/>
                    <a:pt x="127581" y="95675"/>
                    <a:pt x="94810" y="88323"/>
                  </a:cubicBezTo>
                  <a:cubicBezTo>
                    <a:pt x="62082" y="80884"/>
                    <a:pt x="30046" y="70396"/>
                    <a:pt x="0" y="55811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1520661" y="1983461"/>
              <a:ext cx="682344" cy="317261"/>
            </a:xfrm>
            <a:custGeom>
              <a:rect b="b" l="l" r="r" t="t"/>
              <a:pathLst>
                <a:path extrusionOk="0" h="141005" w="303264">
                  <a:moveTo>
                    <a:pt x="22" y="10834"/>
                  </a:moveTo>
                  <a:cubicBezTo>
                    <a:pt x="29712" y="32803"/>
                    <a:pt x="60233" y="52903"/>
                    <a:pt x="92258" y="70126"/>
                  </a:cubicBezTo>
                  <a:cubicBezTo>
                    <a:pt x="124207" y="87436"/>
                    <a:pt x="157454" y="102054"/>
                    <a:pt x="191695" y="113709"/>
                  </a:cubicBezTo>
                  <a:cubicBezTo>
                    <a:pt x="200291" y="116715"/>
                    <a:pt x="208736" y="119439"/>
                    <a:pt x="217222" y="121418"/>
                  </a:cubicBezTo>
                  <a:cubicBezTo>
                    <a:pt x="221450" y="122413"/>
                    <a:pt x="225678" y="123213"/>
                    <a:pt x="229883" y="123786"/>
                  </a:cubicBezTo>
                  <a:cubicBezTo>
                    <a:pt x="234078" y="124294"/>
                    <a:pt x="238252" y="124532"/>
                    <a:pt x="242350" y="124499"/>
                  </a:cubicBezTo>
                  <a:cubicBezTo>
                    <a:pt x="246425" y="124380"/>
                    <a:pt x="250426" y="123916"/>
                    <a:pt x="254286" y="123040"/>
                  </a:cubicBezTo>
                  <a:cubicBezTo>
                    <a:pt x="258102" y="122066"/>
                    <a:pt x="261768" y="120704"/>
                    <a:pt x="265238" y="118920"/>
                  </a:cubicBezTo>
                  <a:cubicBezTo>
                    <a:pt x="271996" y="115201"/>
                    <a:pt x="277920" y="109611"/>
                    <a:pt x="282288" y="102637"/>
                  </a:cubicBezTo>
                  <a:cubicBezTo>
                    <a:pt x="286765" y="95750"/>
                    <a:pt x="289759" y="87685"/>
                    <a:pt x="291576" y="79327"/>
                  </a:cubicBezTo>
                  <a:cubicBezTo>
                    <a:pt x="292441" y="75132"/>
                    <a:pt x="292992" y="70851"/>
                    <a:pt x="293197" y="66526"/>
                  </a:cubicBezTo>
                  <a:cubicBezTo>
                    <a:pt x="293370" y="62158"/>
                    <a:pt x="293197" y="57746"/>
                    <a:pt x="292863" y="53324"/>
                  </a:cubicBezTo>
                  <a:cubicBezTo>
                    <a:pt x="291554" y="35528"/>
                    <a:pt x="286095" y="17818"/>
                    <a:pt x="281326" y="0"/>
                  </a:cubicBezTo>
                  <a:cubicBezTo>
                    <a:pt x="289662" y="16445"/>
                    <a:pt x="297382" y="33420"/>
                    <a:pt x="301275" y="52146"/>
                  </a:cubicBezTo>
                  <a:cubicBezTo>
                    <a:pt x="302193" y="56828"/>
                    <a:pt x="302810" y="61585"/>
                    <a:pt x="303123" y="66418"/>
                  </a:cubicBezTo>
                  <a:cubicBezTo>
                    <a:pt x="303394" y="71283"/>
                    <a:pt x="303274" y="76202"/>
                    <a:pt x="302777" y="81089"/>
                  </a:cubicBezTo>
                  <a:cubicBezTo>
                    <a:pt x="301663" y="90853"/>
                    <a:pt x="298928" y="100616"/>
                    <a:pt x="294008" y="109546"/>
                  </a:cubicBezTo>
                  <a:cubicBezTo>
                    <a:pt x="289219" y="118520"/>
                    <a:pt x="281954" y="126586"/>
                    <a:pt x="272828" y="132154"/>
                  </a:cubicBezTo>
                  <a:cubicBezTo>
                    <a:pt x="268265" y="134846"/>
                    <a:pt x="263367" y="136987"/>
                    <a:pt x="258308" y="138425"/>
                  </a:cubicBezTo>
                  <a:cubicBezTo>
                    <a:pt x="253248" y="139787"/>
                    <a:pt x="248101" y="140566"/>
                    <a:pt x="242998" y="140901"/>
                  </a:cubicBezTo>
                  <a:cubicBezTo>
                    <a:pt x="222499" y="141863"/>
                    <a:pt x="203632" y="136046"/>
                    <a:pt x="186105" y="130089"/>
                  </a:cubicBezTo>
                  <a:cubicBezTo>
                    <a:pt x="150740" y="118034"/>
                    <a:pt x="116812" y="101783"/>
                    <a:pt x="85360" y="81814"/>
                  </a:cubicBezTo>
                  <a:cubicBezTo>
                    <a:pt x="53984" y="61768"/>
                    <a:pt x="24878" y="38177"/>
                    <a:pt x="0" y="10823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7" name="Google Shape;1147;p25"/>
          <p:cNvGrpSpPr/>
          <p:nvPr/>
        </p:nvGrpSpPr>
        <p:grpSpPr>
          <a:xfrm>
            <a:off x="1770427" y="3731250"/>
            <a:ext cx="393151" cy="888374"/>
            <a:chOff x="2371457" y="352177"/>
            <a:chExt cx="567236" cy="1281740"/>
          </a:xfrm>
        </p:grpSpPr>
        <p:sp>
          <p:nvSpPr>
            <p:cNvPr id="1148" name="Google Shape;1148;p25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25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5" name="Google Shape;1155;p25"/>
          <p:cNvSpPr/>
          <p:nvPr/>
        </p:nvSpPr>
        <p:spPr>
          <a:xfrm flipH="1">
            <a:off x="8247301" y="1828433"/>
            <a:ext cx="1176703" cy="192649"/>
          </a:xfrm>
          <a:custGeom>
            <a:rect b="b" l="l" r="r" t="t"/>
            <a:pathLst>
              <a:path extrusionOk="0" h="29961" w="183002">
                <a:moveTo>
                  <a:pt x="11" y="29962"/>
                </a:moveTo>
                <a:lnTo>
                  <a:pt x="183003" y="29962"/>
                </a:lnTo>
                <a:cubicBezTo>
                  <a:pt x="180494" y="21982"/>
                  <a:pt x="170526" y="15701"/>
                  <a:pt x="162374" y="17625"/>
                </a:cubicBezTo>
                <a:cubicBezTo>
                  <a:pt x="160016" y="7440"/>
                  <a:pt x="149864" y="-355"/>
                  <a:pt x="139420" y="12"/>
                </a:cubicBezTo>
                <a:cubicBezTo>
                  <a:pt x="128975" y="380"/>
                  <a:pt x="119385" y="8857"/>
                  <a:pt x="117742" y="19182"/>
                </a:cubicBezTo>
                <a:cubicBezTo>
                  <a:pt x="114022" y="14511"/>
                  <a:pt x="107470" y="12306"/>
                  <a:pt x="101697" y="13787"/>
                </a:cubicBezTo>
                <a:cubicBezTo>
                  <a:pt x="95912" y="15257"/>
                  <a:pt x="91220" y="20339"/>
                  <a:pt x="90193" y="26210"/>
                </a:cubicBezTo>
                <a:cubicBezTo>
                  <a:pt x="86138" y="17625"/>
                  <a:pt x="72656" y="15711"/>
                  <a:pt x="66375" y="22826"/>
                </a:cubicBezTo>
                <a:cubicBezTo>
                  <a:pt x="45897" y="10403"/>
                  <a:pt x="17439" y="13538"/>
                  <a:pt x="0" y="2996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5"/>
          <p:cNvSpPr/>
          <p:nvPr/>
        </p:nvSpPr>
        <p:spPr>
          <a:xfrm>
            <a:off x="258315" y="612678"/>
            <a:ext cx="909813" cy="113946"/>
          </a:xfrm>
          <a:custGeom>
            <a:rect b="b" l="l" r="r" t="t"/>
            <a:pathLst>
              <a:path extrusionOk="0" h="17721" w="141495">
                <a:moveTo>
                  <a:pt x="141495" y="17721"/>
                </a:moveTo>
                <a:lnTo>
                  <a:pt x="0" y="17721"/>
                </a:lnTo>
                <a:cubicBezTo>
                  <a:pt x="1384" y="13104"/>
                  <a:pt x="5925" y="7709"/>
                  <a:pt x="10584" y="6509"/>
                </a:cubicBezTo>
                <a:cubicBezTo>
                  <a:pt x="15255" y="5309"/>
                  <a:pt x="20499" y="6726"/>
                  <a:pt x="23937" y="10098"/>
                </a:cubicBezTo>
                <a:cubicBezTo>
                  <a:pt x="28532" y="3136"/>
                  <a:pt x="37236" y="-876"/>
                  <a:pt x="45507" y="162"/>
                </a:cubicBezTo>
                <a:cubicBezTo>
                  <a:pt x="53778" y="1200"/>
                  <a:pt x="61228" y="7233"/>
                  <a:pt x="63963" y="15115"/>
                </a:cubicBezTo>
                <a:cubicBezTo>
                  <a:pt x="68861" y="12120"/>
                  <a:pt x="75197" y="11623"/>
                  <a:pt x="80506" y="13829"/>
                </a:cubicBezTo>
                <a:cubicBezTo>
                  <a:pt x="98831" y="6768"/>
                  <a:pt x="124164" y="8498"/>
                  <a:pt x="141495" y="1772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5"/>
          <p:cNvSpPr/>
          <p:nvPr/>
        </p:nvSpPr>
        <p:spPr>
          <a:xfrm>
            <a:off x="3647926" y="4873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5"/>
          <p:cNvSpPr/>
          <p:nvPr/>
        </p:nvSpPr>
        <p:spPr>
          <a:xfrm>
            <a:off x="6594578" y="657274"/>
            <a:ext cx="2039731" cy="236997"/>
          </a:xfrm>
          <a:custGeom>
            <a:rect b="b" l="l" r="r" t="t"/>
            <a:pathLst>
              <a:path extrusionOk="0" h="36858" w="317221">
                <a:moveTo>
                  <a:pt x="317211" y="36858"/>
                </a:moveTo>
                <a:lnTo>
                  <a:pt x="0" y="36858"/>
                </a:lnTo>
                <a:cubicBezTo>
                  <a:pt x="19116" y="23441"/>
                  <a:pt x="48448" y="21830"/>
                  <a:pt x="69131" y="32663"/>
                </a:cubicBezTo>
                <a:cubicBezTo>
                  <a:pt x="100616" y="23278"/>
                  <a:pt x="134965" y="23776"/>
                  <a:pt x="166158" y="34090"/>
                </a:cubicBezTo>
                <a:cubicBezTo>
                  <a:pt x="168676" y="20132"/>
                  <a:pt x="188646" y="11061"/>
                  <a:pt x="201015" y="18002"/>
                </a:cubicBezTo>
                <a:cubicBezTo>
                  <a:pt x="202205" y="12813"/>
                  <a:pt x="206508" y="8466"/>
                  <a:pt x="211687" y="7212"/>
                </a:cubicBezTo>
                <a:cubicBezTo>
                  <a:pt x="216866" y="5958"/>
                  <a:pt x="222671" y="7871"/>
                  <a:pt x="226110" y="11948"/>
                </a:cubicBezTo>
                <a:cubicBezTo>
                  <a:pt x="232013" y="2347"/>
                  <a:pt x="244825" y="-2346"/>
                  <a:pt x="255540" y="1157"/>
                </a:cubicBezTo>
                <a:cubicBezTo>
                  <a:pt x="266244" y="4661"/>
                  <a:pt x="273801" y="16035"/>
                  <a:pt x="272882" y="27268"/>
                </a:cubicBezTo>
                <a:cubicBezTo>
                  <a:pt x="286711" y="20943"/>
                  <a:pt x="306204" y="26382"/>
                  <a:pt x="317222" y="368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64" name="Google Shape;1164;p26"/>
          <p:cNvSpPr txBox="1"/>
          <p:nvPr>
            <p:ph idx="2" type="title"/>
          </p:nvPr>
        </p:nvSpPr>
        <p:spPr>
          <a:xfrm>
            <a:off x="827678" y="1322525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1165" name="Google Shape;1165;p26"/>
          <p:cNvSpPr txBox="1"/>
          <p:nvPr>
            <p:ph idx="3" type="title"/>
          </p:nvPr>
        </p:nvSpPr>
        <p:spPr>
          <a:xfrm>
            <a:off x="827678" y="2961800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1166" name="Google Shape;1166;p26"/>
          <p:cNvSpPr txBox="1"/>
          <p:nvPr>
            <p:ph idx="4" type="title"/>
          </p:nvPr>
        </p:nvSpPr>
        <p:spPr>
          <a:xfrm>
            <a:off x="2932185" y="1322525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1167" name="Google Shape;1167;p26"/>
          <p:cNvSpPr txBox="1"/>
          <p:nvPr>
            <p:ph idx="5" type="title"/>
          </p:nvPr>
        </p:nvSpPr>
        <p:spPr>
          <a:xfrm>
            <a:off x="2932185" y="2961800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1168" name="Google Shape;1168;p26"/>
          <p:cNvSpPr txBox="1"/>
          <p:nvPr>
            <p:ph idx="6" type="title"/>
          </p:nvPr>
        </p:nvSpPr>
        <p:spPr>
          <a:xfrm>
            <a:off x="5144353" y="1322525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1169" name="Google Shape;1169;p26"/>
          <p:cNvSpPr txBox="1"/>
          <p:nvPr>
            <p:ph idx="7" type="title"/>
          </p:nvPr>
        </p:nvSpPr>
        <p:spPr>
          <a:xfrm>
            <a:off x="5144353" y="2961800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sp>
        <p:nvSpPr>
          <p:cNvPr id="1170" name="Google Shape;1170;p26"/>
          <p:cNvSpPr txBox="1"/>
          <p:nvPr>
            <p:ph idx="1" type="subTitle"/>
          </p:nvPr>
        </p:nvSpPr>
        <p:spPr>
          <a:xfrm>
            <a:off x="720000" y="20548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171" name="Google Shape;1171;p26"/>
          <p:cNvSpPr txBox="1"/>
          <p:nvPr>
            <p:ph idx="8" type="subTitle"/>
          </p:nvPr>
        </p:nvSpPr>
        <p:spPr>
          <a:xfrm>
            <a:off x="2824507" y="20548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1172" name="Google Shape;1172;p26"/>
          <p:cNvSpPr txBox="1"/>
          <p:nvPr>
            <p:ph idx="9" type="subTitle"/>
          </p:nvPr>
        </p:nvSpPr>
        <p:spPr>
          <a:xfrm>
            <a:off x="5036675" y="20548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</a:t>
            </a:r>
            <a:endParaRPr/>
          </a:p>
        </p:txBody>
      </p:sp>
      <p:sp>
        <p:nvSpPr>
          <p:cNvPr id="1173" name="Google Shape;1173;p26"/>
          <p:cNvSpPr txBox="1"/>
          <p:nvPr>
            <p:ph idx="13" type="subTitle"/>
          </p:nvPr>
        </p:nvSpPr>
        <p:spPr>
          <a:xfrm>
            <a:off x="720000" y="36940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</a:t>
            </a:r>
            <a:endParaRPr/>
          </a:p>
        </p:txBody>
      </p:sp>
      <p:sp>
        <p:nvSpPr>
          <p:cNvPr id="1174" name="Google Shape;1174;p26"/>
          <p:cNvSpPr txBox="1"/>
          <p:nvPr>
            <p:ph idx="14" type="subTitle"/>
          </p:nvPr>
        </p:nvSpPr>
        <p:spPr>
          <a:xfrm>
            <a:off x="2824507" y="36940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</a:t>
            </a:r>
            <a:endParaRPr/>
          </a:p>
        </p:txBody>
      </p:sp>
      <p:sp>
        <p:nvSpPr>
          <p:cNvPr id="1175" name="Google Shape;1175;p26"/>
          <p:cNvSpPr txBox="1"/>
          <p:nvPr>
            <p:ph idx="15" type="subTitle"/>
          </p:nvPr>
        </p:nvSpPr>
        <p:spPr>
          <a:xfrm>
            <a:off x="5036675" y="3694050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6" name="Google Shape;1176;p26"/>
          <p:cNvGrpSpPr/>
          <p:nvPr/>
        </p:nvGrpSpPr>
        <p:grpSpPr>
          <a:xfrm>
            <a:off x="7774413" y="4123864"/>
            <a:ext cx="668444" cy="1019932"/>
            <a:chOff x="1298027" y="4087007"/>
            <a:chExt cx="283780" cy="433000"/>
          </a:xfrm>
        </p:grpSpPr>
        <p:sp>
          <p:nvSpPr>
            <p:cNvPr id="1177" name="Google Shape;1177;p26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1445422" y="4394924"/>
              <a:ext cx="51360" cy="81369"/>
            </a:xfrm>
            <a:custGeom>
              <a:rect b="b" l="l" r="r" t="t"/>
              <a:pathLst>
                <a:path extrusionOk="0" h="57811" w="36490">
                  <a:moveTo>
                    <a:pt x="23862" y="0"/>
                  </a:moveTo>
                  <a:lnTo>
                    <a:pt x="23840" y="22"/>
                  </a:lnTo>
                  <a:lnTo>
                    <a:pt x="20197" y="3157"/>
                  </a:lnTo>
                  <a:lnTo>
                    <a:pt x="19570" y="3698"/>
                  </a:lnTo>
                  <a:cubicBezTo>
                    <a:pt x="5514" y="15775"/>
                    <a:pt x="0" y="39831"/>
                    <a:pt x="0" y="57812"/>
                  </a:cubicBezTo>
                  <a:lnTo>
                    <a:pt x="7925" y="57812"/>
                  </a:lnTo>
                  <a:lnTo>
                    <a:pt x="7925" y="55357"/>
                  </a:lnTo>
                  <a:cubicBezTo>
                    <a:pt x="7925" y="35571"/>
                    <a:pt x="16639" y="16791"/>
                    <a:pt x="31755" y="4011"/>
                  </a:cubicBezTo>
                  <a:lnTo>
                    <a:pt x="36490" y="11"/>
                  </a:lnTo>
                  <a:lnTo>
                    <a:pt x="23873" y="11"/>
                  </a:ln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1426914" y="4476227"/>
              <a:ext cx="25839" cy="43780"/>
            </a:xfrm>
            <a:custGeom>
              <a:rect b="b" l="l" r="r" t="t"/>
              <a:pathLst>
                <a:path extrusionOk="0" h="31105" w="18358">
                  <a:moveTo>
                    <a:pt x="0" y="0"/>
                  </a:moveTo>
                  <a:lnTo>
                    <a:pt x="18359" y="0"/>
                  </a:lnTo>
                  <a:lnTo>
                    <a:pt x="18359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1445422" y="4476227"/>
              <a:ext cx="7319" cy="43780"/>
            </a:xfrm>
            <a:custGeom>
              <a:rect b="b" l="l" r="r" t="t"/>
              <a:pathLst>
                <a:path extrusionOk="0" h="31105" w="5200">
                  <a:moveTo>
                    <a:pt x="0" y="0"/>
                  </a:moveTo>
                  <a:lnTo>
                    <a:pt x="5201" y="0"/>
                  </a:lnTo>
                  <a:lnTo>
                    <a:pt x="5201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1393685" y="4365481"/>
              <a:ext cx="103115" cy="29476"/>
            </a:xfrm>
            <a:custGeom>
              <a:rect b="b" l="l" r="r" t="t"/>
              <a:pathLst>
                <a:path extrusionOk="0" h="20942" w="73261">
                  <a:moveTo>
                    <a:pt x="55692" y="8736"/>
                  </a:moveTo>
                  <a:lnTo>
                    <a:pt x="60612" y="20943"/>
                  </a:lnTo>
                  <a:lnTo>
                    <a:pt x="73262" y="20943"/>
                  </a:lnTo>
                  <a:lnTo>
                    <a:pt x="67066" y="5579"/>
                  </a:lnTo>
                  <a:cubicBezTo>
                    <a:pt x="65704" y="2206"/>
                    <a:pt x="62439" y="0"/>
                    <a:pt x="58806" y="0"/>
                  </a:cubicBezTo>
                  <a:lnTo>
                    <a:pt x="6790" y="0"/>
                  </a:lnTo>
                  <a:cubicBezTo>
                    <a:pt x="4130" y="0"/>
                    <a:pt x="1665" y="1189"/>
                    <a:pt x="0" y="3157"/>
                  </a:cubicBezTo>
                  <a:lnTo>
                    <a:pt x="47421" y="3157"/>
                  </a:lnTo>
                  <a:cubicBezTo>
                    <a:pt x="51054" y="3157"/>
                    <a:pt x="54319" y="5363"/>
                    <a:pt x="55681" y="8736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1298027" y="4087007"/>
              <a:ext cx="283780" cy="283780"/>
            </a:xfrm>
            <a:custGeom>
              <a:rect b="b" l="l" r="r" t="t"/>
              <a:pathLst>
                <a:path extrusionOk="0" h="201620" w="201620">
                  <a:moveTo>
                    <a:pt x="201621" y="100810"/>
                  </a:moveTo>
                  <a:cubicBezTo>
                    <a:pt x="201621" y="156486"/>
                    <a:pt x="156486" y="201621"/>
                    <a:pt x="100810" y="201621"/>
                  </a:cubicBezTo>
                  <a:cubicBezTo>
                    <a:pt x="45134" y="201621"/>
                    <a:pt x="0" y="156486"/>
                    <a:pt x="0" y="100810"/>
                  </a:cubicBezTo>
                  <a:cubicBezTo>
                    <a:pt x="0" y="45134"/>
                    <a:pt x="45134" y="0"/>
                    <a:pt x="100810" y="0"/>
                  </a:cubicBezTo>
                  <a:cubicBezTo>
                    <a:pt x="156486" y="0"/>
                    <a:pt x="201621" y="45134"/>
                    <a:pt x="201621" y="100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1298027" y="4120677"/>
              <a:ext cx="277708" cy="250089"/>
            </a:xfrm>
            <a:custGeom>
              <a:rect b="b" l="l" r="r" t="t"/>
              <a:pathLst>
                <a:path extrusionOk="0" h="177683" w="197306">
                  <a:moveTo>
                    <a:pt x="31311" y="29192"/>
                  </a:moveTo>
                  <a:cubicBezTo>
                    <a:pt x="31311" y="19040"/>
                    <a:pt x="32825" y="9245"/>
                    <a:pt x="35625" y="0"/>
                  </a:cubicBezTo>
                  <a:cubicBezTo>
                    <a:pt x="13839" y="18488"/>
                    <a:pt x="0" y="46059"/>
                    <a:pt x="0" y="76873"/>
                  </a:cubicBezTo>
                  <a:cubicBezTo>
                    <a:pt x="0" y="132544"/>
                    <a:pt x="45129" y="177683"/>
                    <a:pt x="100810" y="177683"/>
                  </a:cubicBezTo>
                  <a:cubicBezTo>
                    <a:pt x="146328" y="177683"/>
                    <a:pt x="184787" y="147507"/>
                    <a:pt x="197307" y="106065"/>
                  </a:cubicBezTo>
                  <a:cubicBezTo>
                    <a:pt x="179727" y="120986"/>
                    <a:pt x="156989" y="130003"/>
                    <a:pt x="132122" y="130003"/>
                  </a:cubicBezTo>
                  <a:cubicBezTo>
                    <a:pt x="76451" y="130003"/>
                    <a:pt x="31311" y="84874"/>
                    <a:pt x="31311" y="29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26"/>
            <p:cNvSpPr/>
            <p:nvPr/>
          </p:nvSpPr>
          <p:spPr>
            <a:xfrm rot="-2574653">
              <a:off x="1524568" y="4131532"/>
              <a:ext cx="21438" cy="44549"/>
            </a:xfrm>
            <a:custGeom>
              <a:rect b="b" l="l" r="r" t="t"/>
              <a:pathLst>
                <a:path extrusionOk="0" h="31678" w="15244">
                  <a:moveTo>
                    <a:pt x="15245" y="15839"/>
                  </a:moveTo>
                  <a:cubicBezTo>
                    <a:pt x="15245" y="24587"/>
                    <a:pt x="11832" y="31679"/>
                    <a:pt x="7622" y="31679"/>
                  </a:cubicBezTo>
                  <a:cubicBezTo>
                    <a:pt x="3413" y="31679"/>
                    <a:pt x="0" y="24587"/>
                    <a:pt x="0" y="15839"/>
                  </a:cubicBezTo>
                  <a:cubicBezTo>
                    <a:pt x="0" y="7092"/>
                    <a:pt x="3413" y="0"/>
                    <a:pt x="7622" y="0"/>
                  </a:cubicBezTo>
                  <a:cubicBezTo>
                    <a:pt x="11832" y="0"/>
                    <a:pt x="15245" y="7092"/>
                    <a:pt x="15245" y="158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1473638" y="4139074"/>
              <a:ext cx="39205" cy="33324"/>
            </a:xfrm>
            <a:custGeom>
              <a:rect b="b" l="l" r="r" t="t"/>
              <a:pathLst>
                <a:path extrusionOk="0" h="23676" w="27854">
                  <a:moveTo>
                    <a:pt x="26799" y="21077"/>
                  </a:moveTo>
                  <a:cubicBezTo>
                    <a:pt x="23869" y="25164"/>
                    <a:pt x="15728" y="24342"/>
                    <a:pt x="8614" y="19239"/>
                  </a:cubicBezTo>
                  <a:cubicBezTo>
                    <a:pt x="1499" y="14136"/>
                    <a:pt x="-1874" y="6686"/>
                    <a:pt x="1056" y="2599"/>
                  </a:cubicBezTo>
                  <a:cubicBezTo>
                    <a:pt x="3986" y="-1488"/>
                    <a:pt x="12128" y="-666"/>
                    <a:pt x="19242" y="4437"/>
                  </a:cubicBezTo>
                  <a:cubicBezTo>
                    <a:pt x="26345" y="9541"/>
                    <a:pt x="29729" y="16990"/>
                    <a:pt x="26799" y="210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1470399" y="4103771"/>
              <a:ext cx="41124" cy="27549"/>
            </a:xfrm>
            <a:custGeom>
              <a:rect b="b" l="l" r="r" t="t"/>
              <a:pathLst>
                <a:path extrusionOk="0" h="19573" w="29218">
                  <a:moveTo>
                    <a:pt x="28821" y="16787"/>
                  </a:moveTo>
                  <a:cubicBezTo>
                    <a:pt x="26962" y="20561"/>
                    <a:pt x="19091" y="20496"/>
                    <a:pt x="11241" y="16625"/>
                  </a:cubicBezTo>
                  <a:cubicBezTo>
                    <a:pt x="3392" y="12755"/>
                    <a:pt x="-1463" y="6559"/>
                    <a:pt x="397" y="2786"/>
                  </a:cubicBezTo>
                  <a:cubicBezTo>
                    <a:pt x="2256" y="-987"/>
                    <a:pt x="10128" y="-922"/>
                    <a:pt x="17977" y="2948"/>
                  </a:cubicBezTo>
                  <a:cubicBezTo>
                    <a:pt x="25826" y="6819"/>
                    <a:pt x="30681" y="13014"/>
                    <a:pt x="28821" y="167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1" name="Google Shape;1191;p26"/>
          <p:cNvSpPr txBox="1"/>
          <p:nvPr>
            <p:ph idx="6" type="title"/>
          </p:nvPr>
        </p:nvSpPr>
        <p:spPr>
          <a:xfrm>
            <a:off x="7464203" y="2054850"/>
            <a:ext cx="734700" cy="70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07.</a:t>
            </a:r>
            <a:endParaRPr/>
          </a:p>
        </p:txBody>
      </p:sp>
      <p:sp>
        <p:nvSpPr>
          <p:cNvPr id="1192" name="Google Shape;1192;p26"/>
          <p:cNvSpPr txBox="1"/>
          <p:nvPr>
            <p:ph idx="9" type="subTitle"/>
          </p:nvPr>
        </p:nvSpPr>
        <p:spPr>
          <a:xfrm>
            <a:off x="7356525" y="2787175"/>
            <a:ext cx="21396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7"/>
          <p:cNvSpPr/>
          <p:nvPr/>
        </p:nvSpPr>
        <p:spPr>
          <a:xfrm>
            <a:off x="4446739" y="6384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7"/>
          <p:cNvSpPr txBox="1"/>
          <p:nvPr>
            <p:ph type="title"/>
          </p:nvPr>
        </p:nvSpPr>
        <p:spPr>
          <a:xfrm>
            <a:off x="4022550" y="868238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Background</a:t>
            </a:r>
            <a:endParaRPr sz="3600"/>
          </a:p>
        </p:txBody>
      </p:sp>
      <p:sp>
        <p:nvSpPr>
          <p:cNvPr id="1199" name="Google Shape;1199;p27"/>
          <p:cNvSpPr txBox="1"/>
          <p:nvPr>
            <p:ph idx="1" type="subTitle"/>
          </p:nvPr>
        </p:nvSpPr>
        <p:spPr>
          <a:xfrm>
            <a:off x="4022550" y="1566400"/>
            <a:ext cx="4665000" cy="27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Dairy Creek Golf Course is a nine hole, 800 sq. ft. course located in San Luis Obispo, CA.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900"/>
              <a:t>The golf course currently offers: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Driving Range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Short Game practice area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Putting Green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Cal Poly Practice Facility</a:t>
            </a:r>
            <a:endParaRPr sz="1900"/>
          </a:p>
        </p:txBody>
      </p:sp>
      <p:pic>
        <p:nvPicPr>
          <p:cNvPr id="1200" name="Google Shape;1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00" y="638388"/>
            <a:ext cx="3386724" cy="3386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28"/>
          <p:cNvGrpSpPr/>
          <p:nvPr/>
        </p:nvGrpSpPr>
        <p:grpSpPr>
          <a:xfrm flipH="1">
            <a:off x="7814590" y="3834908"/>
            <a:ext cx="1326491" cy="771410"/>
            <a:chOff x="-1" y="3834908"/>
            <a:chExt cx="1326491" cy="771410"/>
          </a:xfrm>
        </p:grpSpPr>
        <p:sp>
          <p:nvSpPr>
            <p:cNvPr id="1206" name="Google Shape;1206;p28"/>
            <p:cNvSpPr/>
            <p:nvPr/>
          </p:nvSpPr>
          <p:spPr>
            <a:xfrm flipH="1">
              <a:off x="180" y="3834908"/>
              <a:ext cx="997812" cy="678320"/>
            </a:xfrm>
            <a:custGeom>
              <a:rect b="b" l="l" r="r" t="t"/>
              <a:pathLst>
                <a:path extrusionOk="0" h="185841" w="226518">
                  <a:moveTo>
                    <a:pt x="194332" y="1391"/>
                  </a:moveTo>
                  <a:cubicBezTo>
                    <a:pt x="175984" y="5326"/>
                    <a:pt x="158987" y="20452"/>
                    <a:pt x="158219" y="39200"/>
                  </a:cubicBezTo>
                  <a:cubicBezTo>
                    <a:pt x="154435" y="32637"/>
                    <a:pt x="146024" y="29156"/>
                    <a:pt x="138704" y="31113"/>
                  </a:cubicBezTo>
                  <a:cubicBezTo>
                    <a:pt x="131395" y="33080"/>
                    <a:pt x="125860" y="40314"/>
                    <a:pt x="125870" y="47882"/>
                  </a:cubicBezTo>
                  <a:cubicBezTo>
                    <a:pt x="119156" y="35200"/>
                    <a:pt x="102798" y="29102"/>
                    <a:pt x="88958" y="32864"/>
                  </a:cubicBezTo>
                  <a:cubicBezTo>
                    <a:pt x="75119" y="36637"/>
                    <a:pt x="64469" y="49114"/>
                    <a:pt x="61345" y="63116"/>
                  </a:cubicBezTo>
                  <a:cubicBezTo>
                    <a:pt x="58220" y="77117"/>
                    <a:pt x="62091" y="92178"/>
                    <a:pt x="70222" y="104007"/>
                  </a:cubicBezTo>
                  <a:cubicBezTo>
                    <a:pt x="61712" y="101055"/>
                    <a:pt x="51625" y="109780"/>
                    <a:pt x="53312" y="118624"/>
                  </a:cubicBezTo>
                  <a:cubicBezTo>
                    <a:pt x="37180" y="119251"/>
                    <a:pt x="21481" y="127328"/>
                    <a:pt x="11589" y="140086"/>
                  </a:cubicBezTo>
                  <a:cubicBezTo>
                    <a:pt x="1695" y="152855"/>
                    <a:pt x="-2208" y="170067"/>
                    <a:pt x="1220" y="185842"/>
                  </a:cubicBezTo>
                  <a:cubicBezTo>
                    <a:pt x="72730" y="158498"/>
                    <a:pt x="150003" y="148530"/>
                    <a:pt x="226518" y="151914"/>
                  </a:cubicBezTo>
                  <a:lnTo>
                    <a:pt x="226518" y="2212"/>
                  </a:lnTo>
                  <a:cubicBezTo>
                    <a:pt x="215847" y="-166"/>
                    <a:pt x="204959" y="-901"/>
                    <a:pt x="194321" y="13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07" name="Google Shape;1207;p28"/>
            <p:cNvGrpSpPr/>
            <p:nvPr/>
          </p:nvGrpSpPr>
          <p:grpSpPr>
            <a:xfrm flipH="1">
              <a:off x="-1" y="4271587"/>
              <a:ext cx="1326491" cy="334731"/>
              <a:chOff x="7814590" y="4271587"/>
              <a:chExt cx="1326491" cy="334731"/>
            </a:xfrm>
          </p:grpSpPr>
          <p:sp>
            <p:nvSpPr>
              <p:cNvPr id="1208" name="Google Shape;1208;p28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8"/>
              <p:cNvSpPr/>
              <p:nvPr/>
            </p:nvSpPr>
            <p:spPr>
              <a:xfrm>
                <a:off x="7814590" y="4271587"/>
                <a:ext cx="1326491" cy="334731"/>
              </a:xfrm>
              <a:custGeom>
                <a:rect b="b" l="l" r="r" t="t"/>
                <a:pathLst>
                  <a:path extrusionOk="0" h="91707" w="301133">
                    <a:moveTo>
                      <a:pt x="252340" y="4768"/>
                    </a:moveTo>
                    <a:cubicBezTo>
                      <a:pt x="222250" y="5319"/>
                      <a:pt x="192009" y="1578"/>
                      <a:pt x="162135" y="5233"/>
                    </a:cubicBezTo>
                    <a:cubicBezTo>
                      <a:pt x="100291" y="12791"/>
                      <a:pt x="47908" y="50437"/>
                      <a:pt x="0" y="91707"/>
                    </a:cubicBezTo>
                    <a:lnTo>
                      <a:pt x="88971" y="91707"/>
                    </a:lnTo>
                    <a:cubicBezTo>
                      <a:pt x="116347" y="70548"/>
                      <a:pt x="145734" y="52741"/>
                      <a:pt x="178851" y="43366"/>
                    </a:cubicBezTo>
                    <a:cubicBezTo>
                      <a:pt x="216768" y="32641"/>
                      <a:pt x="256870" y="33820"/>
                      <a:pt x="296041" y="29614"/>
                    </a:cubicBezTo>
                    <a:cubicBezTo>
                      <a:pt x="297739" y="29430"/>
                      <a:pt x="299436" y="29235"/>
                      <a:pt x="301134" y="29020"/>
                    </a:cubicBezTo>
                    <a:lnTo>
                      <a:pt x="301134" y="0"/>
                    </a:lnTo>
                    <a:cubicBezTo>
                      <a:pt x="285024" y="2854"/>
                      <a:pt x="268698" y="4465"/>
                      <a:pt x="252340" y="47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8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1" name="Google Shape;1211;p28"/>
          <p:cNvGrpSpPr/>
          <p:nvPr/>
        </p:nvGrpSpPr>
        <p:grpSpPr>
          <a:xfrm flipH="1">
            <a:off x="-1" y="3744257"/>
            <a:ext cx="5757520" cy="862356"/>
            <a:chOff x="3383561" y="3744257"/>
            <a:chExt cx="5757520" cy="862356"/>
          </a:xfrm>
        </p:grpSpPr>
        <p:sp>
          <p:nvSpPr>
            <p:cNvPr id="1212" name="Google Shape;1212;p28"/>
            <p:cNvSpPr/>
            <p:nvPr/>
          </p:nvSpPr>
          <p:spPr>
            <a:xfrm flipH="1">
              <a:off x="7415315" y="3805754"/>
              <a:ext cx="1254258" cy="629767"/>
            </a:xfrm>
            <a:custGeom>
              <a:rect b="b" l="l" r="r" t="t"/>
              <a:pathLst>
                <a:path extrusionOk="0" h="172539" w="284735">
                  <a:moveTo>
                    <a:pt x="7229" y="111178"/>
                  </a:moveTo>
                  <a:cubicBezTo>
                    <a:pt x="18073" y="92128"/>
                    <a:pt x="40929" y="80667"/>
                    <a:pt x="62683" y="83380"/>
                  </a:cubicBezTo>
                  <a:cubicBezTo>
                    <a:pt x="62207" y="72406"/>
                    <a:pt x="76922" y="64265"/>
                    <a:pt x="85961" y="70504"/>
                  </a:cubicBezTo>
                  <a:cubicBezTo>
                    <a:pt x="80706" y="53442"/>
                    <a:pt x="91259" y="33148"/>
                    <a:pt x="108244" y="27645"/>
                  </a:cubicBezTo>
                  <a:cubicBezTo>
                    <a:pt x="125230" y="22153"/>
                    <a:pt x="145675" y="32413"/>
                    <a:pt x="151405" y="49323"/>
                  </a:cubicBezTo>
                  <a:cubicBezTo>
                    <a:pt x="157244" y="39322"/>
                    <a:pt x="173473" y="37863"/>
                    <a:pt x="180998" y="46653"/>
                  </a:cubicBezTo>
                  <a:cubicBezTo>
                    <a:pt x="184036" y="17266"/>
                    <a:pt x="216061" y="-5548"/>
                    <a:pt x="244831" y="1188"/>
                  </a:cubicBezTo>
                  <a:cubicBezTo>
                    <a:pt x="273602" y="7924"/>
                    <a:pt x="292177" y="42576"/>
                    <a:pt x="281851" y="70255"/>
                  </a:cubicBezTo>
                  <a:cubicBezTo>
                    <a:pt x="280522" y="73834"/>
                    <a:pt x="252551" y="79380"/>
                    <a:pt x="248053" y="80862"/>
                  </a:cubicBezTo>
                  <a:cubicBezTo>
                    <a:pt x="236030" y="84808"/>
                    <a:pt x="224062" y="88916"/>
                    <a:pt x="212158" y="93187"/>
                  </a:cubicBezTo>
                  <a:cubicBezTo>
                    <a:pt x="188339" y="101728"/>
                    <a:pt x="164758" y="110929"/>
                    <a:pt x="141448" y="120768"/>
                  </a:cubicBezTo>
                  <a:cubicBezTo>
                    <a:pt x="118137" y="130607"/>
                    <a:pt x="95097" y="141084"/>
                    <a:pt x="72360" y="152199"/>
                  </a:cubicBezTo>
                  <a:cubicBezTo>
                    <a:pt x="57180" y="159615"/>
                    <a:pt x="33696" y="178590"/>
                    <a:pt x="15835" y="170622"/>
                  </a:cubicBezTo>
                  <a:cubicBezTo>
                    <a:pt x="-5346" y="161172"/>
                    <a:pt x="-2102" y="127569"/>
                    <a:pt x="7229" y="1111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28"/>
            <p:cNvSpPr/>
            <p:nvPr/>
          </p:nvSpPr>
          <p:spPr>
            <a:xfrm flipH="1">
              <a:off x="3766253" y="3788189"/>
              <a:ext cx="2420451" cy="680926"/>
            </a:xfrm>
            <a:custGeom>
              <a:rect b="b" l="l" r="r" t="t"/>
              <a:pathLst>
                <a:path extrusionOk="0" h="186555" w="549478">
                  <a:moveTo>
                    <a:pt x="0" y="42978"/>
                  </a:moveTo>
                  <a:cubicBezTo>
                    <a:pt x="6076" y="26545"/>
                    <a:pt x="21808" y="14111"/>
                    <a:pt x="39204" y="12002"/>
                  </a:cubicBezTo>
                  <a:cubicBezTo>
                    <a:pt x="56600" y="9894"/>
                    <a:pt x="74851" y="18209"/>
                    <a:pt x="84679" y="32707"/>
                  </a:cubicBezTo>
                  <a:cubicBezTo>
                    <a:pt x="90474" y="25236"/>
                    <a:pt x="105124" y="30231"/>
                    <a:pt x="105157" y="39691"/>
                  </a:cubicBezTo>
                  <a:cubicBezTo>
                    <a:pt x="112292" y="31929"/>
                    <a:pt x="124110" y="28869"/>
                    <a:pt x="134111" y="32199"/>
                  </a:cubicBezTo>
                  <a:cubicBezTo>
                    <a:pt x="144112" y="35518"/>
                    <a:pt x="151756" y="45054"/>
                    <a:pt x="152815" y="55531"/>
                  </a:cubicBezTo>
                  <a:cubicBezTo>
                    <a:pt x="155227" y="24825"/>
                    <a:pt x="184581" y="-1221"/>
                    <a:pt x="215363" y="44"/>
                  </a:cubicBezTo>
                  <a:cubicBezTo>
                    <a:pt x="246133" y="1309"/>
                    <a:pt x="273260" y="29680"/>
                    <a:pt x="273131" y="60483"/>
                  </a:cubicBezTo>
                  <a:cubicBezTo>
                    <a:pt x="277434" y="56720"/>
                    <a:pt x="284851" y="57434"/>
                    <a:pt x="288375" y="61932"/>
                  </a:cubicBezTo>
                  <a:cubicBezTo>
                    <a:pt x="291889" y="66429"/>
                    <a:pt x="290776" y="73803"/>
                    <a:pt x="286094" y="77069"/>
                  </a:cubicBezTo>
                  <a:cubicBezTo>
                    <a:pt x="297803" y="78334"/>
                    <a:pt x="308561" y="86302"/>
                    <a:pt x="313167" y="97146"/>
                  </a:cubicBezTo>
                  <a:cubicBezTo>
                    <a:pt x="317773" y="107991"/>
                    <a:pt x="316043" y="121268"/>
                    <a:pt x="308821" y="130577"/>
                  </a:cubicBezTo>
                  <a:cubicBezTo>
                    <a:pt x="322022" y="114445"/>
                    <a:pt x="346781" y="111818"/>
                    <a:pt x="365627" y="120716"/>
                  </a:cubicBezTo>
                  <a:cubicBezTo>
                    <a:pt x="370946" y="105990"/>
                    <a:pt x="380125" y="92237"/>
                    <a:pt x="393359" y="83880"/>
                  </a:cubicBezTo>
                  <a:cubicBezTo>
                    <a:pt x="406593" y="75522"/>
                    <a:pt x="424184" y="73295"/>
                    <a:pt x="438110" y="80453"/>
                  </a:cubicBezTo>
                  <a:cubicBezTo>
                    <a:pt x="452035" y="87610"/>
                    <a:pt x="460642" y="104974"/>
                    <a:pt x="455712" y="119830"/>
                  </a:cubicBezTo>
                  <a:cubicBezTo>
                    <a:pt x="459290" y="113721"/>
                    <a:pt x="467518" y="110834"/>
                    <a:pt x="474124" y="113342"/>
                  </a:cubicBezTo>
                  <a:cubicBezTo>
                    <a:pt x="480741" y="115862"/>
                    <a:pt x="484958" y="123495"/>
                    <a:pt x="483574" y="130426"/>
                  </a:cubicBezTo>
                  <a:cubicBezTo>
                    <a:pt x="496472" y="118186"/>
                    <a:pt x="518096" y="116489"/>
                    <a:pt x="532747" y="126576"/>
                  </a:cubicBezTo>
                  <a:cubicBezTo>
                    <a:pt x="547396" y="136664"/>
                    <a:pt x="553527" y="157466"/>
                    <a:pt x="546683" y="173889"/>
                  </a:cubicBezTo>
                  <a:cubicBezTo>
                    <a:pt x="477249" y="182906"/>
                    <a:pt x="405404" y="189350"/>
                    <a:pt x="335494" y="185339"/>
                  </a:cubicBezTo>
                  <a:cubicBezTo>
                    <a:pt x="213319" y="178344"/>
                    <a:pt x="92918" y="122597"/>
                    <a:pt x="0" y="42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4" name="Google Shape;1214;p28"/>
            <p:cNvGrpSpPr/>
            <p:nvPr/>
          </p:nvGrpSpPr>
          <p:grpSpPr>
            <a:xfrm flipH="1">
              <a:off x="3383561" y="3744257"/>
              <a:ext cx="5757520" cy="862356"/>
              <a:chOff x="-1" y="3744257"/>
              <a:chExt cx="5757520" cy="862356"/>
            </a:xfrm>
          </p:grpSpPr>
          <p:sp>
            <p:nvSpPr>
              <p:cNvPr id="1215" name="Google Shape;1215;p28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8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8"/>
              <p:cNvSpPr/>
              <p:nvPr/>
            </p:nvSpPr>
            <p:spPr>
              <a:xfrm>
                <a:off x="48" y="3744257"/>
                <a:ext cx="5757472" cy="862356"/>
              </a:xfrm>
              <a:custGeom>
                <a:rect b="b" l="l" r="r" t="t"/>
                <a:pathLst>
                  <a:path extrusionOk="0" h="236262" w="1307031">
                    <a:moveTo>
                      <a:pt x="1109130" y="157584"/>
                    </a:moveTo>
                    <a:cubicBezTo>
                      <a:pt x="1073159" y="160493"/>
                      <a:pt x="1038117" y="171456"/>
                      <a:pt x="1002081" y="173240"/>
                    </a:cubicBezTo>
                    <a:cubicBezTo>
                      <a:pt x="832907" y="181619"/>
                      <a:pt x="702126" y="-7449"/>
                      <a:pt x="532919" y="228"/>
                    </a:cubicBezTo>
                    <a:cubicBezTo>
                      <a:pt x="403771" y="6088"/>
                      <a:pt x="305912" y="124975"/>
                      <a:pt x="179294" y="151086"/>
                    </a:cubicBezTo>
                    <a:cubicBezTo>
                      <a:pt x="118596" y="163606"/>
                      <a:pt x="53865" y="151951"/>
                      <a:pt x="0" y="121505"/>
                    </a:cubicBezTo>
                    <a:lnTo>
                      <a:pt x="0" y="190853"/>
                    </a:lnTo>
                    <a:cubicBezTo>
                      <a:pt x="35701" y="201913"/>
                      <a:pt x="73067" y="207622"/>
                      <a:pt x="110444" y="207525"/>
                    </a:cubicBezTo>
                    <a:cubicBezTo>
                      <a:pt x="176948" y="207362"/>
                      <a:pt x="243311" y="188852"/>
                      <a:pt x="300301" y="154557"/>
                    </a:cubicBezTo>
                    <a:cubicBezTo>
                      <a:pt x="336672" y="132663"/>
                      <a:pt x="369054" y="104660"/>
                      <a:pt x="405274" y="82506"/>
                    </a:cubicBezTo>
                    <a:cubicBezTo>
                      <a:pt x="450089" y="55087"/>
                      <a:pt x="493889" y="45086"/>
                      <a:pt x="545753" y="51033"/>
                    </a:cubicBezTo>
                    <a:cubicBezTo>
                      <a:pt x="683713" y="66861"/>
                      <a:pt x="787962" y="197988"/>
                      <a:pt x="926117" y="212109"/>
                    </a:cubicBezTo>
                    <a:cubicBezTo>
                      <a:pt x="949654" y="214520"/>
                      <a:pt x="973332" y="214206"/>
                      <a:pt x="996664" y="211254"/>
                    </a:cubicBezTo>
                    <a:cubicBezTo>
                      <a:pt x="1022180" y="208032"/>
                      <a:pt x="1047815" y="205341"/>
                      <a:pt x="1073559" y="204994"/>
                    </a:cubicBezTo>
                    <a:cubicBezTo>
                      <a:pt x="1089950" y="204778"/>
                      <a:pt x="1106557" y="205535"/>
                      <a:pt x="1122245" y="210281"/>
                    </a:cubicBezTo>
                    <a:cubicBezTo>
                      <a:pt x="1139674" y="215547"/>
                      <a:pt x="1154843" y="225288"/>
                      <a:pt x="1169439" y="236263"/>
                    </a:cubicBezTo>
                    <a:lnTo>
                      <a:pt x="1307031" y="236263"/>
                    </a:lnTo>
                    <a:cubicBezTo>
                      <a:pt x="1257653" y="181878"/>
                      <a:pt x="1182435" y="151670"/>
                      <a:pt x="1109130" y="15759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18" name="Google Shape;1218;p28"/>
          <p:cNvGrpSpPr/>
          <p:nvPr/>
        </p:nvGrpSpPr>
        <p:grpSpPr>
          <a:xfrm>
            <a:off x="3947927" y="3523125"/>
            <a:ext cx="393151" cy="888374"/>
            <a:chOff x="2371457" y="352177"/>
            <a:chExt cx="567236" cy="1281740"/>
          </a:xfrm>
        </p:grpSpPr>
        <p:sp>
          <p:nvSpPr>
            <p:cNvPr id="1219" name="Google Shape;1219;p28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6" name="Google Shape;1226;p28"/>
          <p:cNvSpPr/>
          <p:nvPr/>
        </p:nvSpPr>
        <p:spPr>
          <a:xfrm>
            <a:off x="8507389" y="57846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8"/>
          <p:cNvSpPr txBox="1"/>
          <p:nvPr>
            <p:ph type="title"/>
          </p:nvPr>
        </p:nvSpPr>
        <p:spPr>
          <a:xfrm>
            <a:off x="2386575" y="1124975"/>
            <a:ext cx="53145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Define Phase</a:t>
            </a:r>
            <a:endParaRPr sz="6000"/>
          </a:p>
        </p:txBody>
      </p:sp>
      <p:sp>
        <p:nvSpPr>
          <p:cNvPr id="1228" name="Google Shape;1228;p28"/>
          <p:cNvSpPr txBox="1"/>
          <p:nvPr>
            <p:ph idx="2" type="title"/>
          </p:nvPr>
        </p:nvSpPr>
        <p:spPr>
          <a:xfrm>
            <a:off x="842725" y="936125"/>
            <a:ext cx="1288800" cy="1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grpSp>
        <p:nvGrpSpPr>
          <p:cNvPr id="1229" name="Google Shape;1229;p28"/>
          <p:cNvGrpSpPr/>
          <p:nvPr/>
        </p:nvGrpSpPr>
        <p:grpSpPr>
          <a:xfrm>
            <a:off x="6243974" y="1418213"/>
            <a:ext cx="3054570" cy="3168317"/>
            <a:chOff x="239073" y="3411907"/>
            <a:chExt cx="944576" cy="979750"/>
          </a:xfrm>
        </p:grpSpPr>
        <p:sp>
          <p:nvSpPr>
            <p:cNvPr id="1230" name="Google Shape;1230;p28"/>
            <p:cNvSpPr/>
            <p:nvPr/>
          </p:nvSpPr>
          <p:spPr>
            <a:xfrm>
              <a:off x="945325" y="3411907"/>
              <a:ext cx="238325" cy="504894"/>
            </a:xfrm>
            <a:custGeom>
              <a:rect b="b" l="l" r="r" t="t"/>
              <a:pathLst>
                <a:path extrusionOk="0" h="358717" w="169325">
                  <a:moveTo>
                    <a:pt x="0" y="346652"/>
                  </a:moveTo>
                  <a:lnTo>
                    <a:pt x="28706" y="358718"/>
                  </a:lnTo>
                  <a:lnTo>
                    <a:pt x="169325" y="11201"/>
                  </a:lnTo>
                  <a:lnTo>
                    <a:pt x="140263" y="0"/>
                  </a:lnTo>
                  <a:lnTo>
                    <a:pt x="0" y="3466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239073" y="3933512"/>
              <a:ext cx="739517" cy="458145"/>
            </a:xfrm>
            <a:custGeom>
              <a:rect b="b" l="l" r="r" t="t"/>
              <a:pathLst>
                <a:path extrusionOk="0" h="325503" w="525412">
                  <a:moveTo>
                    <a:pt x="467050" y="40188"/>
                  </a:moveTo>
                  <a:cubicBezTo>
                    <a:pt x="438928" y="109698"/>
                    <a:pt x="359785" y="143247"/>
                    <a:pt x="290275" y="115115"/>
                  </a:cubicBezTo>
                  <a:lnTo>
                    <a:pt x="138973" y="53898"/>
                  </a:lnTo>
                  <a:cubicBezTo>
                    <a:pt x="80318" y="30165"/>
                    <a:pt x="15339" y="69499"/>
                    <a:pt x="9165" y="132468"/>
                  </a:cubicBezTo>
                  <a:lnTo>
                    <a:pt x="461" y="221255"/>
                  </a:lnTo>
                  <a:cubicBezTo>
                    <a:pt x="-4999" y="276915"/>
                    <a:pt x="38703" y="325168"/>
                    <a:pt x="94633" y="325233"/>
                  </a:cubicBezTo>
                  <a:lnTo>
                    <a:pt x="331847" y="325504"/>
                  </a:lnTo>
                  <a:cubicBezTo>
                    <a:pt x="373602" y="325547"/>
                    <a:pt x="411206" y="300236"/>
                    <a:pt x="426873" y="261530"/>
                  </a:cubicBezTo>
                  <a:lnTo>
                    <a:pt x="458562" y="183208"/>
                  </a:lnTo>
                  <a:lnTo>
                    <a:pt x="525412" y="18002"/>
                  </a:lnTo>
                  <a:lnTo>
                    <a:pt x="483322" y="0"/>
                  </a:lnTo>
                  <a:lnTo>
                    <a:pt x="467061" y="401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940580" y="3860605"/>
              <a:ext cx="67049" cy="44664"/>
            </a:xfrm>
            <a:custGeom>
              <a:rect b="b" l="l" r="r" t="t"/>
              <a:pathLst>
                <a:path extrusionOk="0" h="31733" w="47637">
                  <a:moveTo>
                    <a:pt x="47637" y="18002"/>
                  </a:moveTo>
                  <a:lnTo>
                    <a:pt x="5557" y="0"/>
                  </a:lnTo>
                  <a:lnTo>
                    <a:pt x="0" y="13731"/>
                  </a:lnTo>
                  <a:lnTo>
                    <a:pt x="42080" y="31733"/>
                  </a:lnTo>
                  <a:lnTo>
                    <a:pt x="47637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918893" y="3879919"/>
              <a:ext cx="80927" cy="78964"/>
            </a:xfrm>
            <a:custGeom>
              <a:rect b="b" l="l" r="r" t="t"/>
              <a:pathLst>
                <a:path extrusionOk="0" h="56102" w="57497">
                  <a:moveTo>
                    <a:pt x="15418" y="0"/>
                  </a:moveTo>
                  <a:lnTo>
                    <a:pt x="0" y="38101"/>
                  </a:lnTo>
                  <a:lnTo>
                    <a:pt x="42091" y="56103"/>
                  </a:lnTo>
                  <a:lnTo>
                    <a:pt x="57498" y="18002"/>
                  </a:lnTo>
                  <a:lnTo>
                    <a:pt x="1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268788" y="4029231"/>
              <a:ext cx="550036" cy="332630"/>
            </a:xfrm>
            <a:custGeom>
              <a:rect b="b" l="l" r="r" t="t"/>
              <a:pathLst>
                <a:path extrusionOk="0" h="236327" w="390789">
                  <a:moveTo>
                    <a:pt x="73520" y="236046"/>
                  </a:moveTo>
                  <a:cubicBezTo>
                    <a:pt x="52501" y="236025"/>
                    <a:pt x="33159" y="227429"/>
                    <a:pt x="19060" y="211860"/>
                  </a:cubicBezTo>
                  <a:cubicBezTo>
                    <a:pt x="4950" y="196280"/>
                    <a:pt x="-1688" y="176191"/>
                    <a:pt x="366" y="155270"/>
                  </a:cubicBezTo>
                  <a:lnTo>
                    <a:pt x="9070" y="66483"/>
                  </a:lnTo>
                  <a:cubicBezTo>
                    <a:pt x="12789" y="28576"/>
                    <a:pt x="44263" y="0"/>
                    <a:pt x="82288" y="0"/>
                  </a:cubicBezTo>
                  <a:cubicBezTo>
                    <a:pt x="91694" y="0"/>
                    <a:pt x="100993" y="1827"/>
                    <a:pt x="109923" y="5439"/>
                  </a:cubicBezTo>
                  <a:lnTo>
                    <a:pt x="351181" y="103060"/>
                  </a:lnTo>
                  <a:cubicBezTo>
                    <a:pt x="383616" y="116185"/>
                    <a:pt x="399272" y="153119"/>
                    <a:pt x="386146" y="185554"/>
                  </a:cubicBezTo>
                  <a:lnTo>
                    <a:pt x="386146" y="185554"/>
                  </a:lnTo>
                  <a:cubicBezTo>
                    <a:pt x="373669" y="216390"/>
                    <a:pt x="344109" y="236327"/>
                    <a:pt x="310841" y="236327"/>
                  </a:cubicBezTo>
                  <a:cubicBezTo>
                    <a:pt x="310841" y="236327"/>
                    <a:pt x="73530" y="236057"/>
                    <a:pt x="73530" y="2360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380943" y="4332176"/>
              <a:ext cx="301753" cy="7791"/>
            </a:xfrm>
            <a:custGeom>
              <a:rect b="b" l="l" r="r" t="t"/>
              <a:pathLst>
                <a:path extrusionOk="0" h="5535" w="214389">
                  <a:moveTo>
                    <a:pt x="211622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211622" y="5536"/>
                  </a:lnTo>
                  <a:cubicBezTo>
                    <a:pt x="213146" y="5536"/>
                    <a:pt x="214390" y="4292"/>
                    <a:pt x="214390" y="2768"/>
                  </a:cubicBezTo>
                  <a:lnTo>
                    <a:pt x="214390" y="2768"/>
                  </a:lnTo>
                  <a:cubicBezTo>
                    <a:pt x="214390" y="1243"/>
                    <a:pt x="213146" y="0"/>
                    <a:pt x="211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356702" y="4307888"/>
              <a:ext cx="350282" cy="7791"/>
            </a:xfrm>
            <a:custGeom>
              <a:rect b="b" l="l" r="r" t="t"/>
              <a:pathLst>
                <a:path extrusionOk="0" h="5535" w="248868">
                  <a:moveTo>
                    <a:pt x="24610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46101" y="5536"/>
                  </a:lnTo>
                  <a:cubicBezTo>
                    <a:pt x="247625" y="5536"/>
                    <a:pt x="248869" y="4293"/>
                    <a:pt x="248869" y="2768"/>
                  </a:cubicBezTo>
                  <a:lnTo>
                    <a:pt x="248869" y="2768"/>
                  </a:lnTo>
                  <a:cubicBezTo>
                    <a:pt x="248869" y="1243"/>
                    <a:pt x="247625" y="0"/>
                    <a:pt x="246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321328" y="4283602"/>
              <a:ext cx="399800" cy="7791"/>
            </a:xfrm>
            <a:custGeom>
              <a:rect b="b" l="l" r="r" t="t"/>
              <a:pathLst>
                <a:path extrusionOk="0" h="5535" w="284050">
                  <a:moveTo>
                    <a:pt x="28128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81283" y="5535"/>
                  </a:lnTo>
                  <a:cubicBezTo>
                    <a:pt x="282807" y="5535"/>
                    <a:pt x="284051" y="4292"/>
                    <a:pt x="284051" y="2768"/>
                  </a:cubicBezTo>
                  <a:lnTo>
                    <a:pt x="284051" y="2768"/>
                  </a:lnTo>
                  <a:cubicBezTo>
                    <a:pt x="284051" y="1243"/>
                    <a:pt x="282807" y="0"/>
                    <a:pt x="28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316568" y="4259314"/>
              <a:ext cx="417422" cy="7791"/>
            </a:xfrm>
            <a:custGeom>
              <a:rect b="b" l="l" r="r" t="t"/>
              <a:pathLst>
                <a:path extrusionOk="0" h="5535" w="296570">
                  <a:moveTo>
                    <a:pt x="29380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3803" y="5536"/>
                  </a:lnTo>
                  <a:cubicBezTo>
                    <a:pt x="295328" y="5536"/>
                    <a:pt x="296571" y="4293"/>
                    <a:pt x="296571" y="2768"/>
                  </a:cubicBezTo>
                  <a:lnTo>
                    <a:pt x="296571" y="2768"/>
                  </a:lnTo>
                  <a:cubicBezTo>
                    <a:pt x="296571" y="1243"/>
                    <a:pt x="295328" y="0"/>
                    <a:pt x="29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322834" y="4235028"/>
              <a:ext cx="423570" cy="7791"/>
            </a:xfrm>
            <a:custGeom>
              <a:rect b="b" l="l" r="r" t="t"/>
              <a:pathLst>
                <a:path extrusionOk="0" h="5535" w="300938">
                  <a:moveTo>
                    <a:pt x="29817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7"/>
                  </a:cubicBezTo>
                  <a:lnTo>
                    <a:pt x="0" y="2767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98171" y="5535"/>
                  </a:lnTo>
                  <a:cubicBezTo>
                    <a:pt x="299696" y="5535"/>
                    <a:pt x="300939" y="4292"/>
                    <a:pt x="300939" y="2767"/>
                  </a:cubicBezTo>
                  <a:lnTo>
                    <a:pt x="300939" y="2767"/>
                  </a:lnTo>
                  <a:cubicBezTo>
                    <a:pt x="300939" y="1243"/>
                    <a:pt x="299696" y="0"/>
                    <a:pt x="298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327594" y="4210740"/>
              <a:ext cx="424636" cy="7791"/>
            </a:xfrm>
            <a:custGeom>
              <a:rect b="b" l="l" r="r" t="t"/>
              <a:pathLst>
                <a:path extrusionOk="0" h="5535" w="301695">
                  <a:moveTo>
                    <a:pt x="298928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8928" y="5536"/>
                  </a:lnTo>
                  <a:cubicBezTo>
                    <a:pt x="300452" y="5536"/>
                    <a:pt x="301696" y="4293"/>
                    <a:pt x="301696" y="2768"/>
                  </a:cubicBezTo>
                  <a:lnTo>
                    <a:pt x="301696" y="2768"/>
                  </a:lnTo>
                  <a:cubicBezTo>
                    <a:pt x="301696" y="1243"/>
                    <a:pt x="300452" y="0"/>
                    <a:pt x="298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329738" y="4186452"/>
              <a:ext cx="404244" cy="7791"/>
            </a:xfrm>
            <a:custGeom>
              <a:rect b="b" l="l" r="r" t="t"/>
              <a:pathLst>
                <a:path extrusionOk="0" h="5535" w="287207">
                  <a:moveTo>
                    <a:pt x="284440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84440" y="5536"/>
                  </a:lnTo>
                  <a:cubicBezTo>
                    <a:pt x="285965" y="5536"/>
                    <a:pt x="287208" y="4293"/>
                    <a:pt x="287208" y="2768"/>
                  </a:cubicBezTo>
                  <a:lnTo>
                    <a:pt x="287208" y="2768"/>
                  </a:lnTo>
                  <a:cubicBezTo>
                    <a:pt x="287208" y="1244"/>
                    <a:pt x="285965" y="0"/>
                    <a:pt x="284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334864" y="4162180"/>
              <a:ext cx="299881" cy="7791"/>
            </a:xfrm>
            <a:custGeom>
              <a:rect b="b" l="l" r="r" t="t"/>
              <a:pathLst>
                <a:path extrusionOk="0" h="5535" w="213059">
                  <a:moveTo>
                    <a:pt x="210292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10292" y="5536"/>
                  </a:lnTo>
                  <a:cubicBezTo>
                    <a:pt x="211816" y="5536"/>
                    <a:pt x="213060" y="4293"/>
                    <a:pt x="213060" y="2768"/>
                  </a:cubicBezTo>
                  <a:lnTo>
                    <a:pt x="213060" y="2768"/>
                  </a:lnTo>
                  <a:cubicBezTo>
                    <a:pt x="213060" y="1244"/>
                    <a:pt x="211816" y="0"/>
                    <a:pt x="210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337737" y="4137894"/>
              <a:ext cx="267224" cy="7791"/>
            </a:xfrm>
            <a:custGeom>
              <a:rect b="b" l="l" r="r" t="t"/>
              <a:pathLst>
                <a:path extrusionOk="0" h="5535" w="189857">
                  <a:moveTo>
                    <a:pt x="18708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187089" y="5536"/>
                  </a:lnTo>
                  <a:cubicBezTo>
                    <a:pt x="188614" y="5536"/>
                    <a:pt x="189857" y="4292"/>
                    <a:pt x="189857" y="2768"/>
                  </a:cubicBezTo>
                  <a:lnTo>
                    <a:pt x="189857" y="2768"/>
                  </a:lnTo>
                  <a:cubicBezTo>
                    <a:pt x="189857" y="1243"/>
                    <a:pt x="188614" y="0"/>
                    <a:pt x="187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341693" y="4113606"/>
              <a:ext cx="203370" cy="7791"/>
            </a:xfrm>
            <a:custGeom>
              <a:rect b="b" l="l" r="r" t="t"/>
              <a:pathLst>
                <a:path extrusionOk="0" h="5535" w="144490">
                  <a:moveTo>
                    <a:pt x="14172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141723" y="5536"/>
                  </a:lnTo>
                  <a:cubicBezTo>
                    <a:pt x="143247" y="5536"/>
                    <a:pt x="144490" y="4293"/>
                    <a:pt x="144490" y="2768"/>
                  </a:cubicBezTo>
                  <a:lnTo>
                    <a:pt x="144490" y="2768"/>
                  </a:lnTo>
                  <a:cubicBezTo>
                    <a:pt x="144490" y="1243"/>
                    <a:pt x="143247" y="0"/>
                    <a:pt x="141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28"/>
            <p:cNvSpPr/>
            <p:nvPr/>
          </p:nvSpPr>
          <p:spPr>
            <a:xfrm>
              <a:off x="349645" y="4089319"/>
              <a:ext cx="143792" cy="7791"/>
            </a:xfrm>
            <a:custGeom>
              <a:rect b="b" l="l" r="r" t="t"/>
              <a:pathLst>
                <a:path extrusionOk="0" h="5535" w="102161">
                  <a:moveTo>
                    <a:pt x="99394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99394" y="5535"/>
                  </a:lnTo>
                  <a:cubicBezTo>
                    <a:pt x="100918" y="5535"/>
                    <a:pt x="102162" y="4292"/>
                    <a:pt x="102162" y="2768"/>
                  </a:cubicBezTo>
                  <a:lnTo>
                    <a:pt x="102162" y="2768"/>
                  </a:lnTo>
                  <a:cubicBezTo>
                    <a:pt x="102162" y="1243"/>
                    <a:pt x="100918" y="0"/>
                    <a:pt x="99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28"/>
            <p:cNvSpPr/>
            <p:nvPr/>
          </p:nvSpPr>
          <p:spPr>
            <a:xfrm>
              <a:off x="380943" y="4065032"/>
              <a:ext cx="72101" cy="7791"/>
            </a:xfrm>
            <a:custGeom>
              <a:rect b="b" l="l" r="r" t="t"/>
              <a:pathLst>
                <a:path extrusionOk="0" h="5535" w="51226">
                  <a:moveTo>
                    <a:pt x="4845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48459" y="5536"/>
                  </a:lnTo>
                  <a:cubicBezTo>
                    <a:pt x="49983" y="5536"/>
                    <a:pt x="51227" y="4293"/>
                    <a:pt x="51227" y="2768"/>
                  </a:cubicBezTo>
                  <a:lnTo>
                    <a:pt x="51227" y="2768"/>
                  </a:lnTo>
                  <a:cubicBezTo>
                    <a:pt x="51227" y="1243"/>
                    <a:pt x="49983" y="0"/>
                    <a:pt x="48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28"/>
            <p:cNvSpPr/>
            <p:nvPr/>
          </p:nvSpPr>
          <p:spPr>
            <a:xfrm>
              <a:off x="762633" y="4079223"/>
              <a:ext cx="95979" cy="57700"/>
            </a:xfrm>
            <a:custGeom>
              <a:rect b="b" l="l" r="r" t="t"/>
              <a:pathLst>
                <a:path extrusionOk="0" h="40995" w="68191">
                  <a:moveTo>
                    <a:pt x="55605" y="4312"/>
                  </a:moveTo>
                  <a:cubicBezTo>
                    <a:pt x="57303" y="2788"/>
                    <a:pt x="59011" y="1177"/>
                    <a:pt x="61152" y="399"/>
                  </a:cubicBezTo>
                  <a:cubicBezTo>
                    <a:pt x="63292" y="-380"/>
                    <a:pt x="66028" y="-67"/>
                    <a:pt x="67379" y="1772"/>
                  </a:cubicBezTo>
                  <a:cubicBezTo>
                    <a:pt x="69261" y="4323"/>
                    <a:pt x="67531" y="7913"/>
                    <a:pt x="65649" y="10465"/>
                  </a:cubicBezTo>
                  <a:cubicBezTo>
                    <a:pt x="53659" y="26747"/>
                    <a:pt x="34976" y="37937"/>
                    <a:pt x="14963" y="40802"/>
                  </a:cubicBezTo>
                  <a:cubicBezTo>
                    <a:pt x="10292" y="41473"/>
                    <a:pt x="-1925" y="40760"/>
                    <a:pt x="259" y="32737"/>
                  </a:cubicBezTo>
                  <a:cubicBezTo>
                    <a:pt x="1621" y="27764"/>
                    <a:pt x="12174" y="27526"/>
                    <a:pt x="16217" y="26326"/>
                  </a:cubicBezTo>
                  <a:cubicBezTo>
                    <a:pt x="30749" y="21990"/>
                    <a:pt x="44317" y="14443"/>
                    <a:pt x="55605" y="43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28"/>
            <p:cNvSpPr/>
            <p:nvPr/>
          </p:nvSpPr>
          <p:spPr>
            <a:xfrm>
              <a:off x="865239" y="4046830"/>
              <a:ext cx="18448" cy="19910"/>
            </a:xfrm>
            <a:custGeom>
              <a:rect b="b" l="l" r="r" t="t"/>
              <a:pathLst>
                <a:path extrusionOk="0" h="14146" w="13107">
                  <a:moveTo>
                    <a:pt x="877" y="8032"/>
                  </a:moveTo>
                  <a:cubicBezTo>
                    <a:pt x="401" y="8940"/>
                    <a:pt x="22" y="9924"/>
                    <a:pt x="1" y="10951"/>
                  </a:cubicBezTo>
                  <a:cubicBezTo>
                    <a:pt x="-21" y="11978"/>
                    <a:pt x="379" y="13059"/>
                    <a:pt x="1212" y="13643"/>
                  </a:cubicBezTo>
                  <a:cubicBezTo>
                    <a:pt x="1947" y="14162"/>
                    <a:pt x="2931" y="14248"/>
                    <a:pt x="3817" y="14043"/>
                  </a:cubicBezTo>
                  <a:cubicBezTo>
                    <a:pt x="4704" y="13838"/>
                    <a:pt x="5493" y="13373"/>
                    <a:pt x="6250" y="12865"/>
                  </a:cubicBezTo>
                  <a:cubicBezTo>
                    <a:pt x="8153" y="11589"/>
                    <a:pt x="9861" y="10042"/>
                    <a:pt x="11310" y="8270"/>
                  </a:cubicBezTo>
                  <a:cubicBezTo>
                    <a:pt x="13224" y="5934"/>
                    <a:pt x="14716" y="-499"/>
                    <a:pt x="9732" y="31"/>
                  </a:cubicBezTo>
                  <a:cubicBezTo>
                    <a:pt x="6218" y="409"/>
                    <a:pt x="2358" y="5156"/>
                    <a:pt x="877" y="80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28"/>
            <p:cNvSpPr/>
            <p:nvPr/>
          </p:nvSpPr>
          <p:spPr>
            <a:xfrm>
              <a:off x="300745" y="4009059"/>
              <a:ext cx="72869" cy="42429"/>
            </a:xfrm>
            <a:custGeom>
              <a:rect b="b" l="l" r="r" t="t"/>
              <a:pathLst>
                <a:path extrusionOk="0" h="30145" w="51772">
                  <a:moveTo>
                    <a:pt x="42636" y="459"/>
                  </a:moveTo>
                  <a:cubicBezTo>
                    <a:pt x="44496" y="70"/>
                    <a:pt x="46442" y="-244"/>
                    <a:pt x="48269" y="264"/>
                  </a:cubicBezTo>
                  <a:cubicBezTo>
                    <a:pt x="50096" y="773"/>
                    <a:pt x="51761" y="2340"/>
                    <a:pt x="51772" y="4243"/>
                  </a:cubicBezTo>
                  <a:cubicBezTo>
                    <a:pt x="51783" y="7270"/>
                    <a:pt x="48150" y="8719"/>
                    <a:pt x="45220" y="9509"/>
                  </a:cubicBezTo>
                  <a:cubicBezTo>
                    <a:pt x="33511" y="12687"/>
                    <a:pt x="22461" y="18299"/>
                    <a:pt x="12979" y="25889"/>
                  </a:cubicBezTo>
                  <a:cubicBezTo>
                    <a:pt x="10071" y="28224"/>
                    <a:pt x="5432" y="32008"/>
                    <a:pt x="1637" y="29078"/>
                  </a:cubicBezTo>
                  <a:cubicBezTo>
                    <a:pt x="-1325" y="26786"/>
                    <a:pt x="243" y="22948"/>
                    <a:pt x="2329" y="20645"/>
                  </a:cubicBezTo>
                  <a:cubicBezTo>
                    <a:pt x="8503" y="13833"/>
                    <a:pt x="18417" y="8838"/>
                    <a:pt x="26775" y="5368"/>
                  </a:cubicBezTo>
                  <a:cubicBezTo>
                    <a:pt x="31889" y="3237"/>
                    <a:pt x="37209" y="1594"/>
                    <a:pt x="42636" y="4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28"/>
            <p:cNvSpPr/>
            <p:nvPr/>
          </p:nvSpPr>
          <p:spPr>
            <a:xfrm>
              <a:off x="389588" y="4007004"/>
              <a:ext cx="37140" cy="19578"/>
            </a:xfrm>
            <a:custGeom>
              <a:rect b="b" l="l" r="r" t="t"/>
              <a:pathLst>
                <a:path extrusionOk="0" h="13910" w="26387">
                  <a:moveTo>
                    <a:pt x="222" y="6753"/>
                  </a:moveTo>
                  <a:cubicBezTo>
                    <a:pt x="860" y="8289"/>
                    <a:pt x="2665" y="8926"/>
                    <a:pt x="4266" y="9380"/>
                  </a:cubicBezTo>
                  <a:cubicBezTo>
                    <a:pt x="8861" y="10688"/>
                    <a:pt x="13456" y="11975"/>
                    <a:pt x="18062" y="13229"/>
                  </a:cubicBezTo>
                  <a:cubicBezTo>
                    <a:pt x="19586" y="13640"/>
                    <a:pt x="21154" y="14062"/>
                    <a:pt x="22722" y="13857"/>
                  </a:cubicBezTo>
                  <a:cubicBezTo>
                    <a:pt x="24289" y="13651"/>
                    <a:pt x="25857" y="12678"/>
                    <a:pt x="26279" y="11154"/>
                  </a:cubicBezTo>
                  <a:cubicBezTo>
                    <a:pt x="26581" y="10051"/>
                    <a:pt x="26225" y="8861"/>
                    <a:pt x="25576" y="7921"/>
                  </a:cubicBezTo>
                  <a:cubicBezTo>
                    <a:pt x="24927" y="6991"/>
                    <a:pt x="24008" y="6277"/>
                    <a:pt x="23068" y="5629"/>
                  </a:cubicBezTo>
                  <a:cubicBezTo>
                    <a:pt x="18548" y="2526"/>
                    <a:pt x="13261" y="677"/>
                    <a:pt x="7823" y="93"/>
                  </a:cubicBezTo>
                  <a:cubicBezTo>
                    <a:pt x="6104" y="-91"/>
                    <a:pt x="4612" y="-91"/>
                    <a:pt x="3163" y="936"/>
                  </a:cubicBezTo>
                  <a:cubicBezTo>
                    <a:pt x="1444" y="2147"/>
                    <a:pt x="-719" y="4472"/>
                    <a:pt x="233" y="67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1" name="Google Shape;1251;p28"/>
          <p:cNvGrpSpPr/>
          <p:nvPr/>
        </p:nvGrpSpPr>
        <p:grpSpPr>
          <a:xfrm>
            <a:off x="6634691" y="3738180"/>
            <a:ext cx="917688" cy="1400236"/>
            <a:chOff x="1298027" y="4087007"/>
            <a:chExt cx="283780" cy="433000"/>
          </a:xfrm>
        </p:grpSpPr>
        <p:sp>
          <p:nvSpPr>
            <p:cNvPr id="1252" name="Google Shape;1252;p28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28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28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28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28"/>
            <p:cNvSpPr/>
            <p:nvPr/>
          </p:nvSpPr>
          <p:spPr>
            <a:xfrm>
              <a:off x="1445422" y="4394924"/>
              <a:ext cx="51360" cy="81369"/>
            </a:xfrm>
            <a:custGeom>
              <a:rect b="b" l="l" r="r" t="t"/>
              <a:pathLst>
                <a:path extrusionOk="0" h="57811" w="36490">
                  <a:moveTo>
                    <a:pt x="23862" y="0"/>
                  </a:moveTo>
                  <a:lnTo>
                    <a:pt x="23840" y="22"/>
                  </a:lnTo>
                  <a:lnTo>
                    <a:pt x="20197" y="3157"/>
                  </a:lnTo>
                  <a:lnTo>
                    <a:pt x="19570" y="3698"/>
                  </a:lnTo>
                  <a:cubicBezTo>
                    <a:pt x="5514" y="15775"/>
                    <a:pt x="0" y="39831"/>
                    <a:pt x="0" y="57812"/>
                  </a:cubicBezTo>
                  <a:lnTo>
                    <a:pt x="7925" y="57812"/>
                  </a:lnTo>
                  <a:lnTo>
                    <a:pt x="7925" y="55357"/>
                  </a:lnTo>
                  <a:cubicBezTo>
                    <a:pt x="7925" y="35571"/>
                    <a:pt x="16639" y="16791"/>
                    <a:pt x="31755" y="4011"/>
                  </a:cubicBezTo>
                  <a:lnTo>
                    <a:pt x="36490" y="11"/>
                  </a:lnTo>
                  <a:lnTo>
                    <a:pt x="23873" y="11"/>
                  </a:ln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28"/>
            <p:cNvSpPr/>
            <p:nvPr/>
          </p:nvSpPr>
          <p:spPr>
            <a:xfrm>
              <a:off x="1426914" y="4476227"/>
              <a:ext cx="25839" cy="43780"/>
            </a:xfrm>
            <a:custGeom>
              <a:rect b="b" l="l" r="r" t="t"/>
              <a:pathLst>
                <a:path extrusionOk="0" h="31105" w="18358">
                  <a:moveTo>
                    <a:pt x="0" y="0"/>
                  </a:moveTo>
                  <a:lnTo>
                    <a:pt x="18359" y="0"/>
                  </a:lnTo>
                  <a:lnTo>
                    <a:pt x="18359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28"/>
            <p:cNvSpPr/>
            <p:nvPr/>
          </p:nvSpPr>
          <p:spPr>
            <a:xfrm>
              <a:off x="1445422" y="4476227"/>
              <a:ext cx="7319" cy="43780"/>
            </a:xfrm>
            <a:custGeom>
              <a:rect b="b" l="l" r="r" t="t"/>
              <a:pathLst>
                <a:path extrusionOk="0" h="31105" w="5200">
                  <a:moveTo>
                    <a:pt x="0" y="0"/>
                  </a:moveTo>
                  <a:lnTo>
                    <a:pt x="5201" y="0"/>
                  </a:lnTo>
                  <a:lnTo>
                    <a:pt x="5201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28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28"/>
            <p:cNvSpPr/>
            <p:nvPr/>
          </p:nvSpPr>
          <p:spPr>
            <a:xfrm>
              <a:off x="1393685" y="4365481"/>
              <a:ext cx="103115" cy="29476"/>
            </a:xfrm>
            <a:custGeom>
              <a:rect b="b" l="l" r="r" t="t"/>
              <a:pathLst>
                <a:path extrusionOk="0" h="20942" w="73261">
                  <a:moveTo>
                    <a:pt x="55692" y="8736"/>
                  </a:moveTo>
                  <a:lnTo>
                    <a:pt x="60612" y="20943"/>
                  </a:lnTo>
                  <a:lnTo>
                    <a:pt x="73262" y="20943"/>
                  </a:lnTo>
                  <a:lnTo>
                    <a:pt x="67066" y="5579"/>
                  </a:lnTo>
                  <a:cubicBezTo>
                    <a:pt x="65704" y="2206"/>
                    <a:pt x="62439" y="0"/>
                    <a:pt x="58806" y="0"/>
                  </a:cubicBezTo>
                  <a:lnTo>
                    <a:pt x="6790" y="0"/>
                  </a:lnTo>
                  <a:cubicBezTo>
                    <a:pt x="4130" y="0"/>
                    <a:pt x="1665" y="1189"/>
                    <a:pt x="0" y="3157"/>
                  </a:cubicBezTo>
                  <a:lnTo>
                    <a:pt x="47421" y="3157"/>
                  </a:lnTo>
                  <a:cubicBezTo>
                    <a:pt x="51054" y="3157"/>
                    <a:pt x="54319" y="5363"/>
                    <a:pt x="55681" y="8736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28"/>
            <p:cNvSpPr/>
            <p:nvPr/>
          </p:nvSpPr>
          <p:spPr>
            <a:xfrm>
              <a:off x="1298027" y="4087007"/>
              <a:ext cx="283780" cy="283780"/>
            </a:xfrm>
            <a:custGeom>
              <a:rect b="b" l="l" r="r" t="t"/>
              <a:pathLst>
                <a:path extrusionOk="0" h="201620" w="201620">
                  <a:moveTo>
                    <a:pt x="201621" y="100810"/>
                  </a:moveTo>
                  <a:cubicBezTo>
                    <a:pt x="201621" y="156486"/>
                    <a:pt x="156486" y="201621"/>
                    <a:pt x="100810" y="201621"/>
                  </a:cubicBezTo>
                  <a:cubicBezTo>
                    <a:pt x="45134" y="201621"/>
                    <a:pt x="0" y="156486"/>
                    <a:pt x="0" y="100810"/>
                  </a:cubicBezTo>
                  <a:cubicBezTo>
                    <a:pt x="0" y="45134"/>
                    <a:pt x="45134" y="0"/>
                    <a:pt x="100810" y="0"/>
                  </a:cubicBezTo>
                  <a:cubicBezTo>
                    <a:pt x="156486" y="0"/>
                    <a:pt x="201621" y="45134"/>
                    <a:pt x="201621" y="100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8"/>
            <p:cNvSpPr/>
            <p:nvPr/>
          </p:nvSpPr>
          <p:spPr>
            <a:xfrm>
              <a:off x="1298027" y="4120677"/>
              <a:ext cx="277708" cy="250089"/>
            </a:xfrm>
            <a:custGeom>
              <a:rect b="b" l="l" r="r" t="t"/>
              <a:pathLst>
                <a:path extrusionOk="0" h="177683" w="197306">
                  <a:moveTo>
                    <a:pt x="31311" y="29192"/>
                  </a:moveTo>
                  <a:cubicBezTo>
                    <a:pt x="31311" y="19040"/>
                    <a:pt x="32825" y="9245"/>
                    <a:pt x="35625" y="0"/>
                  </a:cubicBezTo>
                  <a:cubicBezTo>
                    <a:pt x="13839" y="18488"/>
                    <a:pt x="0" y="46059"/>
                    <a:pt x="0" y="76873"/>
                  </a:cubicBezTo>
                  <a:cubicBezTo>
                    <a:pt x="0" y="132544"/>
                    <a:pt x="45129" y="177683"/>
                    <a:pt x="100810" y="177683"/>
                  </a:cubicBezTo>
                  <a:cubicBezTo>
                    <a:pt x="146328" y="177683"/>
                    <a:pt x="184787" y="147507"/>
                    <a:pt x="197307" y="106065"/>
                  </a:cubicBezTo>
                  <a:cubicBezTo>
                    <a:pt x="179727" y="120986"/>
                    <a:pt x="156989" y="130003"/>
                    <a:pt x="132122" y="130003"/>
                  </a:cubicBezTo>
                  <a:cubicBezTo>
                    <a:pt x="76451" y="130003"/>
                    <a:pt x="31311" y="84874"/>
                    <a:pt x="31311" y="29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8"/>
            <p:cNvSpPr/>
            <p:nvPr/>
          </p:nvSpPr>
          <p:spPr>
            <a:xfrm rot="-2574653">
              <a:off x="1524568" y="4131532"/>
              <a:ext cx="21438" cy="44549"/>
            </a:xfrm>
            <a:custGeom>
              <a:rect b="b" l="l" r="r" t="t"/>
              <a:pathLst>
                <a:path extrusionOk="0" h="31678" w="15244">
                  <a:moveTo>
                    <a:pt x="15245" y="15839"/>
                  </a:moveTo>
                  <a:cubicBezTo>
                    <a:pt x="15245" y="24587"/>
                    <a:pt x="11832" y="31679"/>
                    <a:pt x="7622" y="31679"/>
                  </a:cubicBezTo>
                  <a:cubicBezTo>
                    <a:pt x="3413" y="31679"/>
                    <a:pt x="0" y="24587"/>
                    <a:pt x="0" y="15839"/>
                  </a:cubicBezTo>
                  <a:cubicBezTo>
                    <a:pt x="0" y="7092"/>
                    <a:pt x="3413" y="0"/>
                    <a:pt x="7622" y="0"/>
                  </a:cubicBezTo>
                  <a:cubicBezTo>
                    <a:pt x="11832" y="0"/>
                    <a:pt x="15245" y="7092"/>
                    <a:pt x="15245" y="158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8"/>
            <p:cNvSpPr/>
            <p:nvPr/>
          </p:nvSpPr>
          <p:spPr>
            <a:xfrm>
              <a:off x="1473638" y="4139074"/>
              <a:ext cx="39205" cy="33324"/>
            </a:xfrm>
            <a:custGeom>
              <a:rect b="b" l="l" r="r" t="t"/>
              <a:pathLst>
                <a:path extrusionOk="0" h="23676" w="27854">
                  <a:moveTo>
                    <a:pt x="26799" y="21077"/>
                  </a:moveTo>
                  <a:cubicBezTo>
                    <a:pt x="23869" y="25164"/>
                    <a:pt x="15728" y="24342"/>
                    <a:pt x="8614" y="19239"/>
                  </a:cubicBezTo>
                  <a:cubicBezTo>
                    <a:pt x="1499" y="14136"/>
                    <a:pt x="-1874" y="6686"/>
                    <a:pt x="1056" y="2599"/>
                  </a:cubicBezTo>
                  <a:cubicBezTo>
                    <a:pt x="3986" y="-1488"/>
                    <a:pt x="12128" y="-666"/>
                    <a:pt x="19242" y="4437"/>
                  </a:cubicBezTo>
                  <a:cubicBezTo>
                    <a:pt x="26345" y="9541"/>
                    <a:pt x="29729" y="16990"/>
                    <a:pt x="26799" y="210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8"/>
            <p:cNvSpPr/>
            <p:nvPr/>
          </p:nvSpPr>
          <p:spPr>
            <a:xfrm>
              <a:off x="1470399" y="4103771"/>
              <a:ext cx="41124" cy="27549"/>
            </a:xfrm>
            <a:custGeom>
              <a:rect b="b" l="l" r="r" t="t"/>
              <a:pathLst>
                <a:path extrusionOk="0" h="19573" w="29218">
                  <a:moveTo>
                    <a:pt x="28821" y="16787"/>
                  </a:moveTo>
                  <a:cubicBezTo>
                    <a:pt x="26962" y="20561"/>
                    <a:pt x="19091" y="20496"/>
                    <a:pt x="11241" y="16625"/>
                  </a:cubicBezTo>
                  <a:cubicBezTo>
                    <a:pt x="3392" y="12755"/>
                    <a:pt x="-1463" y="6559"/>
                    <a:pt x="397" y="2786"/>
                  </a:cubicBezTo>
                  <a:cubicBezTo>
                    <a:pt x="2256" y="-987"/>
                    <a:pt x="10128" y="-922"/>
                    <a:pt x="17977" y="2948"/>
                  </a:cubicBezTo>
                  <a:cubicBezTo>
                    <a:pt x="25826" y="6819"/>
                    <a:pt x="30681" y="13014"/>
                    <a:pt x="28821" y="167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6" name="Google Shape;1266;p28"/>
          <p:cNvSpPr/>
          <p:nvPr/>
        </p:nvSpPr>
        <p:spPr>
          <a:xfrm>
            <a:off x="3647926" y="4873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8"/>
          <p:cNvSpPr/>
          <p:nvPr/>
        </p:nvSpPr>
        <p:spPr>
          <a:xfrm>
            <a:off x="5272503" y="2608899"/>
            <a:ext cx="2039731" cy="236997"/>
          </a:xfrm>
          <a:custGeom>
            <a:rect b="b" l="l" r="r" t="t"/>
            <a:pathLst>
              <a:path extrusionOk="0" h="36858" w="317221">
                <a:moveTo>
                  <a:pt x="317211" y="36858"/>
                </a:moveTo>
                <a:lnTo>
                  <a:pt x="0" y="36858"/>
                </a:lnTo>
                <a:cubicBezTo>
                  <a:pt x="19116" y="23441"/>
                  <a:pt x="48448" y="21830"/>
                  <a:pt x="69131" y="32663"/>
                </a:cubicBezTo>
                <a:cubicBezTo>
                  <a:pt x="100616" y="23278"/>
                  <a:pt x="134965" y="23776"/>
                  <a:pt x="166158" y="34090"/>
                </a:cubicBezTo>
                <a:cubicBezTo>
                  <a:pt x="168676" y="20132"/>
                  <a:pt x="188646" y="11061"/>
                  <a:pt x="201015" y="18002"/>
                </a:cubicBezTo>
                <a:cubicBezTo>
                  <a:pt x="202205" y="12813"/>
                  <a:pt x="206508" y="8466"/>
                  <a:pt x="211687" y="7212"/>
                </a:cubicBezTo>
                <a:cubicBezTo>
                  <a:pt x="216866" y="5958"/>
                  <a:pt x="222671" y="7871"/>
                  <a:pt x="226110" y="11948"/>
                </a:cubicBezTo>
                <a:cubicBezTo>
                  <a:pt x="232013" y="2347"/>
                  <a:pt x="244825" y="-2346"/>
                  <a:pt x="255540" y="1157"/>
                </a:cubicBezTo>
                <a:cubicBezTo>
                  <a:pt x="266244" y="4661"/>
                  <a:pt x="273801" y="16035"/>
                  <a:pt x="272882" y="27268"/>
                </a:cubicBezTo>
                <a:cubicBezTo>
                  <a:pt x="286711" y="20943"/>
                  <a:pt x="306204" y="26382"/>
                  <a:pt x="317222" y="368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29"/>
          <p:cNvSpPr txBox="1"/>
          <p:nvPr>
            <p:ph type="title"/>
          </p:nvPr>
        </p:nvSpPr>
        <p:spPr>
          <a:xfrm>
            <a:off x="720000" y="664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Statement</a:t>
            </a:r>
            <a:endParaRPr sz="3600"/>
          </a:p>
        </p:txBody>
      </p:sp>
      <p:sp>
        <p:nvSpPr>
          <p:cNvPr id="1273" name="Google Shape;1273;p29"/>
          <p:cNvSpPr txBox="1"/>
          <p:nvPr>
            <p:ph idx="1" type="body"/>
          </p:nvPr>
        </p:nvSpPr>
        <p:spPr>
          <a:xfrm>
            <a:off x="720000" y="1422200"/>
            <a:ext cx="4385400" cy="28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Dairy Creek Golf Course experiences slow and inconsistent pace of play due to non-optimized tee times, uneven group distribution, bottlenecks on longer holes, and variability between walking and riding groups, resulting in delays, congestion, and reduced customer satisfaction.</a:t>
            </a:r>
            <a:endParaRPr sz="2000"/>
          </a:p>
        </p:txBody>
      </p:sp>
      <p:sp>
        <p:nvSpPr>
          <p:cNvPr id="1274" name="Google Shape;1274;p29"/>
          <p:cNvSpPr/>
          <p:nvPr/>
        </p:nvSpPr>
        <p:spPr>
          <a:xfrm>
            <a:off x="7913831" y="1236913"/>
            <a:ext cx="870255" cy="185280"/>
          </a:xfrm>
          <a:custGeom>
            <a:rect b="b" l="l" r="r" t="t"/>
            <a:pathLst>
              <a:path extrusionOk="0" h="28815" w="135343">
                <a:moveTo>
                  <a:pt x="0" y="28805"/>
                </a:moveTo>
                <a:lnTo>
                  <a:pt x="135343" y="28805"/>
                </a:lnTo>
                <a:cubicBezTo>
                  <a:pt x="132684" y="19063"/>
                  <a:pt x="121958" y="11927"/>
                  <a:pt x="112001" y="13625"/>
                </a:cubicBezTo>
                <a:cubicBezTo>
                  <a:pt x="111903" y="7018"/>
                  <a:pt x="106000" y="1440"/>
                  <a:pt x="99491" y="282"/>
                </a:cubicBezTo>
                <a:cubicBezTo>
                  <a:pt x="92983" y="-874"/>
                  <a:pt x="86257" y="1645"/>
                  <a:pt x="80960" y="5602"/>
                </a:cubicBezTo>
                <a:cubicBezTo>
                  <a:pt x="74840" y="10165"/>
                  <a:pt x="70201" y="16663"/>
                  <a:pt x="67866" y="23928"/>
                </a:cubicBezTo>
                <a:cubicBezTo>
                  <a:pt x="66439" y="21139"/>
                  <a:pt x="63358" y="19279"/>
                  <a:pt x="60233" y="19311"/>
                </a:cubicBezTo>
                <a:cubicBezTo>
                  <a:pt x="57098" y="19333"/>
                  <a:pt x="54060" y="21247"/>
                  <a:pt x="52665" y="24047"/>
                </a:cubicBezTo>
                <a:cubicBezTo>
                  <a:pt x="45323" y="18814"/>
                  <a:pt x="36036" y="16403"/>
                  <a:pt x="27073" y="17387"/>
                </a:cubicBezTo>
                <a:cubicBezTo>
                  <a:pt x="18110" y="18371"/>
                  <a:pt x="6022" y="22112"/>
                  <a:pt x="0" y="2881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5" name="Google Shape;1275;p29"/>
          <p:cNvGrpSpPr/>
          <p:nvPr/>
        </p:nvGrpSpPr>
        <p:grpSpPr>
          <a:xfrm>
            <a:off x="7813627" y="3715625"/>
            <a:ext cx="393151" cy="888374"/>
            <a:chOff x="2371457" y="352177"/>
            <a:chExt cx="567236" cy="1281740"/>
          </a:xfrm>
        </p:grpSpPr>
        <p:sp>
          <p:nvSpPr>
            <p:cNvPr id="1276" name="Google Shape;1276;p29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29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3" name="Google Shape;12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700" y="1236925"/>
            <a:ext cx="3378125" cy="21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Simulation Study Objectives</a:t>
            </a:r>
            <a:endParaRPr sz="3600"/>
          </a:p>
        </p:txBody>
      </p:sp>
      <p:sp>
        <p:nvSpPr>
          <p:cNvPr id="1289" name="Google Shape;1289;p30"/>
          <p:cNvSpPr txBox="1"/>
          <p:nvPr>
            <p:ph idx="1" type="body"/>
          </p:nvPr>
        </p:nvSpPr>
        <p:spPr>
          <a:xfrm>
            <a:off x="720000" y="1206821"/>
            <a:ext cx="82668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Our project aims to: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Improve pace of play (POP)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Optimize the number of players on the course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Increase the number of rounds played in a day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Determine optimal tee time intervals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Identify ideal number of carts to have available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1"/>
          <p:cNvSpPr txBox="1"/>
          <p:nvPr>
            <p:ph type="title"/>
          </p:nvPr>
        </p:nvSpPr>
        <p:spPr>
          <a:xfrm>
            <a:off x="720000" y="387675"/>
            <a:ext cx="6421500" cy="6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Key Performance Measures</a:t>
            </a:r>
            <a:endParaRPr sz="3600"/>
          </a:p>
        </p:txBody>
      </p:sp>
      <p:sp>
        <p:nvSpPr>
          <p:cNvPr id="1295" name="Google Shape;1295;p31"/>
          <p:cNvSpPr txBox="1"/>
          <p:nvPr>
            <p:ph idx="1" type="body"/>
          </p:nvPr>
        </p:nvSpPr>
        <p:spPr>
          <a:xfrm>
            <a:off x="720000" y="1139833"/>
            <a:ext cx="7587900" cy="32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Average round completion time (total POP)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Average hole time and cycle time per hole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Idle / wait time between holes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Tee sheet utilization – % of slots filled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Group size distribution and walk vs ride ratio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Total groups and players completed per day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32"/>
          <p:cNvSpPr txBox="1"/>
          <p:nvPr>
            <p:ph type="title"/>
          </p:nvPr>
        </p:nvSpPr>
        <p:spPr>
          <a:xfrm>
            <a:off x="457875" y="454575"/>
            <a:ext cx="4762200" cy="6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Scope of the Model</a:t>
            </a:r>
            <a:endParaRPr sz="3600"/>
          </a:p>
        </p:txBody>
      </p:sp>
      <p:sp>
        <p:nvSpPr>
          <p:cNvPr id="1301" name="Google Shape;1301;p32"/>
          <p:cNvSpPr txBox="1"/>
          <p:nvPr>
            <p:ph idx="1" type="body"/>
          </p:nvPr>
        </p:nvSpPr>
        <p:spPr>
          <a:xfrm>
            <a:off x="333575" y="1197252"/>
            <a:ext cx="8576700" cy="27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Simulates all 9 holes of Dairy Creek, modeling group flow, hole times, and course congestion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Groups vary by size, mode (walk/ride), and start time based on historical tee sheets.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Hole times use Visage data with fitted probability distributions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8-minute tee intervals and day-specific arrival schedules replicate real operations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Captures effects of peak hours, bottlenecks, and group size speed differences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 sz="1600"/>
              <a:t>Outputs: total round time, per-hole time, wait time, and groups completed per day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6" name="Google Shape;1306;p33"/>
          <p:cNvGrpSpPr/>
          <p:nvPr/>
        </p:nvGrpSpPr>
        <p:grpSpPr>
          <a:xfrm flipH="1">
            <a:off x="7814590" y="3834908"/>
            <a:ext cx="1326491" cy="771410"/>
            <a:chOff x="-1" y="3834908"/>
            <a:chExt cx="1326491" cy="771410"/>
          </a:xfrm>
        </p:grpSpPr>
        <p:sp>
          <p:nvSpPr>
            <p:cNvPr id="1307" name="Google Shape;1307;p33"/>
            <p:cNvSpPr/>
            <p:nvPr/>
          </p:nvSpPr>
          <p:spPr>
            <a:xfrm flipH="1">
              <a:off x="180" y="3834908"/>
              <a:ext cx="997812" cy="678320"/>
            </a:xfrm>
            <a:custGeom>
              <a:rect b="b" l="l" r="r" t="t"/>
              <a:pathLst>
                <a:path extrusionOk="0" h="185841" w="226518">
                  <a:moveTo>
                    <a:pt x="194332" y="1391"/>
                  </a:moveTo>
                  <a:cubicBezTo>
                    <a:pt x="175984" y="5326"/>
                    <a:pt x="158987" y="20452"/>
                    <a:pt x="158219" y="39200"/>
                  </a:cubicBezTo>
                  <a:cubicBezTo>
                    <a:pt x="154435" y="32637"/>
                    <a:pt x="146024" y="29156"/>
                    <a:pt x="138704" y="31113"/>
                  </a:cubicBezTo>
                  <a:cubicBezTo>
                    <a:pt x="131395" y="33080"/>
                    <a:pt x="125860" y="40314"/>
                    <a:pt x="125870" y="47882"/>
                  </a:cubicBezTo>
                  <a:cubicBezTo>
                    <a:pt x="119156" y="35200"/>
                    <a:pt x="102798" y="29102"/>
                    <a:pt x="88958" y="32864"/>
                  </a:cubicBezTo>
                  <a:cubicBezTo>
                    <a:pt x="75119" y="36637"/>
                    <a:pt x="64469" y="49114"/>
                    <a:pt x="61345" y="63116"/>
                  </a:cubicBezTo>
                  <a:cubicBezTo>
                    <a:pt x="58220" y="77117"/>
                    <a:pt x="62091" y="92178"/>
                    <a:pt x="70222" y="104007"/>
                  </a:cubicBezTo>
                  <a:cubicBezTo>
                    <a:pt x="61712" y="101055"/>
                    <a:pt x="51625" y="109780"/>
                    <a:pt x="53312" y="118624"/>
                  </a:cubicBezTo>
                  <a:cubicBezTo>
                    <a:pt x="37180" y="119251"/>
                    <a:pt x="21481" y="127328"/>
                    <a:pt x="11589" y="140086"/>
                  </a:cubicBezTo>
                  <a:cubicBezTo>
                    <a:pt x="1695" y="152855"/>
                    <a:pt x="-2208" y="170067"/>
                    <a:pt x="1220" y="185842"/>
                  </a:cubicBezTo>
                  <a:cubicBezTo>
                    <a:pt x="72730" y="158498"/>
                    <a:pt x="150003" y="148530"/>
                    <a:pt x="226518" y="151914"/>
                  </a:cubicBezTo>
                  <a:lnTo>
                    <a:pt x="226518" y="2212"/>
                  </a:lnTo>
                  <a:cubicBezTo>
                    <a:pt x="215847" y="-166"/>
                    <a:pt x="204959" y="-901"/>
                    <a:pt x="194321" y="13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08" name="Google Shape;1308;p33"/>
            <p:cNvGrpSpPr/>
            <p:nvPr/>
          </p:nvGrpSpPr>
          <p:grpSpPr>
            <a:xfrm flipH="1">
              <a:off x="-1" y="4271587"/>
              <a:ext cx="1326491" cy="334731"/>
              <a:chOff x="7814590" y="4271587"/>
              <a:chExt cx="1326491" cy="334731"/>
            </a:xfrm>
          </p:grpSpPr>
          <p:sp>
            <p:nvSpPr>
              <p:cNvPr id="1309" name="Google Shape;1309;p33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33"/>
              <p:cNvSpPr/>
              <p:nvPr/>
            </p:nvSpPr>
            <p:spPr>
              <a:xfrm>
                <a:off x="7814590" y="4271587"/>
                <a:ext cx="1326491" cy="334731"/>
              </a:xfrm>
              <a:custGeom>
                <a:rect b="b" l="l" r="r" t="t"/>
                <a:pathLst>
                  <a:path extrusionOk="0" h="91707" w="301133">
                    <a:moveTo>
                      <a:pt x="252340" y="4768"/>
                    </a:moveTo>
                    <a:cubicBezTo>
                      <a:pt x="222250" y="5319"/>
                      <a:pt x="192009" y="1578"/>
                      <a:pt x="162135" y="5233"/>
                    </a:cubicBezTo>
                    <a:cubicBezTo>
                      <a:pt x="100291" y="12791"/>
                      <a:pt x="47908" y="50437"/>
                      <a:pt x="0" y="91707"/>
                    </a:cubicBezTo>
                    <a:lnTo>
                      <a:pt x="88971" y="91707"/>
                    </a:lnTo>
                    <a:cubicBezTo>
                      <a:pt x="116347" y="70548"/>
                      <a:pt x="145734" y="52741"/>
                      <a:pt x="178851" y="43366"/>
                    </a:cubicBezTo>
                    <a:cubicBezTo>
                      <a:pt x="216768" y="32641"/>
                      <a:pt x="256870" y="33820"/>
                      <a:pt x="296041" y="29614"/>
                    </a:cubicBezTo>
                    <a:cubicBezTo>
                      <a:pt x="297739" y="29430"/>
                      <a:pt x="299436" y="29235"/>
                      <a:pt x="301134" y="29020"/>
                    </a:cubicBezTo>
                    <a:lnTo>
                      <a:pt x="301134" y="0"/>
                    </a:lnTo>
                    <a:cubicBezTo>
                      <a:pt x="285024" y="2854"/>
                      <a:pt x="268698" y="4465"/>
                      <a:pt x="252340" y="47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33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2" name="Google Shape;1312;p33"/>
          <p:cNvGrpSpPr/>
          <p:nvPr/>
        </p:nvGrpSpPr>
        <p:grpSpPr>
          <a:xfrm flipH="1">
            <a:off x="-1" y="3744257"/>
            <a:ext cx="5757520" cy="862356"/>
            <a:chOff x="3383561" y="3744257"/>
            <a:chExt cx="5757520" cy="862356"/>
          </a:xfrm>
        </p:grpSpPr>
        <p:sp>
          <p:nvSpPr>
            <p:cNvPr id="1313" name="Google Shape;1313;p33"/>
            <p:cNvSpPr/>
            <p:nvPr/>
          </p:nvSpPr>
          <p:spPr>
            <a:xfrm flipH="1">
              <a:off x="7415315" y="3805754"/>
              <a:ext cx="1254258" cy="629767"/>
            </a:xfrm>
            <a:custGeom>
              <a:rect b="b" l="l" r="r" t="t"/>
              <a:pathLst>
                <a:path extrusionOk="0" h="172539" w="284735">
                  <a:moveTo>
                    <a:pt x="7229" y="111178"/>
                  </a:moveTo>
                  <a:cubicBezTo>
                    <a:pt x="18073" y="92128"/>
                    <a:pt x="40929" y="80667"/>
                    <a:pt x="62683" y="83380"/>
                  </a:cubicBezTo>
                  <a:cubicBezTo>
                    <a:pt x="62207" y="72406"/>
                    <a:pt x="76922" y="64265"/>
                    <a:pt x="85961" y="70504"/>
                  </a:cubicBezTo>
                  <a:cubicBezTo>
                    <a:pt x="80706" y="53442"/>
                    <a:pt x="91259" y="33148"/>
                    <a:pt x="108244" y="27645"/>
                  </a:cubicBezTo>
                  <a:cubicBezTo>
                    <a:pt x="125230" y="22153"/>
                    <a:pt x="145675" y="32413"/>
                    <a:pt x="151405" y="49323"/>
                  </a:cubicBezTo>
                  <a:cubicBezTo>
                    <a:pt x="157244" y="39322"/>
                    <a:pt x="173473" y="37863"/>
                    <a:pt x="180998" y="46653"/>
                  </a:cubicBezTo>
                  <a:cubicBezTo>
                    <a:pt x="184036" y="17266"/>
                    <a:pt x="216061" y="-5548"/>
                    <a:pt x="244831" y="1188"/>
                  </a:cubicBezTo>
                  <a:cubicBezTo>
                    <a:pt x="273602" y="7924"/>
                    <a:pt x="292177" y="42576"/>
                    <a:pt x="281851" y="70255"/>
                  </a:cubicBezTo>
                  <a:cubicBezTo>
                    <a:pt x="280522" y="73834"/>
                    <a:pt x="252551" y="79380"/>
                    <a:pt x="248053" y="80862"/>
                  </a:cubicBezTo>
                  <a:cubicBezTo>
                    <a:pt x="236030" y="84808"/>
                    <a:pt x="224062" y="88916"/>
                    <a:pt x="212158" y="93187"/>
                  </a:cubicBezTo>
                  <a:cubicBezTo>
                    <a:pt x="188339" y="101728"/>
                    <a:pt x="164758" y="110929"/>
                    <a:pt x="141448" y="120768"/>
                  </a:cubicBezTo>
                  <a:cubicBezTo>
                    <a:pt x="118137" y="130607"/>
                    <a:pt x="95097" y="141084"/>
                    <a:pt x="72360" y="152199"/>
                  </a:cubicBezTo>
                  <a:cubicBezTo>
                    <a:pt x="57180" y="159615"/>
                    <a:pt x="33696" y="178590"/>
                    <a:pt x="15835" y="170622"/>
                  </a:cubicBezTo>
                  <a:cubicBezTo>
                    <a:pt x="-5346" y="161172"/>
                    <a:pt x="-2102" y="127569"/>
                    <a:pt x="7229" y="1111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3"/>
            <p:cNvSpPr/>
            <p:nvPr/>
          </p:nvSpPr>
          <p:spPr>
            <a:xfrm flipH="1">
              <a:off x="3766253" y="3788189"/>
              <a:ext cx="2420451" cy="680926"/>
            </a:xfrm>
            <a:custGeom>
              <a:rect b="b" l="l" r="r" t="t"/>
              <a:pathLst>
                <a:path extrusionOk="0" h="186555" w="549478">
                  <a:moveTo>
                    <a:pt x="0" y="42978"/>
                  </a:moveTo>
                  <a:cubicBezTo>
                    <a:pt x="6076" y="26545"/>
                    <a:pt x="21808" y="14111"/>
                    <a:pt x="39204" y="12002"/>
                  </a:cubicBezTo>
                  <a:cubicBezTo>
                    <a:pt x="56600" y="9894"/>
                    <a:pt x="74851" y="18209"/>
                    <a:pt x="84679" y="32707"/>
                  </a:cubicBezTo>
                  <a:cubicBezTo>
                    <a:pt x="90474" y="25236"/>
                    <a:pt x="105124" y="30231"/>
                    <a:pt x="105157" y="39691"/>
                  </a:cubicBezTo>
                  <a:cubicBezTo>
                    <a:pt x="112292" y="31929"/>
                    <a:pt x="124110" y="28869"/>
                    <a:pt x="134111" y="32199"/>
                  </a:cubicBezTo>
                  <a:cubicBezTo>
                    <a:pt x="144112" y="35518"/>
                    <a:pt x="151756" y="45054"/>
                    <a:pt x="152815" y="55531"/>
                  </a:cubicBezTo>
                  <a:cubicBezTo>
                    <a:pt x="155227" y="24825"/>
                    <a:pt x="184581" y="-1221"/>
                    <a:pt x="215363" y="44"/>
                  </a:cubicBezTo>
                  <a:cubicBezTo>
                    <a:pt x="246133" y="1309"/>
                    <a:pt x="273260" y="29680"/>
                    <a:pt x="273131" y="60483"/>
                  </a:cubicBezTo>
                  <a:cubicBezTo>
                    <a:pt x="277434" y="56720"/>
                    <a:pt x="284851" y="57434"/>
                    <a:pt x="288375" y="61932"/>
                  </a:cubicBezTo>
                  <a:cubicBezTo>
                    <a:pt x="291889" y="66429"/>
                    <a:pt x="290776" y="73803"/>
                    <a:pt x="286094" y="77069"/>
                  </a:cubicBezTo>
                  <a:cubicBezTo>
                    <a:pt x="297803" y="78334"/>
                    <a:pt x="308561" y="86302"/>
                    <a:pt x="313167" y="97146"/>
                  </a:cubicBezTo>
                  <a:cubicBezTo>
                    <a:pt x="317773" y="107991"/>
                    <a:pt x="316043" y="121268"/>
                    <a:pt x="308821" y="130577"/>
                  </a:cubicBezTo>
                  <a:cubicBezTo>
                    <a:pt x="322022" y="114445"/>
                    <a:pt x="346781" y="111818"/>
                    <a:pt x="365627" y="120716"/>
                  </a:cubicBezTo>
                  <a:cubicBezTo>
                    <a:pt x="370946" y="105990"/>
                    <a:pt x="380125" y="92237"/>
                    <a:pt x="393359" y="83880"/>
                  </a:cubicBezTo>
                  <a:cubicBezTo>
                    <a:pt x="406593" y="75522"/>
                    <a:pt x="424184" y="73295"/>
                    <a:pt x="438110" y="80453"/>
                  </a:cubicBezTo>
                  <a:cubicBezTo>
                    <a:pt x="452035" y="87610"/>
                    <a:pt x="460642" y="104974"/>
                    <a:pt x="455712" y="119830"/>
                  </a:cubicBezTo>
                  <a:cubicBezTo>
                    <a:pt x="459290" y="113721"/>
                    <a:pt x="467518" y="110834"/>
                    <a:pt x="474124" y="113342"/>
                  </a:cubicBezTo>
                  <a:cubicBezTo>
                    <a:pt x="480741" y="115862"/>
                    <a:pt x="484958" y="123495"/>
                    <a:pt x="483574" y="130426"/>
                  </a:cubicBezTo>
                  <a:cubicBezTo>
                    <a:pt x="496472" y="118186"/>
                    <a:pt x="518096" y="116489"/>
                    <a:pt x="532747" y="126576"/>
                  </a:cubicBezTo>
                  <a:cubicBezTo>
                    <a:pt x="547396" y="136664"/>
                    <a:pt x="553527" y="157466"/>
                    <a:pt x="546683" y="173889"/>
                  </a:cubicBezTo>
                  <a:cubicBezTo>
                    <a:pt x="477249" y="182906"/>
                    <a:pt x="405404" y="189350"/>
                    <a:pt x="335494" y="185339"/>
                  </a:cubicBezTo>
                  <a:cubicBezTo>
                    <a:pt x="213319" y="178344"/>
                    <a:pt x="92918" y="122597"/>
                    <a:pt x="0" y="42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15" name="Google Shape;1315;p33"/>
            <p:cNvGrpSpPr/>
            <p:nvPr/>
          </p:nvGrpSpPr>
          <p:grpSpPr>
            <a:xfrm flipH="1">
              <a:off x="3383561" y="3744257"/>
              <a:ext cx="5757520" cy="862356"/>
              <a:chOff x="-1" y="3744257"/>
              <a:chExt cx="5757520" cy="862356"/>
            </a:xfrm>
          </p:grpSpPr>
          <p:sp>
            <p:nvSpPr>
              <p:cNvPr id="1316" name="Google Shape;1316;p33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33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33"/>
              <p:cNvSpPr/>
              <p:nvPr/>
            </p:nvSpPr>
            <p:spPr>
              <a:xfrm>
                <a:off x="48" y="3744257"/>
                <a:ext cx="5757472" cy="862356"/>
              </a:xfrm>
              <a:custGeom>
                <a:rect b="b" l="l" r="r" t="t"/>
                <a:pathLst>
                  <a:path extrusionOk="0" h="236262" w="1307031">
                    <a:moveTo>
                      <a:pt x="1109130" y="157584"/>
                    </a:moveTo>
                    <a:cubicBezTo>
                      <a:pt x="1073159" y="160493"/>
                      <a:pt x="1038117" y="171456"/>
                      <a:pt x="1002081" y="173240"/>
                    </a:cubicBezTo>
                    <a:cubicBezTo>
                      <a:pt x="832907" y="181619"/>
                      <a:pt x="702126" y="-7449"/>
                      <a:pt x="532919" y="228"/>
                    </a:cubicBezTo>
                    <a:cubicBezTo>
                      <a:pt x="403771" y="6088"/>
                      <a:pt x="305912" y="124975"/>
                      <a:pt x="179294" y="151086"/>
                    </a:cubicBezTo>
                    <a:cubicBezTo>
                      <a:pt x="118596" y="163606"/>
                      <a:pt x="53865" y="151951"/>
                      <a:pt x="0" y="121505"/>
                    </a:cubicBezTo>
                    <a:lnTo>
                      <a:pt x="0" y="190853"/>
                    </a:lnTo>
                    <a:cubicBezTo>
                      <a:pt x="35701" y="201913"/>
                      <a:pt x="73067" y="207622"/>
                      <a:pt x="110444" y="207525"/>
                    </a:cubicBezTo>
                    <a:cubicBezTo>
                      <a:pt x="176948" y="207362"/>
                      <a:pt x="243311" y="188852"/>
                      <a:pt x="300301" y="154557"/>
                    </a:cubicBezTo>
                    <a:cubicBezTo>
                      <a:pt x="336672" y="132663"/>
                      <a:pt x="369054" y="104660"/>
                      <a:pt x="405274" y="82506"/>
                    </a:cubicBezTo>
                    <a:cubicBezTo>
                      <a:pt x="450089" y="55087"/>
                      <a:pt x="493889" y="45086"/>
                      <a:pt x="545753" y="51033"/>
                    </a:cubicBezTo>
                    <a:cubicBezTo>
                      <a:pt x="683713" y="66861"/>
                      <a:pt x="787962" y="197988"/>
                      <a:pt x="926117" y="212109"/>
                    </a:cubicBezTo>
                    <a:cubicBezTo>
                      <a:pt x="949654" y="214520"/>
                      <a:pt x="973332" y="214206"/>
                      <a:pt x="996664" y="211254"/>
                    </a:cubicBezTo>
                    <a:cubicBezTo>
                      <a:pt x="1022180" y="208032"/>
                      <a:pt x="1047815" y="205341"/>
                      <a:pt x="1073559" y="204994"/>
                    </a:cubicBezTo>
                    <a:cubicBezTo>
                      <a:pt x="1089950" y="204778"/>
                      <a:pt x="1106557" y="205535"/>
                      <a:pt x="1122245" y="210281"/>
                    </a:cubicBezTo>
                    <a:cubicBezTo>
                      <a:pt x="1139674" y="215547"/>
                      <a:pt x="1154843" y="225288"/>
                      <a:pt x="1169439" y="236263"/>
                    </a:cubicBezTo>
                    <a:lnTo>
                      <a:pt x="1307031" y="236263"/>
                    </a:lnTo>
                    <a:cubicBezTo>
                      <a:pt x="1257653" y="181878"/>
                      <a:pt x="1182435" y="151670"/>
                      <a:pt x="1109130" y="15759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9" name="Google Shape;1319;p33"/>
          <p:cNvGrpSpPr/>
          <p:nvPr/>
        </p:nvGrpSpPr>
        <p:grpSpPr>
          <a:xfrm>
            <a:off x="3947927" y="3523125"/>
            <a:ext cx="393151" cy="888374"/>
            <a:chOff x="2371457" y="352177"/>
            <a:chExt cx="567236" cy="1281740"/>
          </a:xfrm>
        </p:grpSpPr>
        <p:sp>
          <p:nvSpPr>
            <p:cNvPr id="1320" name="Google Shape;1320;p33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33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7" name="Google Shape;1327;p33"/>
          <p:cNvSpPr/>
          <p:nvPr/>
        </p:nvSpPr>
        <p:spPr>
          <a:xfrm>
            <a:off x="8507389" y="57846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3"/>
          <p:cNvSpPr txBox="1"/>
          <p:nvPr>
            <p:ph type="title"/>
          </p:nvPr>
        </p:nvSpPr>
        <p:spPr>
          <a:xfrm>
            <a:off x="2386575" y="1124975"/>
            <a:ext cx="53145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Measure </a:t>
            </a:r>
            <a:r>
              <a:rPr lang="en" sz="6000"/>
              <a:t>Phase</a:t>
            </a:r>
            <a:endParaRPr sz="6000"/>
          </a:p>
        </p:txBody>
      </p:sp>
      <p:sp>
        <p:nvSpPr>
          <p:cNvPr id="1329" name="Google Shape;1329;p33"/>
          <p:cNvSpPr txBox="1"/>
          <p:nvPr>
            <p:ph idx="2" type="title"/>
          </p:nvPr>
        </p:nvSpPr>
        <p:spPr>
          <a:xfrm>
            <a:off x="842725" y="936125"/>
            <a:ext cx="1288800" cy="1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grpSp>
        <p:nvGrpSpPr>
          <p:cNvPr id="1330" name="Google Shape;1330;p33"/>
          <p:cNvGrpSpPr/>
          <p:nvPr/>
        </p:nvGrpSpPr>
        <p:grpSpPr>
          <a:xfrm>
            <a:off x="6243974" y="1418213"/>
            <a:ext cx="3054570" cy="3168317"/>
            <a:chOff x="239073" y="3411907"/>
            <a:chExt cx="944576" cy="979750"/>
          </a:xfrm>
        </p:grpSpPr>
        <p:sp>
          <p:nvSpPr>
            <p:cNvPr id="1331" name="Google Shape;1331;p33"/>
            <p:cNvSpPr/>
            <p:nvPr/>
          </p:nvSpPr>
          <p:spPr>
            <a:xfrm>
              <a:off x="945325" y="3411907"/>
              <a:ext cx="238325" cy="504894"/>
            </a:xfrm>
            <a:custGeom>
              <a:rect b="b" l="l" r="r" t="t"/>
              <a:pathLst>
                <a:path extrusionOk="0" h="358717" w="169325">
                  <a:moveTo>
                    <a:pt x="0" y="346652"/>
                  </a:moveTo>
                  <a:lnTo>
                    <a:pt x="28706" y="358718"/>
                  </a:lnTo>
                  <a:lnTo>
                    <a:pt x="169325" y="11201"/>
                  </a:lnTo>
                  <a:lnTo>
                    <a:pt x="140263" y="0"/>
                  </a:lnTo>
                  <a:lnTo>
                    <a:pt x="0" y="3466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239073" y="3933512"/>
              <a:ext cx="739517" cy="458145"/>
            </a:xfrm>
            <a:custGeom>
              <a:rect b="b" l="l" r="r" t="t"/>
              <a:pathLst>
                <a:path extrusionOk="0" h="325503" w="525412">
                  <a:moveTo>
                    <a:pt x="467050" y="40188"/>
                  </a:moveTo>
                  <a:cubicBezTo>
                    <a:pt x="438928" y="109698"/>
                    <a:pt x="359785" y="143247"/>
                    <a:pt x="290275" y="115115"/>
                  </a:cubicBezTo>
                  <a:lnTo>
                    <a:pt x="138973" y="53898"/>
                  </a:lnTo>
                  <a:cubicBezTo>
                    <a:pt x="80318" y="30165"/>
                    <a:pt x="15339" y="69499"/>
                    <a:pt x="9165" y="132468"/>
                  </a:cubicBezTo>
                  <a:lnTo>
                    <a:pt x="461" y="221255"/>
                  </a:lnTo>
                  <a:cubicBezTo>
                    <a:pt x="-4999" y="276915"/>
                    <a:pt x="38703" y="325168"/>
                    <a:pt x="94633" y="325233"/>
                  </a:cubicBezTo>
                  <a:lnTo>
                    <a:pt x="331847" y="325504"/>
                  </a:lnTo>
                  <a:cubicBezTo>
                    <a:pt x="373602" y="325547"/>
                    <a:pt x="411206" y="300236"/>
                    <a:pt x="426873" y="261530"/>
                  </a:cubicBezTo>
                  <a:lnTo>
                    <a:pt x="458562" y="183208"/>
                  </a:lnTo>
                  <a:lnTo>
                    <a:pt x="525412" y="18002"/>
                  </a:lnTo>
                  <a:lnTo>
                    <a:pt x="483322" y="0"/>
                  </a:lnTo>
                  <a:lnTo>
                    <a:pt x="467061" y="401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940580" y="3860605"/>
              <a:ext cx="67049" cy="44664"/>
            </a:xfrm>
            <a:custGeom>
              <a:rect b="b" l="l" r="r" t="t"/>
              <a:pathLst>
                <a:path extrusionOk="0" h="31733" w="47637">
                  <a:moveTo>
                    <a:pt x="47637" y="18002"/>
                  </a:moveTo>
                  <a:lnTo>
                    <a:pt x="5557" y="0"/>
                  </a:lnTo>
                  <a:lnTo>
                    <a:pt x="0" y="13731"/>
                  </a:lnTo>
                  <a:lnTo>
                    <a:pt x="42080" y="31733"/>
                  </a:lnTo>
                  <a:lnTo>
                    <a:pt x="47637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33"/>
            <p:cNvSpPr/>
            <p:nvPr/>
          </p:nvSpPr>
          <p:spPr>
            <a:xfrm>
              <a:off x="918893" y="3879919"/>
              <a:ext cx="80927" cy="78964"/>
            </a:xfrm>
            <a:custGeom>
              <a:rect b="b" l="l" r="r" t="t"/>
              <a:pathLst>
                <a:path extrusionOk="0" h="56102" w="57497">
                  <a:moveTo>
                    <a:pt x="15418" y="0"/>
                  </a:moveTo>
                  <a:lnTo>
                    <a:pt x="0" y="38101"/>
                  </a:lnTo>
                  <a:lnTo>
                    <a:pt x="42091" y="56103"/>
                  </a:lnTo>
                  <a:lnTo>
                    <a:pt x="57498" y="18002"/>
                  </a:lnTo>
                  <a:lnTo>
                    <a:pt x="1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33"/>
            <p:cNvSpPr/>
            <p:nvPr/>
          </p:nvSpPr>
          <p:spPr>
            <a:xfrm>
              <a:off x="268788" y="4029231"/>
              <a:ext cx="550036" cy="332630"/>
            </a:xfrm>
            <a:custGeom>
              <a:rect b="b" l="l" r="r" t="t"/>
              <a:pathLst>
                <a:path extrusionOk="0" h="236327" w="390789">
                  <a:moveTo>
                    <a:pt x="73520" y="236046"/>
                  </a:moveTo>
                  <a:cubicBezTo>
                    <a:pt x="52501" y="236025"/>
                    <a:pt x="33159" y="227429"/>
                    <a:pt x="19060" y="211860"/>
                  </a:cubicBezTo>
                  <a:cubicBezTo>
                    <a:pt x="4950" y="196280"/>
                    <a:pt x="-1688" y="176191"/>
                    <a:pt x="366" y="155270"/>
                  </a:cubicBezTo>
                  <a:lnTo>
                    <a:pt x="9070" y="66483"/>
                  </a:lnTo>
                  <a:cubicBezTo>
                    <a:pt x="12789" y="28576"/>
                    <a:pt x="44263" y="0"/>
                    <a:pt x="82288" y="0"/>
                  </a:cubicBezTo>
                  <a:cubicBezTo>
                    <a:pt x="91694" y="0"/>
                    <a:pt x="100993" y="1827"/>
                    <a:pt x="109923" y="5439"/>
                  </a:cubicBezTo>
                  <a:lnTo>
                    <a:pt x="351181" y="103060"/>
                  </a:lnTo>
                  <a:cubicBezTo>
                    <a:pt x="383616" y="116185"/>
                    <a:pt x="399272" y="153119"/>
                    <a:pt x="386146" y="185554"/>
                  </a:cubicBezTo>
                  <a:lnTo>
                    <a:pt x="386146" y="185554"/>
                  </a:lnTo>
                  <a:cubicBezTo>
                    <a:pt x="373669" y="216390"/>
                    <a:pt x="344109" y="236327"/>
                    <a:pt x="310841" y="236327"/>
                  </a:cubicBezTo>
                  <a:cubicBezTo>
                    <a:pt x="310841" y="236327"/>
                    <a:pt x="73530" y="236057"/>
                    <a:pt x="73530" y="2360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33"/>
            <p:cNvSpPr/>
            <p:nvPr/>
          </p:nvSpPr>
          <p:spPr>
            <a:xfrm>
              <a:off x="380943" y="4332176"/>
              <a:ext cx="301753" cy="7791"/>
            </a:xfrm>
            <a:custGeom>
              <a:rect b="b" l="l" r="r" t="t"/>
              <a:pathLst>
                <a:path extrusionOk="0" h="5535" w="214389">
                  <a:moveTo>
                    <a:pt x="211622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211622" y="5536"/>
                  </a:lnTo>
                  <a:cubicBezTo>
                    <a:pt x="213146" y="5536"/>
                    <a:pt x="214390" y="4292"/>
                    <a:pt x="214390" y="2768"/>
                  </a:cubicBezTo>
                  <a:lnTo>
                    <a:pt x="214390" y="2768"/>
                  </a:lnTo>
                  <a:cubicBezTo>
                    <a:pt x="214390" y="1243"/>
                    <a:pt x="213146" y="0"/>
                    <a:pt x="211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33"/>
            <p:cNvSpPr/>
            <p:nvPr/>
          </p:nvSpPr>
          <p:spPr>
            <a:xfrm>
              <a:off x="356702" y="4307888"/>
              <a:ext cx="350282" cy="7791"/>
            </a:xfrm>
            <a:custGeom>
              <a:rect b="b" l="l" r="r" t="t"/>
              <a:pathLst>
                <a:path extrusionOk="0" h="5535" w="248868">
                  <a:moveTo>
                    <a:pt x="24610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46101" y="5536"/>
                  </a:lnTo>
                  <a:cubicBezTo>
                    <a:pt x="247625" y="5536"/>
                    <a:pt x="248869" y="4293"/>
                    <a:pt x="248869" y="2768"/>
                  </a:cubicBezTo>
                  <a:lnTo>
                    <a:pt x="248869" y="2768"/>
                  </a:lnTo>
                  <a:cubicBezTo>
                    <a:pt x="248869" y="1243"/>
                    <a:pt x="247625" y="0"/>
                    <a:pt x="246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33"/>
            <p:cNvSpPr/>
            <p:nvPr/>
          </p:nvSpPr>
          <p:spPr>
            <a:xfrm>
              <a:off x="321328" y="4283602"/>
              <a:ext cx="399800" cy="7791"/>
            </a:xfrm>
            <a:custGeom>
              <a:rect b="b" l="l" r="r" t="t"/>
              <a:pathLst>
                <a:path extrusionOk="0" h="5535" w="284050">
                  <a:moveTo>
                    <a:pt x="28128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81283" y="5535"/>
                  </a:lnTo>
                  <a:cubicBezTo>
                    <a:pt x="282807" y="5535"/>
                    <a:pt x="284051" y="4292"/>
                    <a:pt x="284051" y="2768"/>
                  </a:cubicBezTo>
                  <a:lnTo>
                    <a:pt x="284051" y="2768"/>
                  </a:lnTo>
                  <a:cubicBezTo>
                    <a:pt x="284051" y="1243"/>
                    <a:pt x="282807" y="0"/>
                    <a:pt x="28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33"/>
            <p:cNvSpPr/>
            <p:nvPr/>
          </p:nvSpPr>
          <p:spPr>
            <a:xfrm>
              <a:off x="316568" y="4259314"/>
              <a:ext cx="417422" cy="7791"/>
            </a:xfrm>
            <a:custGeom>
              <a:rect b="b" l="l" r="r" t="t"/>
              <a:pathLst>
                <a:path extrusionOk="0" h="5535" w="296570">
                  <a:moveTo>
                    <a:pt x="29380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3803" y="5536"/>
                  </a:lnTo>
                  <a:cubicBezTo>
                    <a:pt x="295328" y="5536"/>
                    <a:pt x="296571" y="4293"/>
                    <a:pt x="296571" y="2768"/>
                  </a:cubicBezTo>
                  <a:lnTo>
                    <a:pt x="296571" y="2768"/>
                  </a:lnTo>
                  <a:cubicBezTo>
                    <a:pt x="296571" y="1243"/>
                    <a:pt x="295328" y="0"/>
                    <a:pt x="29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33"/>
            <p:cNvSpPr/>
            <p:nvPr/>
          </p:nvSpPr>
          <p:spPr>
            <a:xfrm>
              <a:off x="322834" y="4235028"/>
              <a:ext cx="423570" cy="7791"/>
            </a:xfrm>
            <a:custGeom>
              <a:rect b="b" l="l" r="r" t="t"/>
              <a:pathLst>
                <a:path extrusionOk="0" h="5535" w="300938">
                  <a:moveTo>
                    <a:pt x="29817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7"/>
                  </a:cubicBezTo>
                  <a:lnTo>
                    <a:pt x="0" y="2767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98171" y="5535"/>
                  </a:lnTo>
                  <a:cubicBezTo>
                    <a:pt x="299696" y="5535"/>
                    <a:pt x="300939" y="4292"/>
                    <a:pt x="300939" y="2767"/>
                  </a:cubicBezTo>
                  <a:lnTo>
                    <a:pt x="300939" y="2767"/>
                  </a:lnTo>
                  <a:cubicBezTo>
                    <a:pt x="300939" y="1243"/>
                    <a:pt x="299696" y="0"/>
                    <a:pt x="298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3"/>
            <p:cNvSpPr/>
            <p:nvPr/>
          </p:nvSpPr>
          <p:spPr>
            <a:xfrm>
              <a:off x="327594" y="4210740"/>
              <a:ext cx="424636" cy="7791"/>
            </a:xfrm>
            <a:custGeom>
              <a:rect b="b" l="l" r="r" t="t"/>
              <a:pathLst>
                <a:path extrusionOk="0" h="5535" w="301695">
                  <a:moveTo>
                    <a:pt x="298928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8928" y="5536"/>
                  </a:lnTo>
                  <a:cubicBezTo>
                    <a:pt x="300452" y="5536"/>
                    <a:pt x="301696" y="4293"/>
                    <a:pt x="301696" y="2768"/>
                  </a:cubicBezTo>
                  <a:lnTo>
                    <a:pt x="301696" y="2768"/>
                  </a:lnTo>
                  <a:cubicBezTo>
                    <a:pt x="301696" y="1243"/>
                    <a:pt x="300452" y="0"/>
                    <a:pt x="298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3"/>
            <p:cNvSpPr/>
            <p:nvPr/>
          </p:nvSpPr>
          <p:spPr>
            <a:xfrm>
              <a:off x="329738" y="4186452"/>
              <a:ext cx="404244" cy="7791"/>
            </a:xfrm>
            <a:custGeom>
              <a:rect b="b" l="l" r="r" t="t"/>
              <a:pathLst>
                <a:path extrusionOk="0" h="5535" w="287207">
                  <a:moveTo>
                    <a:pt x="284440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84440" y="5536"/>
                  </a:lnTo>
                  <a:cubicBezTo>
                    <a:pt x="285965" y="5536"/>
                    <a:pt x="287208" y="4293"/>
                    <a:pt x="287208" y="2768"/>
                  </a:cubicBezTo>
                  <a:lnTo>
                    <a:pt x="287208" y="2768"/>
                  </a:lnTo>
                  <a:cubicBezTo>
                    <a:pt x="287208" y="1244"/>
                    <a:pt x="285965" y="0"/>
                    <a:pt x="284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33"/>
            <p:cNvSpPr/>
            <p:nvPr/>
          </p:nvSpPr>
          <p:spPr>
            <a:xfrm>
              <a:off x="334864" y="4162180"/>
              <a:ext cx="299881" cy="7791"/>
            </a:xfrm>
            <a:custGeom>
              <a:rect b="b" l="l" r="r" t="t"/>
              <a:pathLst>
                <a:path extrusionOk="0" h="5535" w="213059">
                  <a:moveTo>
                    <a:pt x="210292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10292" y="5536"/>
                  </a:lnTo>
                  <a:cubicBezTo>
                    <a:pt x="211816" y="5536"/>
                    <a:pt x="213060" y="4293"/>
                    <a:pt x="213060" y="2768"/>
                  </a:cubicBezTo>
                  <a:lnTo>
                    <a:pt x="213060" y="2768"/>
                  </a:lnTo>
                  <a:cubicBezTo>
                    <a:pt x="213060" y="1244"/>
                    <a:pt x="211816" y="0"/>
                    <a:pt x="210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33"/>
            <p:cNvSpPr/>
            <p:nvPr/>
          </p:nvSpPr>
          <p:spPr>
            <a:xfrm>
              <a:off x="337737" y="4137894"/>
              <a:ext cx="267224" cy="7791"/>
            </a:xfrm>
            <a:custGeom>
              <a:rect b="b" l="l" r="r" t="t"/>
              <a:pathLst>
                <a:path extrusionOk="0" h="5535" w="189857">
                  <a:moveTo>
                    <a:pt x="18708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187089" y="5536"/>
                  </a:lnTo>
                  <a:cubicBezTo>
                    <a:pt x="188614" y="5536"/>
                    <a:pt x="189857" y="4292"/>
                    <a:pt x="189857" y="2768"/>
                  </a:cubicBezTo>
                  <a:lnTo>
                    <a:pt x="189857" y="2768"/>
                  </a:lnTo>
                  <a:cubicBezTo>
                    <a:pt x="189857" y="1243"/>
                    <a:pt x="188614" y="0"/>
                    <a:pt x="187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33"/>
            <p:cNvSpPr/>
            <p:nvPr/>
          </p:nvSpPr>
          <p:spPr>
            <a:xfrm>
              <a:off x="341693" y="4113606"/>
              <a:ext cx="203370" cy="7791"/>
            </a:xfrm>
            <a:custGeom>
              <a:rect b="b" l="l" r="r" t="t"/>
              <a:pathLst>
                <a:path extrusionOk="0" h="5535" w="144490">
                  <a:moveTo>
                    <a:pt x="14172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141723" y="5536"/>
                  </a:lnTo>
                  <a:cubicBezTo>
                    <a:pt x="143247" y="5536"/>
                    <a:pt x="144490" y="4293"/>
                    <a:pt x="144490" y="2768"/>
                  </a:cubicBezTo>
                  <a:lnTo>
                    <a:pt x="144490" y="2768"/>
                  </a:lnTo>
                  <a:cubicBezTo>
                    <a:pt x="144490" y="1243"/>
                    <a:pt x="143247" y="0"/>
                    <a:pt x="141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33"/>
            <p:cNvSpPr/>
            <p:nvPr/>
          </p:nvSpPr>
          <p:spPr>
            <a:xfrm>
              <a:off x="349645" y="4089319"/>
              <a:ext cx="143792" cy="7791"/>
            </a:xfrm>
            <a:custGeom>
              <a:rect b="b" l="l" r="r" t="t"/>
              <a:pathLst>
                <a:path extrusionOk="0" h="5535" w="102161">
                  <a:moveTo>
                    <a:pt x="99394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99394" y="5535"/>
                  </a:lnTo>
                  <a:cubicBezTo>
                    <a:pt x="100918" y="5535"/>
                    <a:pt x="102162" y="4292"/>
                    <a:pt x="102162" y="2768"/>
                  </a:cubicBezTo>
                  <a:lnTo>
                    <a:pt x="102162" y="2768"/>
                  </a:lnTo>
                  <a:cubicBezTo>
                    <a:pt x="102162" y="1243"/>
                    <a:pt x="100918" y="0"/>
                    <a:pt x="99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3"/>
            <p:cNvSpPr/>
            <p:nvPr/>
          </p:nvSpPr>
          <p:spPr>
            <a:xfrm>
              <a:off x="380943" y="4065032"/>
              <a:ext cx="72101" cy="7791"/>
            </a:xfrm>
            <a:custGeom>
              <a:rect b="b" l="l" r="r" t="t"/>
              <a:pathLst>
                <a:path extrusionOk="0" h="5535" w="51226">
                  <a:moveTo>
                    <a:pt x="4845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48459" y="5536"/>
                  </a:lnTo>
                  <a:cubicBezTo>
                    <a:pt x="49983" y="5536"/>
                    <a:pt x="51227" y="4293"/>
                    <a:pt x="51227" y="2768"/>
                  </a:cubicBezTo>
                  <a:lnTo>
                    <a:pt x="51227" y="2768"/>
                  </a:lnTo>
                  <a:cubicBezTo>
                    <a:pt x="51227" y="1243"/>
                    <a:pt x="49983" y="0"/>
                    <a:pt x="48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762633" y="4079223"/>
              <a:ext cx="95979" cy="57700"/>
            </a:xfrm>
            <a:custGeom>
              <a:rect b="b" l="l" r="r" t="t"/>
              <a:pathLst>
                <a:path extrusionOk="0" h="40995" w="68191">
                  <a:moveTo>
                    <a:pt x="55605" y="4312"/>
                  </a:moveTo>
                  <a:cubicBezTo>
                    <a:pt x="57303" y="2788"/>
                    <a:pt x="59011" y="1177"/>
                    <a:pt x="61152" y="399"/>
                  </a:cubicBezTo>
                  <a:cubicBezTo>
                    <a:pt x="63292" y="-380"/>
                    <a:pt x="66028" y="-67"/>
                    <a:pt x="67379" y="1772"/>
                  </a:cubicBezTo>
                  <a:cubicBezTo>
                    <a:pt x="69261" y="4323"/>
                    <a:pt x="67531" y="7913"/>
                    <a:pt x="65649" y="10465"/>
                  </a:cubicBezTo>
                  <a:cubicBezTo>
                    <a:pt x="53659" y="26747"/>
                    <a:pt x="34976" y="37937"/>
                    <a:pt x="14963" y="40802"/>
                  </a:cubicBezTo>
                  <a:cubicBezTo>
                    <a:pt x="10292" y="41473"/>
                    <a:pt x="-1925" y="40760"/>
                    <a:pt x="259" y="32737"/>
                  </a:cubicBezTo>
                  <a:cubicBezTo>
                    <a:pt x="1621" y="27764"/>
                    <a:pt x="12174" y="27526"/>
                    <a:pt x="16217" y="26326"/>
                  </a:cubicBezTo>
                  <a:cubicBezTo>
                    <a:pt x="30749" y="21990"/>
                    <a:pt x="44317" y="14443"/>
                    <a:pt x="55605" y="43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865239" y="4046830"/>
              <a:ext cx="18448" cy="19910"/>
            </a:xfrm>
            <a:custGeom>
              <a:rect b="b" l="l" r="r" t="t"/>
              <a:pathLst>
                <a:path extrusionOk="0" h="14146" w="13107">
                  <a:moveTo>
                    <a:pt x="877" y="8032"/>
                  </a:moveTo>
                  <a:cubicBezTo>
                    <a:pt x="401" y="8940"/>
                    <a:pt x="22" y="9924"/>
                    <a:pt x="1" y="10951"/>
                  </a:cubicBezTo>
                  <a:cubicBezTo>
                    <a:pt x="-21" y="11978"/>
                    <a:pt x="379" y="13059"/>
                    <a:pt x="1212" y="13643"/>
                  </a:cubicBezTo>
                  <a:cubicBezTo>
                    <a:pt x="1947" y="14162"/>
                    <a:pt x="2931" y="14248"/>
                    <a:pt x="3817" y="14043"/>
                  </a:cubicBezTo>
                  <a:cubicBezTo>
                    <a:pt x="4704" y="13838"/>
                    <a:pt x="5493" y="13373"/>
                    <a:pt x="6250" y="12865"/>
                  </a:cubicBezTo>
                  <a:cubicBezTo>
                    <a:pt x="8153" y="11589"/>
                    <a:pt x="9861" y="10042"/>
                    <a:pt x="11310" y="8270"/>
                  </a:cubicBezTo>
                  <a:cubicBezTo>
                    <a:pt x="13224" y="5934"/>
                    <a:pt x="14716" y="-499"/>
                    <a:pt x="9732" y="31"/>
                  </a:cubicBezTo>
                  <a:cubicBezTo>
                    <a:pt x="6218" y="409"/>
                    <a:pt x="2358" y="5156"/>
                    <a:pt x="877" y="80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300745" y="4009059"/>
              <a:ext cx="72869" cy="42429"/>
            </a:xfrm>
            <a:custGeom>
              <a:rect b="b" l="l" r="r" t="t"/>
              <a:pathLst>
                <a:path extrusionOk="0" h="30145" w="51772">
                  <a:moveTo>
                    <a:pt x="42636" y="459"/>
                  </a:moveTo>
                  <a:cubicBezTo>
                    <a:pt x="44496" y="70"/>
                    <a:pt x="46442" y="-244"/>
                    <a:pt x="48269" y="264"/>
                  </a:cubicBezTo>
                  <a:cubicBezTo>
                    <a:pt x="50096" y="773"/>
                    <a:pt x="51761" y="2340"/>
                    <a:pt x="51772" y="4243"/>
                  </a:cubicBezTo>
                  <a:cubicBezTo>
                    <a:pt x="51783" y="7270"/>
                    <a:pt x="48150" y="8719"/>
                    <a:pt x="45220" y="9509"/>
                  </a:cubicBezTo>
                  <a:cubicBezTo>
                    <a:pt x="33511" y="12687"/>
                    <a:pt x="22461" y="18299"/>
                    <a:pt x="12979" y="25889"/>
                  </a:cubicBezTo>
                  <a:cubicBezTo>
                    <a:pt x="10071" y="28224"/>
                    <a:pt x="5432" y="32008"/>
                    <a:pt x="1637" y="29078"/>
                  </a:cubicBezTo>
                  <a:cubicBezTo>
                    <a:pt x="-1325" y="26786"/>
                    <a:pt x="243" y="22948"/>
                    <a:pt x="2329" y="20645"/>
                  </a:cubicBezTo>
                  <a:cubicBezTo>
                    <a:pt x="8503" y="13833"/>
                    <a:pt x="18417" y="8838"/>
                    <a:pt x="26775" y="5368"/>
                  </a:cubicBezTo>
                  <a:cubicBezTo>
                    <a:pt x="31889" y="3237"/>
                    <a:pt x="37209" y="1594"/>
                    <a:pt x="42636" y="4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389588" y="4007004"/>
              <a:ext cx="37140" cy="19578"/>
            </a:xfrm>
            <a:custGeom>
              <a:rect b="b" l="l" r="r" t="t"/>
              <a:pathLst>
                <a:path extrusionOk="0" h="13910" w="26387">
                  <a:moveTo>
                    <a:pt x="222" y="6753"/>
                  </a:moveTo>
                  <a:cubicBezTo>
                    <a:pt x="860" y="8289"/>
                    <a:pt x="2665" y="8926"/>
                    <a:pt x="4266" y="9380"/>
                  </a:cubicBezTo>
                  <a:cubicBezTo>
                    <a:pt x="8861" y="10688"/>
                    <a:pt x="13456" y="11975"/>
                    <a:pt x="18062" y="13229"/>
                  </a:cubicBezTo>
                  <a:cubicBezTo>
                    <a:pt x="19586" y="13640"/>
                    <a:pt x="21154" y="14062"/>
                    <a:pt x="22722" y="13857"/>
                  </a:cubicBezTo>
                  <a:cubicBezTo>
                    <a:pt x="24289" y="13651"/>
                    <a:pt x="25857" y="12678"/>
                    <a:pt x="26279" y="11154"/>
                  </a:cubicBezTo>
                  <a:cubicBezTo>
                    <a:pt x="26581" y="10051"/>
                    <a:pt x="26225" y="8861"/>
                    <a:pt x="25576" y="7921"/>
                  </a:cubicBezTo>
                  <a:cubicBezTo>
                    <a:pt x="24927" y="6991"/>
                    <a:pt x="24008" y="6277"/>
                    <a:pt x="23068" y="5629"/>
                  </a:cubicBezTo>
                  <a:cubicBezTo>
                    <a:pt x="18548" y="2526"/>
                    <a:pt x="13261" y="677"/>
                    <a:pt x="7823" y="93"/>
                  </a:cubicBezTo>
                  <a:cubicBezTo>
                    <a:pt x="6104" y="-91"/>
                    <a:pt x="4612" y="-91"/>
                    <a:pt x="3163" y="936"/>
                  </a:cubicBezTo>
                  <a:cubicBezTo>
                    <a:pt x="1444" y="2147"/>
                    <a:pt x="-719" y="4472"/>
                    <a:pt x="233" y="67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2" name="Google Shape;1352;p33"/>
          <p:cNvGrpSpPr/>
          <p:nvPr/>
        </p:nvGrpSpPr>
        <p:grpSpPr>
          <a:xfrm>
            <a:off x="6634691" y="3738180"/>
            <a:ext cx="917688" cy="1400236"/>
            <a:chOff x="1298027" y="4087007"/>
            <a:chExt cx="283780" cy="433000"/>
          </a:xfrm>
        </p:grpSpPr>
        <p:sp>
          <p:nvSpPr>
            <p:cNvPr id="1353" name="Google Shape;1353;p33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1445422" y="4394924"/>
              <a:ext cx="51360" cy="81369"/>
            </a:xfrm>
            <a:custGeom>
              <a:rect b="b" l="l" r="r" t="t"/>
              <a:pathLst>
                <a:path extrusionOk="0" h="57811" w="36490">
                  <a:moveTo>
                    <a:pt x="23862" y="0"/>
                  </a:moveTo>
                  <a:lnTo>
                    <a:pt x="23840" y="22"/>
                  </a:lnTo>
                  <a:lnTo>
                    <a:pt x="20197" y="3157"/>
                  </a:lnTo>
                  <a:lnTo>
                    <a:pt x="19570" y="3698"/>
                  </a:lnTo>
                  <a:cubicBezTo>
                    <a:pt x="5514" y="15775"/>
                    <a:pt x="0" y="39831"/>
                    <a:pt x="0" y="57812"/>
                  </a:cubicBezTo>
                  <a:lnTo>
                    <a:pt x="7925" y="57812"/>
                  </a:lnTo>
                  <a:lnTo>
                    <a:pt x="7925" y="55357"/>
                  </a:lnTo>
                  <a:cubicBezTo>
                    <a:pt x="7925" y="35571"/>
                    <a:pt x="16639" y="16791"/>
                    <a:pt x="31755" y="4011"/>
                  </a:cubicBezTo>
                  <a:lnTo>
                    <a:pt x="36490" y="11"/>
                  </a:lnTo>
                  <a:lnTo>
                    <a:pt x="23873" y="11"/>
                  </a:ln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1426914" y="4476227"/>
              <a:ext cx="25839" cy="43780"/>
            </a:xfrm>
            <a:custGeom>
              <a:rect b="b" l="l" r="r" t="t"/>
              <a:pathLst>
                <a:path extrusionOk="0" h="31105" w="18358">
                  <a:moveTo>
                    <a:pt x="0" y="0"/>
                  </a:moveTo>
                  <a:lnTo>
                    <a:pt x="18359" y="0"/>
                  </a:lnTo>
                  <a:lnTo>
                    <a:pt x="18359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1445422" y="4476227"/>
              <a:ext cx="7319" cy="43780"/>
            </a:xfrm>
            <a:custGeom>
              <a:rect b="b" l="l" r="r" t="t"/>
              <a:pathLst>
                <a:path extrusionOk="0" h="31105" w="5200">
                  <a:moveTo>
                    <a:pt x="0" y="0"/>
                  </a:moveTo>
                  <a:lnTo>
                    <a:pt x="5201" y="0"/>
                  </a:lnTo>
                  <a:lnTo>
                    <a:pt x="5201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1393685" y="4365481"/>
              <a:ext cx="103115" cy="29476"/>
            </a:xfrm>
            <a:custGeom>
              <a:rect b="b" l="l" r="r" t="t"/>
              <a:pathLst>
                <a:path extrusionOk="0" h="20942" w="73261">
                  <a:moveTo>
                    <a:pt x="55692" y="8736"/>
                  </a:moveTo>
                  <a:lnTo>
                    <a:pt x="60612" y="20943"/>
                  </a:lnTo>
                  <a:lnTo>
                    <a:pt x="73262" y="20943"/>
                  </a:lnTo>
                  <a:lnTo>
                    <a:pt x="67066" y="5579"/>
                  </a:lnTo>
                  <a:cubicBezTo>
                    <a:pt x="65704" y="2206"/>
                    <a:pt x="62439" y="0"/>
                    <a:pt x="58806" y="0"/>
                  </a:cubicBezTo>
                  <a:lnTo>
                    <a:pt x="6790" y="0"/>
                  </a:lnTo>
                  <a:cubicBezTo>
                    <a:pt x="4130" y="0"/>
                    <a:pt x="1665" y="1189"/>
                    <a:pt x="0" y="3157"/>
                  </a:cubicBezTo>
                  <a:lnTo>
                    <a:pt x="47421" y="3157"/>
                  </a:lnTo>
                  <a:cubicBezTo>
                    <a:pt x="51054" y="3157"/>
                    <a:pt x="54319" y="5363"/>
                    <a:pt x="55681" y="8736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33"/>
            <p:cNvSpPr/>
            <p:nvPr/>
          </p:nvSpPr>
          <p:spPr>
            <a:xfrm>
              <a:off x="1298027" y="4087007"/>
              <a:ext cx="283780" cy="283780"/>
            </a:xfrm>
            <a:custGeom>
              <a:rect b="b" l="l" r="r" t="t"/>
              <a:pathLst>
                <a:path extrusionOk="0" h="201620" w="201620">
                  <a:moveTo>
                    <a:pt x="201621" y="100810"/>
                  </a:moveTo>
                  <a:cubicBezTo>
                    <a:pt x="201621" y="156486"/>
                    <a:pt x="156486" y="201621"/>
                    <a:pt x="100810" y="201621"/>
                  </a:cubicBezTo>
                  <a:cubicBezTo>
                    <a:pt x="45134" y="201621"/>
                    <a:pt x="0" y="156486"/>
                    <a:pt x="0" y="100810"/>
                  </a:cubicBezTo>
                  <a:cubicBezTo>
                    <a:pt x="0" y="45134"/>
                    <a:pt x="45134" y="0"/>
                    <a:pt x="100810" y="0"/>
                  </a:cubicBezTo>
                  <a:cubicBezTo>
                    <a:pt x="156486" y="0"/>
                    <a:pt x="201621" y="45134"/>
                    <a:pt x="201621" y="100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33"/>
            <p:cNvSpPr/>
            <p:nvPr/>
          </p:nvSpPr>
          <p:spPr>
            <a:xfrm>
              <a:off x="1298027" y="4120677"/>
              <a:ext cx="277708" cy="250089"/>
            </a:xfrm>
            <a:custGeom>
              <a:rect b="b" l="l" r="r" t="t"/>
              <a:pathLst>
                <a:path extrusionOk="0" h="177683" w="197306">
                  <a:moveTo>
                    <a:pt x="31311" y="29192"/>
                  </a:moveTo>
                  <a:cubicBezTo>
                    <a:pt x="31311" y="19040"/>
                    <a:pt x="32825" y="9245"/>
                    <a:pt x="35625" y="0"/>
                  </a:cubicBezTo>
                  <a:cubicBezTo>
                    <a:pt x="13839" y="18488"/>
                    <a:pt x="0" y="46059"/>
                    <a:pt x="0" y="76873"/>
                  </a:cubicBezTo>
                  <a:cubicBezTo>
                    <a:pt x="0" y="132544"/>
                    <a:pt x="45129" y="177683"/>
                    <a:pt x="100810" y="177683"/>
                  </a:cubicBezTo>
                  <a:cubicBezTo>
                    <a:pt x="146328" y="177683"/>
                    <a:pt x="184787" y="147507"/>
                    <a:pt x="197307" y="106065"/>
                  </a:cubicBezTo>
                  <a:cubicBezTo>
                    <a:pt x="179727" y="120986"/>
                    <a:pt x="156989" y="130003"/>
                    <a:pt x="132122" y="130003"/>
                  </a:cubicBezTo>
                  <a:cubicBezTo>
                    <a:pt x="76451" y="130003"/>
                    <a:pt x="31311" y="84874"/>
                    <a:pt x="31311" y="29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33"/>
            <p:cNvSpPr/>
            <p:nvPr/>
          </p:nvSpPr>
          <p:spPr>
            <a:xfrm rot="-2574653">
              <a:off x="1524568" y="4131532"/>
              <a:ext cx="21438" cy="44549"/>
            </a:xfrm>
            <a:custGeom>
              <a:rect b="b" l="l" r="r" t="t"/>
              <a:pathLst>
                <a:path extrusionOk="0" h="31678" w="15244">
                  <a:moveTo>
                    <a:pt x="15245" y="15839"/>
                  </a:moveTo>
                  <a:cubicBezTo>
                    <a:pt x="15245" y="24587"/>
                    <a:pt x="11832" y="31679"/>
                    <a:pt x="7622" y="31679"/>
                  </a:cubicBezTo>
                  <a:cubicBezTo>
                    <a:pt x="3413" y="31679"/>
                    <a:pt x="0" y="24587"/>
                    <a:pt x="0" y="15839"/>
                  </a:cubicBezTo>
                  <a:cubicBezTo>
                    <a:pt x="0" y="7092"/>
                    <a:pt x="3413" y="0"/>
                    <a:pt x="7622" y="0"/>
                  </a:cubicBezTo>
                  <a:cubicBezTo>
                    <a:pt x="11832" y="0"/>
                    <a:pt x="15245" y="7092"/>
                    <a:pt x="15245" y="158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33"/>
            <p:cNvSpPr/>
            <p:nvPr/>
          </p:nvSpPr>
          <p:spPr>
            <a:xfrm>
              <a:off x="1473638" y="4139074"/>
              <a:ext cx="39205" cy="33324"/>
            </a:xfrm>
            <a:custGeom>
              <a:rect b="b" l="l" r="r" t="t"/>
              <a:pathLst>
                <a:path extrusionOk="0" h="23676" w="27854">
                  <a:moveTo>
                    <a:pt x="26799" y="21077"/>
                  </a:moveTo>
                  <a:cubicBezTo>
                    <a:pt x="23869" y="25164"/>
                    <a:pt x="15728" y="24342"/>
                    <a:pt x="8614" y="19239"/>
                  </a:cubicBezTo>
                  <a:cubicBezTo>
                    <a:pt x="1499" y="14136"/>
                    <a:pt x="-1874" y="6686"/>
                    <a:pt x="1056" y="2599"/>
                  </a:cubicBezTo>
                  <a:cubicBezTo>
                    <a:pt x="3986" y="-1488"/>
                    <a:pt x="12128" y="-666"/>
                    <a:pt x="19242" y="4437"/>
                  </a:cubicBezTo>
                  <a:cubicBezTo>
                    <a:pt x="26345" y="9541"/>
                    <a:pt x="29729" y="16990"/>
                    <a:pt x="26799" y="210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33"/>
            <p:cNvSpPr/>
            <p:nvPr/>
          </p:nvSpPr>
          <p:spPr>
            <a:xfrm>
              <a:off x="1470399" y="4103771"/>
              <a:ext cx="41124" cy="27549"/>
            </a:xfrm>
            <a:custGeom>
              <a:rect b="b" l="l" r="r" t="t"/>
              <a:pathLst>
                <a:path extrusionOk="0" h="19573" w="29218">
                  <a:moveTo>
                    <a:pt x="28821" y="16787"/>
                  </a:moveTo>
                  <a:cubicBezTo>
                    <a:pt x="26962" y="20561"/>
                    <a:pt x="19091" y="20496"/>
                    <a:pt x="11241" y="16625"/>
                  </a:cubicBezTo>
                  <a:cubicBezTo>
                    <a:pt x="3392" y="12755"/>
                    <a:pt x="-1463" y="6559"/>
                    <a:pt x="397" y="2786"/>
                  </a:cubicBezTo>
                  <a:cubicBezTo>
                    <a:pt x="2256" y="-987"/>
                    <a:pt x="10128" y="-922"/>
                    <a:pt x="17977" y="2948"/>
                  </a:cubicBezTo>
                  <a:cubicBezTo>
                    <a:pt x="25826" y="6819"/>
                    <a:pt x="30681" y="13014"/>
                    <a:pt x="28821" y="167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7" name="Google Shape;1367;p33"/>
          <p:cNvSpPr/>
          <p:nvPr/>
        </p:nvSpPr>
        <p:spPr>
          <a:xfrm>
            <a:off x="3647926" y="4873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33"/>
          <p:cNvSpPr/>
          <p:nvPr/>
        </p:nvSpPr>
        <p:spPr>
          <a:xfrm>
            <a:off x="5272503" y="2608899"/>
            <a:ext cx="2039731" cy="236997"/>
          </a:xfrm>
          <a:custGeom>
            <a:rect b="b" l="l" r="r" t="t"/>
            <a:pathLst>
              <a:path extrusionOk="0" h="36858" w="317221">
                <a:moveTo>
                  <a:pt x="317211" y="36858"/>
                </a:moveTo>
                <a:lnTo>
                  <a:pt x="0" y="36858"/>
                </a:lnTo>
                <a:cubicBezTo>
                  <a:pt x="19116" y="23441"/>
                  <a:pt x="48448" y="21830"/>
                  <a:pt x="69131" y="32663"/>
                </a:cubicBezTo>
                <a:cubicBezTo>
                  <a:pt x="100616" y="23278"/>
                  <a:pt x="134965" y="23776"/>
                  <a:pt x="166158" y="34090"/>
                </a:cubicBezTo>
                <a:cubicBezTo>
                  <a:pt x="168676" y="20132"/>
                  <a:pt x="188646" y="11061"/>
                  <a:pt x="201015" y="18002"/>
                </a:cubicBezTo>
                <a:cubicBezTo>
                  <a:pt x="202205" y="12813"/>
                  <a:pt x="206508" y="8466"/>
                  <a:pt x="211687" y="7212"/>
                </a:cubicBezTo>
                <a:cubicBezTo>
                  <a:pt x="216866" y="5958"/>
                  <a:pt x="222671" y="7871"/>
                  <a:pt x="226110" y="11948"/>
                </a:cubicBezTo>
                <a:cubicBezTo>
                  <a:pt x="232013" y="2347"/>
                  <a:pt x="244825" y="-2346"/>
                  <a:pt x="255540" y="1157"/>
                </a:cubicBezTo>
                <a:cubicBezTo>
                  <a:pt x="266244" y="4661"/>
                  <a:pt x="273801" y="16035"/>
                  <a:pt x="272882" y="27268"/>
                </a:cubicBezTo>
                <a:cubicBezTo>
                  <a:pt x="286711" y="20943"/>
                  <a:pt x="306204" y="26382"/>
                  <a:pt x="317222" y="368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Data Collection</a:t>
            </a:r>
            <a:endParaRPr sz="3600"/>
          </a:p>
        </p:txBody>
      </p:sp>
      <p:sp>
        <p:nvSpPr>
          <p:cNvPr id="1374" name="Google Shape;1374;p34"/>
          <p:cNvSpPr txBox="1"/>
          <p:nvPr>
            <p:ph idx="1" type="body"/>
          </p:nvPr>
        </p:nvSpPr>
        <p:spPr>
          <a:xfrm>
            <a:off x="720000" y="1221725"/>
            <a:ext cx="4239300" cy="30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Data Sources: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Visage GPS tracking software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Tee sheets from Dairy Creek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Data Collected: 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Average tee time per hole by day (Jan 2024 - Dec 2024)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Slot occupancy (probability a tee time is filled)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lang="en" sz="2000"/>
              <a:t>Group size</a:t>
            </a:r>
            <a:endParaRPr sz="2000"/>
          </a:p>
        </p:txBody>
      </p:sp>
      <p:pic>
        <p:nvPicPr>
          <p:cNvPr id="1375" name="Google Shape;1375;p34"/>
          <p:cNvPicPr preferRelativeResize="0"/>
          <p:nvPr/>
        </p:nvPicPr>
        <p:blipFill rotWithShape="1">
          <a:blip r:embed="rId3">
            <a:alphaModFix/>
          </a:blip>
          <a:srcRect b="0" l="0" r="51783" t="0"/>
          <a:stretch/>
        </p:blipFill>
        <p:spPr>
          <a:xfrm>
            <a:off x="4959300" y="688350"/>
            <a:ext cx="3853350" cy="35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Assumptions</a:t>
            </a:r>
            <a:endParaRPr sz="3600"/>
          </a:p>
        </p:txBody>
      </p:sp>
      <p:sp>
        <p:nvSpPr>
          <p:cNvPr id="1381" name="Google Shape;1381;p35"/>
          <p:cNvSpPr txBox="1"/>
          <p:nvPr>
            <p:ph idx="1" type="body"/>
          </p:nvPr>
        </p:nvSpPr>
        <p:spPr>
          <a:xfrm>
            <a:off x="720000" y="1177850"/>
            <a:ext cx="8027700" cy="30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Course operates 7:00 AM–7:00 PM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Arrivals follow day-specific probabilities from historical tee sheets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Arrivals are on time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Groups of 1–4 players; mix varies by day with no mid-round changes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About 1/3 of groups walk, with higher walk share among smaller groups; walkers play slightly slower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Hole times use Visage data fitted to probability distributions; pace adjusted for group size and walk/ride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Peak-hour congestion and hole bottlenecks modeled via queues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Weather, skill level, and course layout assumed constant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All groups play holes 1–9 sequentially; no skipping or early exits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Visage Hole Time Analysis</a:t>
            </a:r>
            <a:endParaRPr sz="3600"/>
          </a:p>
        </p:txBody>
      </p:sp>
      <p:graphicFrame>
        <p:nvGraphicFramePr>
          <p:cNvPr id="1387" name="Google Shape;1387;p36"/>
          <p:cNvGraphicFramePr/>
          <p:nvPr/>
        </p:nvGraphicFramePr>
        <p:xfrm>
          <a:off x="420125" y="11964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{FE1EFF37-DAAD-421A-9EEE-1AA82B7C3A12}</a:tableStyleId>
              </a:tblPr>
              <a:tblGrid>
                <a:gridCol w="1389325"/>
                <a:gridCol w="1430025"/>
                <a:gridCol w="1294300"/>
                <a:gridCol w="2529325"/>
                <a:gridCol w="1660750"/>
              </a:tblGrid>
              <a:tr h="49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Hole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Expected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Avg.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Distribution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Notes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#1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15.0 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 (6.48, 20.91, 16.0)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#2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15.5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(0, 23.08, 15) 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#3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11.7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normal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(1.87, 11.72)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#4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13.4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 (6.18, 13.85, 11)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#5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18.5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 (6.93, 29.7, 19)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Visage Hole Time Analysis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graphicFrame>
        <p:nvGraphicFramePr>
          <p:cNvPr id="1393" name="Google Shape;1393;p37"/>
          <p:cNvGraphicFramePr/>
          <p:nvPr/>
        </p:nvGraphicFramePr>
        <p:xfrm>
          <a:off x="455400" y="13022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{FE1EFF37-DAAD-421A-9EEE-1AA82B7C3A12}</a:tableStyleId>
              </a:tblPr>
              <a:tblGrid>
                <a:gridCol w="1377525"/>
                <a:gridCol w="1417875"/>
                <a:gridCol w="1283300"/>
                <a:gridCol w="2507850"/>
                <a:gridCol w="1646625"/>
              </a:tblGrid>
              <a:tr h="46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Hole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Expected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Avg.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Distribution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Notes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#6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10.0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 (6.4, 21.57, 10)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#7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11.8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normal (1.51, 11.76)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#8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16.1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 (7.92, 23.93, 16)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Hole #9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9.7 min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triangular (0.87,18.38, 10)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Tee Sheet Analysis</a:t>
            </a:r>
            <a:endParaRPr sz="3600"/>
          </a:p>
        </p:txBody>
      </p:sp>
      <p:graphicFrame>
        <p:nvGraphicFramePr>
          <p:cNvPr id="1399" name="Google Shape;1399;p38"/>
          <p:cNvGraphicFramePr/>
          <p:nvPr/>
        </p:nvGraphicFramePr>
        <p:xfrm>
          <a:off x="719975" y="1103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{FE1EFF37-DAAD-421A-9EEE-1AA82B7C3A12}</a:tableStyleId>
              </a:tblPr>
              <a:tblGrid>
                <a:gridCol w="1239075"/>
                <a:gridCol w="1275375"/>
                <a:gridCol w="1154350"/>
                <a:gridCol w="1219125"/>
                <a:gridCol w="1315750"/>
                <a:gridCol w="1051050"/>
              </a:tblGrid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Tee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7:00 AM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7:08 AM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7:16 AM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6:52 PM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0.18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0.091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Tuesday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0.67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Wednesday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0.58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Thursday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0.82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Friday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0.75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0.083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Saturday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0.083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Sunday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…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Tee Sheet Analysis</a:t>
            </a:r>
            <a:endParaRPr sz="3600"/>
          </a:p>
        </p:txBody>
      </p:sp>
      <p:graphicFrame>
        <p:nvGraphicFramePr>
          <p:cNvPr id="1405" name="Google Shape;1405;p39"/>
          <p:cNvGraphicFramePr/>
          <p:nvPr/>
        </p:nvGraphicFramePr>
        <p:xfrm>
          <a:off x="719975" y="1103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{FE1EFF37-DAAD-421A-9EEE-1AA82B7C3A12}</a:tableStyleId>
              </a:tblPr>
              <a:tblGrid>
                <a:gridCol w="1255525"/>
                <a:gridCol w="1292325"/>
                <a:gridCol w="1169675"/>
                <a:gridCol w="1313575"/>
                <a:gridCol w="1322000"/>
              </a:tblGrid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Group Size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0.26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0.32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0.16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0.26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Tuesday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0.29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0.19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0.22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Wednesday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0.22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0.18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Thursday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0.36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0.22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0.21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Friday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0.15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0.22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Saturday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0.08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0.19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0.19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0.54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Sunday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0.08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0.20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0.19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0.53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0" name="Google Shape;1410;p40"/>
          <p:cNvGrpSpPr/>
          <p:nvPr/>
        </p:nvGrpSpPr>
        <p:grpSpPr>
          <a:xfrm flipH="1">
            <a:off x="7814590" y="3834908"/>
            <a:ext cx="1326491" cy="771410"/>
            <a:chOff x="-1" y="3834908"/>
            <a:chExt cx="1326491" cy="771410"/>
          </a:xfrm>
        </p:grpSpPr>
        <p:sp>
          <p:nvSpPr>
            <p:cNvPr id="1411" name="Google Shape;1411;p40"/>
            <p:cNvSpPr/>
            <p:nvPr/>
          </p:nvSpPr>
          <p:spPr>
            <a:xfrm flipH="1">
              <a:off x="180" y="3834908"/>
              <a:ext cx="997812" cy="678320"/>
            </a:xfrm>
            <a:custGeom>
              <a:rect b="b" l="l" r="r" t="t"/>
              <a:pathLst>
                <a:path extrusionOk="0" h="185841" w="226518">
                  <a:moveTo>
                    <a:pt x="194332" y="1391"/>
                  </a:moveTo>
                  <a:cubicBezTo>
                    <a:pt x="175984" y="5326"/>
                    <a:pt x="158987" y="20452"/>
                    <a:pt x="158219" y="39200"/>
                  </a:cubicBezTo>
                  <a:cubicBezTo>
                    <a:pt x="154435" y="32637"/>
                    <a:pt x="146024" y="29156"/>
                    <a:pt x="138704" y="31113"/>
                  </a:cubicBezTo>
                  <a:cubicBezTo>
                    <a:pt x="131395" y="33080"/>
                    <a:pt x="125860" y="40314"/>
                    <a:pt x="125870" y="47882"/>
                  </a:cubicBezTo>
                  <a:cubicBezTo>
                    <a:pt x="119156" y="35200"/>
                    <a:pt x="102798" y="29102"/>
                    <a:pt x="88958" y="32864"/>
                  </a:cubicBezTo>
                  <a:cubicBezTo>
                    <a:pt x="75119" y="36637"/>
                    <a:pt x="64469" y="49114"/>
                    <a:pt x="61345" y="63116"/>
                  </a:cubicBezTo>
                  <a:cubicBezTo>
                    <a:pt x="58220" y="77117"/>
                    <a:pt x="62091" y="92178"/>
                    <a:pt x="70222" y="104007"/>
                  </a:cubicBezTo>
                  <a:cubicBezTo>
                    <a:pt x="61712" y="101055"/>
                    <a:pt x="51625" y="109780"/>
                    <a:pt x="53312" y="118624"/>
                  </a:cubicBezTo>
                  <a:cubicBezTo>
                    <a:pt x="37180" y="119251"/>
                    <a:pt x="21481" y="127328"/>
                    <a:pt x="11589" y="140086"/>
                  </a:cubicBezTo>
                  <a:cubicBezTo>
                    <a:pt x="1695" y="152855"/>
                    <a:pt x="-2208" y="170067"/>
                    <a:pt x="1220" y="185842"/>
                  </a:cubicBezTo>
                  <a:cubicBezTo>
                    <a:pt x="72730" y="158498"/>
                    <a:pt x="150003" y="148530"/>
                    <a:pt x="226518" y="151914"/>
                  </a:cubicBezTo>
                  <a:lnTo>
                    <a:pt x="226518" y="2212"/>
                  </a:lnTo>
                  <a:cubicBezTo>
                    <a:pt x="215847" y="-166"/>
                    <a:pt x="204959" y="-901"/>
                    <a:pt x="194321" y="13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2" name="Google Shape;1412;p40"/>
            <p:cNvGrpSpPr/>
            <p:nvPr/>
          </p:nvGrpSpPr>
          <p:grpSpPr>
            <a:xfrm flipH="1">
              <a:off x="-1" y="4271587"/>
              <a:ext cx="1326491" cy="334731"/>
              <a:chOff x="7814590" y="4271587"/>
              <a:chExt cx="1326491" cy="334731"/>
            </a:xfrm>
          </p:grpSpPr>
          <p:sp>
            <p:nvSpPr>
              <p:cNvPr id="1413" name="Google Shape;1413;p40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40"/>
              <p:cNvSpPr/>
              <p:nvPr/>
            </p:nvSpPr>
            <p:spPr>
              <a:xfrm>
                <a:off x="7814590" y="4271587"/>
                <a:ext cx="1326491" cy="334731"/>
              </a:xfrm>
              <a:custGeom>
                <a:rect b="b" l="l" r="r" t="t"/>
                <a:pathLst>
                  <a:path extrusionOk="0" h="91707" w="301133">
                    <a:moveTo>
                      <a:pt x="252340" y="4768"/>
                    </a:moveTo>
                    <a:cubicBezTo>
                      <a:pt x="222250" y="5319"/>
                      <a:pt x="192009" y="1578"/>
                      <a:pt x="162135" y="5233"/>
                    </a:cubicBezTo>
                    <a:cubicBezTo>
                      <a:pt x="100291" y="12791"/>
                      <a:pt x="47908" y="50437"/>
                      <a:pt x="0" y="91707"/>
                    </a:cubicBezTo>
                    <a:lnTo>
                      <a:pt x="88971" y="91707"/>
                    </a:lnTo>
                    <a:cubicBezTo>
                      <a:pt x="116347" y="70548"/>
                      <a:pt x="145734" y="52741"/>
                      <a:pt x="178851" y="43366"/>
                    </a:cubicBezTo>
                    <a:cubicBezTo>
                      <a:pt x="216768" y="32641"/>
                      <a:pt x="256870" y="33820"/>
                      <a:pt x="296041" y="29614"/>
                    </a:cubicBezTo>
                    <a:cubicBezTo>
                      <a:pt x="297739" y="29430"/>
                      <a:pt x="299436" y="29235"/>
                      <a:pt x="301134" y="29020"/>
                    </a:cubicBezTo>
                    <a:lnTo>
                      <a:pt x="301134" y="0"/>
                    </a:lnTo>
                    <a:cubicBezTo>
                      <a:pt x="285024" y="2854"/>
                      <a:pt x="268698" y="4465"/>
                      <a:pt x="252340" y="47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40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6" name="Google Shape;1416;p40"/>
          <p:cNvGrpSpPr/>
          <p:nvPr/>
        </p:nvGrpSpPr>
        <p:grpSpPr>
          <a:xfrm flipH="1">
            <a:off x="-1" y="3744257"/>
            <a:ext cx="5757520" cy="862356"/>
            <a:chOff x="3383561" y="3744257"/>
            <a:chExt cx="5757520" cy="862356"/>
          </a:xfrm>
        </p:grpSpPr>
        <p:sp>
          <p:nvSpPr>
            <p:cNvPr id="1417" name="Google Shape;1417;p40"/>
            <p:cNvSpPr/>
            <p:nvPr/>
          </p:nvSpPr>
          <p:spPr>
            <a:xfrm flipH="1">
              <a:off x="7415315" y="3805754"/>
              <a:ext cx="1254258" cy="629767"/>
            </a:xfrm>
            <a:custGeom>
              <a:rect b="b" l="l" r="r" t="t"/>
              <a:pathLst>
                <a:path extrusionOk="0" h="172539" w="284735">
                  <a:moveTo>
                    <a:pt x="7229" y="111178"/>
                  </a:moveTo>
                  <a:cubicBezTo>
                    <a:pt x="18073" y="92128"/>
                    <a:pt x="40929" y="80667"/>
                    <a:pt x="62683" y="83380"/>
                  </a:cubicBezTo>
                  <a:cubicBezTo>
                    <a:pt x="62207" y="72406"/>
                    <a:pt x="76922" y="64265"/>
                    <a:pt x="85961" y="70504"/>
                  </a:cubicBezTo>
                  <a:cubicBezTo>
                    <a:pt x="80706" y="53442"/>
                    <a:pt x="91259" y="33148"/>
                    <a:pt x="108244" y="27645"/>
                  </a:cubicBezTo>
                  <a:cubicBezTo>
                    <a:pt x="125230" y="22153"/>
                    <a:pt x="145675" y="32413"/>
                    <a:pt x="151405" y="49323"/>
                  </a:cubicBezTo>
                  <a:cubicBezTo>
                    <a:pt x="157244" y="39322"/>
                    <a:pt x="173473" y="37863"/>
                    <a:pt x="180998" y="46653"/>
                  </a:cubicBezTo>
                  <a:cubicBezTo>
                    <a:pt x="184036" y="17266"/>
                    <a:pt x="216061" y="-5548"/>
                    <a:pt x="244831" y="1188"/>
                  </a:cubicBezTo>
                  <a:cubicBezTo>
                    <a:pt x="273602" y="7924"/>
                    <a:pt x="292177" y="42576"/>
                    <a:pt x="281851" y="70255"/>
                  </a:cubicBezTo>
                  <a:cubicBezTo>
                    <a:pt x="280522" y="73834"/>
                    <a:pt x="252551" y="79380"/>
                    <a:pt x="248053" y="80862"/>
                  </a:cubicBezTo>
                  <a:cubicBezTo>
                    <a:pt x="236030" y="84808"/>
                    <a:pt x="224062" y="88916"/>
                    <a:pt x="212158" y="93187"/>
                  </a:cubicBezTo>
                  <a:cubicBezTo>
                    <a:pt x="188339" y="101728"/>
                    <a:pt x="164758" y="110929"/>
                    <a:pt x="141448" y="120768"/>
                  </a:cubicBezTo>
                  <a:cubicBezTo>
                    <a:pt x="118137" y="130607"/>
                    <a:pt x="95097" y="141084"/>
                    <a:pt x="72360" y="152199"/>
                  </a:cubicBezTo>
                  <a:cubicBezTo>
                    <a:pt x="57180" y="159615"/>
                    <a:pt x="33696" y="178590"/>
                    <a:pt x="15835" y="170622"/>
                  </a:cubicBezTo>
                  <a:cubicBezTo>
                    <a:pt x="-5346" y="161172"/>
                    <a:pt x="-2102" y="127569"/>
                    <a:pt x="7229" y="1111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40"/>
            <p:cNvSpPr/>
            <p:nvPr/>
          </p:nvSpPr>
          <p:spPr>
            <a:xfrm flipH="1">
              <a:off x="3766253" y="3788189"/>
              <a:ext cx="2420451" cy="680926"/>
            </a:xfrm>
            <a:custGeom>
              <a:rect b="b" l="l" r="r" t="t"/>
              <a:pathLst>
                <a:path extrusionOk="0" h="186555" w="549478">
                  <a:moveTo>
                    <a:pt x="0" y="42978"/>
                  </a:moveTo>
                  <a:cubicBezTo>
                    <a:pt x="6076" y="26545"/>
                    <a:pt x="21808" y="14111"/>
                    <a:pt x="39204" y="12002"/>
                  </a:cubicBezTo>
                  <a:cubicBezTo>
                    <a:pt x="56600" y="9894"/>
                    <a:pt x="74851" y="18209"/>
                    <a:pt x="84679" y="32707"/>
                  </a:cubicBezTo>
                  <a:cubicBezTo>
                    <a:pt x="90474" y="25236"/>
                    <a:pt x="105124" y="30231"/>
                    <a:pt x="105157" y="39691"/>
                  </a:cubicBezTo>
                  <a:cubicBezTo>
                    <a:pt x="112292" y="31929"/>
                    <a:pt x="124110" y="28869"/>
                    <a:pt x="134111" y="32199"/>
                  </a:cubicBezTo>
                  <a:cubicBezTo>
                    <a:pt x="144112" y="35518"/>
                    <a:pt x="151756" y="45054"/>
                    <a:pt x="152815" y="55531"/>
                  </a:cubicBezTo>
                  <a:cubicBezTo>
                    <a:pt x="155227" y="24825"/>
                    <a:pt x="184581" y="-1221"/>
                    <a:pt x="215363" y="44"/>
                  </a:cubicBezTo>
                  <a:cubicBezTo>
                    <a:pt x="246133" y="1309"/>
                    <a:pt x="273260" y="29680"/>
                    <a:pt x="273131" y="60483"/>
                  </a:cubicBezTo>
                  <a:cubicBezTo>
                    <a:pt x="277434" y="56720"/>
                    <a:pt x="284851" y="57434"/>
                    <a:pt x="288375" y="61932"/>
                  </a:cubicBezTo>
                  <a:cubicBezTo>
                    <a:pt x="291889" y="66429"/>
                    <a:pt x="290776" y="73803"/>
                    <a:pt x="286094" y="77069"/>
                  </a:cubicBezTo>
                  <a:cubicBezTo>
                    <a:pt x="297803" y="78334"/>
                    <a:pt x="308561" y="86302"/>
                    <a:pt x="313167" y="97146"/>
                  </a:cubicBezTo>
                  <a:cubicBezTo>
                    <a:pt x="317773" y="107991"/>
                    <a:pt x="316043" y="121268"/>
                    <a:pt x="308821" y="130577"/>
                  </a:cubicBezTo>
                  <a:cubicBezTo>
                    <a:pt x="322022" y="114445"/>
                    <a:pt x="346781" y="111818"/>
                    <a:pt x="365627" y="120716"/>
                  </a:cubicBezTo>
                  <a:cubicBezTo>
                    <a:pt x="370946" y="105990"/>
                    <a:pt x="380125" y="92237"/>
                    <a:pt x="393359" y="83880"/>
                  </a:cubicBezTo>
                  <a:cubicBezTo>
                    <a:pt x="406593" y="75522"/>
                    <a:pt x="424184" y="73295"/>
                    <a:pt x="438110" y="80453"/>
                  </a:cubicBezTo>
                  <a:cubicBezTo>
                    <a:pt x="452035" y="87610"/>
                    <a:pt x="460642" y="104974"/>
                    <a:pt x="455712" y="119830"/>
                  </a:cubicBezTo>
                  <a:cubicBezTo>
                    <a:pt x="459290" y="113721"/>
                    <a:pt x="467518" y="110834"/>
                    <a:pt x="474124" y="113342"/>
                  </a:cubicBezTo>
                  <a:cubicBezTo>
                    <a:pt x="480741" y="115862"/>
                    <a:pt x="484958" y="123495"/>
                    <a:pt x="483574" y="130426"/>
                  </a:cubicBezTo>
                  <a:cubicBezTo>
                    <a:pt x="496472" y="118186"/>
                    <a:pt x="518096" y="116489"/>
                    <a:pt x="532747" y="126576"/>
                  </a:cubicBezTo>
                  <a:cubicBezTo>
                    <a:pt x="547396" y="136664"/>
                    <a:pt x="553527" y="157466"/>
                    <a:pt x="546683" y="173889"/>
                  </a:cubicBezTo>
                  <a:cubicBezTo>
                    <a:pt x="477249" y="182906"/>
                    <a:pt x="405404" y="189350"/>
                    <a:pt x="335494" y="185339"/>
                  </a:cubicBezTo>
                  <a:cubicBezTo>
                    <a:pt x="213319" y="178344"/>
                    <a:pt x="92918" y="122597"/>
                    <a:pt x="0" y="42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9" name="Google Shape;1419;p40"/>
            <p:cNvGrpSpPr/>
            <p:nvPr/>
          </p:nvGrpSpPr>
          <p:grpSpPr>
            <a:xfrm flipH="1">
              <a:off x="3383561" y="3744257"/>
              <a:ext cx="5757520" cy="862356"/>
              <a:chOff x="-1" y="3744257"/>
              <a:chExt cx="5757520" cy="862356"/>
            </a:xfrm>
          </p:grpSpPr>
          <p:sp>
            <p:nvSpPr>
              <p:cNvPr id="1420" name="Google Shape;1420;p40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40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40"/>
              <p:cNvSpPr/>
              <p:nvPr/>
            </p:nvSpPr>
            <p:spPr>
              <a:xfrm>
                <a:off x="48" y="3744257"/>
                <a:ext cx="5757472" cy="862356"/>
              </a:xfrm>
              <a:custGeom>
                <a:rect b="b" l="l" r="r" t="t"/>
                <a:pathLst>
                  <a:path extrusionOk="0" h="236262" w="1307031">
                    <a:moveTo>
                      <a:pt x="1109130" y="157584"/>
                    </a:moveTo>
                    <a:cubicBezTo>
                      <a:pt x="1073159" y="160493"/>
                      <a:pt x="1038117" y="171456"/>
                      <a:pt x="1002081" y="173240"/>
                    </a:cubicBezTo>
                    <a:cubicBezTo>
                      <a:pt x="832907" y="181619"/>
                      <a:pt x="702126" y="-7449"/>
                      <a:pt x="532919" y="228"/>
                    </a:cubicBezTo>
                    <a:cubicBezTo>
                      <a:pt x="403771" y="6088"/>
                      <a:pt x="305912" y="124975"/>
                      <a:pt x="179294" y="151086"/>
                    </a:cubicBezTo>
                    <a:cubicBezTo>
                      <a:pt x="118596" y="163606"/>
                      <a:pt x="53865" y="151951"/>
                      <a:pt x="0" y="121505"/>
                    </a:cubicBezTo>
                    <a:lnTo>
                      <a:pt x="0" y="190853"/>
                    </a:lnTo>
                    <a:cubicBezTo>
                      <a:pt x="35701" y="201913"/>
                      <a:pt x="73067" y="207622"/>
                      <a:pt x="110444" y="207525"/>
                    </a:cubicBezTo>
                    <a:cubicBezTo>
                      <a:pt x="176948" y="207362"/>
                      <a:pt x="243311" y="188852"/>
                      <a:pt x="300301" y="154557"/>
                    </a:cubicBezTo>
                    <a:cubicBezTo>
                      <a:pt x="336672" y="132663"/>
                      <a:pt x="369054" y="104660"/>
                      <a:pt x="405274" y="82506"/>
                    </a:cubicBezTo>
                    <a:cubicBezTo>
                      <a:pt x="450089" y="55087"/>
                      <a:pt x="493889" y="45086"/>
                      <a:pt x="545753" y="51033"/>
                    </a:cubicBezTo>
                    <a:cubicBezTo>
                      <a:pt x="683713" y="66861"/>
                      <a:pt x="787962" y="197988"/>
                      <a:pt x="926117" y="212109"/>
                    </a:cubicBezTo>
                    <a:cubicBezTo>
                      <a:pt x="949654" y="214520"/>
                      <a:pt x="973332" y="214206"/>
                      <a:pt x="996664" y="211254"/>
                    </a:cubicBezTo>
                    <a:cubicBezTo>
                      <a:pt x="1022180" y="208032"/>
                      <a:pt x="1047815" y="205341"/>
                      <a:pt x="1073559" y="204994"/>
                    </a:cubicBezTo>
                    <a:cubicBezTo>
                      <a:pt x="1089950" y="204778"/>
                      <a:pt x="1106557" y="205535"/>
                      <a:pt x="1122245" y="210281"/>
                    </a:cubicBezTo>
                    <a:cubicBezTo>
                      <a:pt x="1139674" y="215547"/>
                      <a:pt x="1154843" y="225288"/>
                      <a:pt x="1169439" y="236263"/>
                    </a:cubicBezTo>
                    <a:lnTo>
                      <a:pt x="1307031" y="236263"/>
                    </a:lnTo>
                    <a:cubicBezTo>
                      <a:pt x="1257653" y="181878"/>
                      <a:pt x="1182435" y="151670"/>
                      <a:pt x="1109130" y="15759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23" name="Google Shape;1423;p40"/>
          <p:cNvGrpSpPr/>
          <p:nvPr/>
        </p:nvGrpSpPr>
        <p:grpSpPr>
          <a:xfrm>
            <a:off x="3947927" y="3523125"/>
            <a:ext cx="393151" cy="888374"/>
            <a:chOff x="2371457" y="352177"/>
            <a:chExt cx="567236" cy="1281740"/>
          </a:xfrm>
        </p:grpSpPr>
        <p:sp>
          <p:nvSpPr>
            <p:cNvPr id="1424" name="Google Shape;1424;p40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40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40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40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40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40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40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1" name="Google Shape;1431;p40"/>
          <p:cNvSpPr/>
          <p:nvPr/>
        </p:nvSpPr>
        <p:spPr>
          <a:xfrm>
            <a:off x="8507389" y="57846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40"/>
          <p:cNvSpPr txBox="1"/>
          <p:nvPr>
            <p:ph type="title"/>
          </p:nvPr>
        </p:nvSpPr>
        <p:spPr>
          <a:xfrm>
            <a:off x="2386575" y="1124975"/>
            <a:ext cx="53145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Analyze </a:t>
            </a:r>
            <a:r>
              <a:rPr lang="en" sz="6000"/>
              <a:t>Phase</a:t>
            </a:r>
            <a:endParaRPr sz="6000"/>
          </a:p>
        </p:txBody>
      </p:sp>
      <p:sp>
        <p:nvSpPr>
          <p:cNvPr id="1433" name="Google Shape;1433;p40"/>
          <p:cNvSpPr txBox="1"/>
          <p:nvPr>
            <p:ph idx="2" type="title"/>
          </p:nvPr>
        </p:nvSpPr>
        <p:spPr>
          <a:xfrm>
            <a:off x="842725" y="936125"/>
            <a:ext cx="1288800" cy="1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grpSp>
        <p:nvGrpSpPr>
          <p:cNvPr id="1434" name="Google Shape;1434;p40"/>
          <p:cNvGrpSpPr/>
          <p:nvPr/>
        </p:nvGrpSpPr>
        <p:grpSpPr>
          <a:xfrm>
            <a:off x="6243974" y="1418213"/>
            <a:ext cx="3054570" cy="3168317"/>
            <a:chOff x="239073" y="3411907"/>
            <a:chExt cx="944576" cy="979750"/>
          </a:xfrm>
        </p:grpSpPr>
        <p:sp>
          <p:nvSpPr>
            <p:cNvPr id="1435" name="Google Shape;1435;p40"/>
            <p:cNvSpPr/>
            <p:nvPr/>
          </p:nvSpPr>
          <p:spPr>
            <a:xfrm>
              <a:off x="945325" y="3411907"/>
              <a:ext cx="238325" cy="504894"/>
            </a:xfrm>
            <a:custGeom>
              <a:rect b="b" l="l" r="r" t="t"/>
              <a:pathLst>
                <a:path extrusionOk="0" h="358717" w="169325">
                  <a:moveTo>
                    <a:pt x="0" y="346652"/>
                  </a:moveTo>
                  <a:lnTo>
                    <a:pt x="28706" y="358718"/>
                  </a:lnTo>
                  <a:lnTo>
                    <a:pt x="169325" y="11201"/>
                  </a:lnTo>
                  <a:lnTo>
                    <a:pt x="140263" y="0"/>
                  </a:lnTo>
                  <a:lnTo>
                    <a:pt x="0" y="3466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40"/>
            <p:cNvSpPr/>
            <p:nvPr/>
          </p:nvSpPr>
          <p:spPr>
            <a:xfrm>
              <a:off x="239073" y="3933512"/>
              <a:ext cx="739517" cy="458145"/>
            </a:xfrm>
            <a:custGeom>
              <a:rect b="b" l="l" r="r" t="t"/>
              <a:pathLst>
                <a:path extrusionOk="0" h="325503" w="525412">
                  <a:moveTo>
                    <a:pt x="467050" y="40188"/>
                  </a:moveTo>
                  <a:cubicBezTo>
                    <a:pt x="438928" y="109698"/>
                    <a:pt x="359785" y="143247"/>
                    <a:pt x="290275" y="115115"/>
                  </a:cubicBezTo>
                  <a:lnTo>
                    <a:pt x="138973" y="53898"/>
                  </a:lnTo>
                  <a:cubicBezTo>
                    <a:pt x="80318" y="30165"/>
                    <a:pt x="15339" y="69499"/>
                    <a:pt x="9165" y="132468"/>
                  </a:cubicBezTo>
                  <a:lnTo>
                    <a:pt x="461" y="221255"/>
                  </a:lnTo>
                  <a:cubicBezTo>
                    <a:pt x="-4999" y="276915"/>
                    <a:pt x="38703" y="325168"/>
                    <a:pt x="94633" y="325233"/>
                  </a:cubicBezTo>
                  <a:lnTo>
                    <a:pt x="331847" y="325504"/>
                  </a:lnTo>
                  <a:cubicBezTo>
                    <a:pt x="373602" y="325547"/>
                    <a:pt x="411206" y="300236"/>
                    <a:pt x="426873" y="261530"/>
                  </a:cubicBezTo>
                  <a:lnTo>
                    <a:pt x="458562" y="183208"/>
                  </a:lnTo>
                  <a:lnTo>
                    <a:pt x="525412" y="18002"/>
                  </a:lnTo>
                  <a:lnTo>
                    <a:pt x="483322" y="0"/>
                  </a:lnTo>
                  <a:lnTo>
                    <a:pt x="467061" y="401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40"/>
            <p:cNvSpPr/>
            <p:nvPr/>
          </p:nvSpPr>
          <p:spPr>
            <a:xfrm>
              <a:off x="940580" y="3860605"/>
              <a:ext cx="67049" cy="44664"/>
            </a:xfrm>
            <a:custGeom>
              <a:rect b="b" l="l" r="r" t="t"/>
              <a:pathLst>
                <a:path extrusionOk="0" h="31733" w="47637">
                  <a:moveTo>
                    <a:pt x="47637" y="18002"/>
                  </a:moveTo>
                  <a:lnTo>
                    <a:pt x="5557" y="0"/>
                  </a:lnTo>
                  <a:lnTo>
                    <a:pt x="0" y="13731"/>
                  </a:lnTo>
                  <a:lnTo>
                    <a:pt x="42080" y="31733"/>
                  </a:lnTo>
                  <a:lnTo>
                    <a:pt x="47637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40"/>
            <p:cNvSpPr/>
            <p:nvPr/>
          </p:nvSpPr>
          <p:spPr>
            <a:xfrm>
              <a:off x="918893" y="3879919"/>
              <a:ext cx="80927" cy="78964"/>
            </a:xfrm>
            <a:custGeom>
              <a:rect b="b" l="l" r="r" t="t"/>
              <a:pathLst>
                <a:path extrusionOk="0" h="56102" w="57497">
                  <a:moveTo>
                    <a:pt x="15418" y="0"/>
                  </a:moveTo>
                  <a:lnTo>
                    <a:pt x="0" y="38101"/>
                  </a:lnTo>
                  <a:lnTo>
                    <a:pt x="42091" y="56103"/>
                  </a:lnTo>
                  <a:lnTo>
                    <a:pt x="57498" y="18002"/>
                  </a:lnTo>
                  <a:lnTo>
                    <a:pt x="1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40"/>
            <p:cNvSpPr/>
            <p:nvPr/>
          </p:nvSpPr>
          <p:spPr>
            <a:xfrm>
              <a:off x="268788" y="4029231"/>
              <a:ext cx="550036" cy="332630"/>
            </a:xfrm>
            <a:custGeom>
              <a:rect b="b" l="l" r="r" t="t"/>
              <a:pathLst>
                <a:path extrusionOk="0" h="236327" w="390789">
                  <a:moveTo>
                    <a:pt x="73520" y="236046"/>
                  </a:moveTo>
                  <a:cubicBezTo>
                    <a:pt x="52501" y="236025"/>
                    <a:pt x="33159" y="227429"/>
                    <a:pt x="19060" y="211860"/>
                  </a:cubicBezTo>
                  <a:cubicBezTo>
                    <a:pt x="4950" y="196280"/>
                    <a:pt x="-1688" y="176191"/>
                    <a:pt x="366" y="155270"/>
                  </a:cubicBezTo>
                  <a:lnTo>
                    <a:pt x="9070" y="66483"/>
                  </a:lnTo>
                  <a:cubicBezTo>
                    <a:pt x="12789" y="28576"/>
                    <a:pt x="44263" y="0"/>
                    <a:pt x="82288" y="0"/>
                  </a:cubicBezTo>
                  <a:cubicBezTo>
                    <a:pt x="91694" y="0"/>
                    <a:pt x="100993" y="1827"/>
                    <a:pt x="109923" y="5439"/>
                  </a:cubicBezTo>
                  <a:lnTo>
                    <a:pt x="351181" y="103060"/>
                  </a:lnTo>
                  <a:cubicBezTo>
                    <a:pt x="383616" y="116185"/>
                    <a:pt x="399272" y="153119"/>
                    <a:pt x="386146" y="185554"/>
                  </a:cubicBezTo>
                  <a:lnTo>
                    <a:pt x="386146" y="185554"/>
                  </a:lnTo>
                  <a:cubicBezTo>
                    <a:pt x="373669" y="216390"/>
                    <a:pt x="344109" y="236327"/>
                    <a:pt x="310841" y="236327"/>
                  </a:cubicBezTo>
                  <a:cubicBezTo>
                    <a:pt x="310841" y="236327"/>
                    <a:pt x="73530" y="236057"/>
                    <a:pt x="73530" y="2360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40"/>
            <p:cNvSpPr/>
            <p:nvPr/>
          </p:nvSpPr>
          <p:spPr>
            <a:xfrm>
              <a:off x="380943" y="4332176"/>
              <a:ext cx="301753" cy="7791"/>
            </a:xfrm>
            <a:custGeom>
              <a:rect b="b" l="l" r="r" t="t"/>
              <a:pathLst>
                <a:path extrusionOk="0" h="5535" w="214389">
                  <a:moveTo>
                    <a:pt x="211622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211622" y="5536"/>
                  </a:lnTo>
                  <a:cubicBezTo>
                    <a:pt x="213146" y="5536"/>
                    <a:pt x="214390" y="4292"/>
                    <a:pt x="214390" y="2768"/>
                  </a:cubicBezTo>
                  <a:lnTo>
                    <a:pt x="214390" y="2768"/>
                  </a:lnTo>
                  <a:cubicBezTo>
                    <a:pt x="214390" y="1243"/>
                    <a:pt x="213146" y="0"/>
                    <a:pt x="211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40"/>
            <p:cNvSpPr/>
            <p:nvPr/>
          </p:nvSpPr>
          <p:spPr>
            <a:xfrm>
              <a:off x="356702" y="4307888"/>
              <a:ext cx="350282" cy="7791"/>
            </a:xfrm>
            <a:custGeom>
              <a:rect b="b" l="l" r="r" t="t"/>
              <a:pathLst>
                <a:path extrusionOk="0" h="5535" w="248868">
                  <a:moveTo>
                    <a:pt x="24610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46101" y="5536"/>
                  </a:lnTo>
                  <a:cubicBezTo>
                    <a:pt x="247625" y="5536"/>
                    <a:pt x="248869" y="4293"/>
                    <a:pt x="248869" y="2768"/>
                  </a:cubicBezTo>
                  <a:lnTo>
                    <a:pt x="248869" y="2768"/>
                  </a:lnTo>
                  <a:cubicBezTo>
                    <a:pt x="248869" y="1243"/>
                    <a:pt x="247625" y="0"/>
                    <a:pt x="246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40"/>
            <p:cNvSpPr/>
            <p:nvPr/>
          </p:nvSpPr>
          <p:spPr>
            <a:xfrm>
              <a:off x="321328" y="4283602"/>
              <a:ext cx="399800" cy="7791"/>
            </a:xfrm>
            <a:custGeom>
              <a:rect b="b" l="l" r="r" t="t"/>
              <a:pathLst>
                <a:path extrusionOk="0" h="5535" w="284050">
                  <a:moveTo>
                    <a:pt x="28128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81283" y="5535"/>
                  </a:lnTo>
                  <a:cubicBezTo>
                    <a:pt x="282807" y="5535"/>
                    <a:pt x="284051" y="4292"/>
                    <a:pt x="284051" y="2768"/>
                  </a:cubicBezTo>
                  <a:lnTo>
                    <a:pt x="284051" y="2768"/>
                  </a:lnTo>
                  <a:cubicBezTo>
                    <a:pt x="284051" y="1243"/>
                    <a:pt x="282807" y="0"/>
                    <a:pt x="28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40"/>
            <p:cNvSpPr/>
            <p:nvPr/>
          </p:nvSpPr>
          <p:spPr>
            <a:xfrm>
              <a:off x="316568" y="4259314"/>
              <a:ext cx="417422" cy="7791"/>
            </a:xfrm>
            <a:custGeom>
              <a:rect b="b" l="l" r="r" t="t"/>
              <a:pathLst>
                <a:path extrusionOk="0" h="5535" w="296570">
                  <a:moveTo>
                    <a:pt x="29380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3803" y="5536"/>
                  </a:lnTo>
                  <a:cubicBezTo>
                    <a:pt x="295328" y="5536"/>
                    <a:pt x="296571" y="4293"/>
                    <a:pt x="296571" y="2768"/>
                  </a:cubicBezTo>
                  <a:lnTo>
                    <a:pt x="296571" y="2768"/>
                  </a:lnTo>
                  <a:cubicBezTo>
                    <a:pt x="296571" y="1243"/>
                    <a:pt x="295328" y="0"/>
                    <a:pt x="29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40"/>
            <p:cNvSpPr/>
            <p:nvPr/>
          </p:nvSpPr>
          <p:spPr>
            <a:xfrm>
              <a:off x="322834" y="4235028"/>
              <a:ext cx="423570" cy="7791"/>
            </a:xfrm>
            <a:custGeom>
              <a:rect b="b" l="l" r="r" t="t"/>
              <a:pathLst>
                <a:path extrusionOk="0" h="5535" w="300938">
                  <a:moveTo>
                    <a:pt x="29817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7"/>
                  </a:cubicBezTo>
                  <a:lnTo>
                    <a:pt x="0" y="2767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98171" y="5535"/>
                  </a:lnTo>
                  <a:cubicBezTo>
                    <a:pt x="299696" y="5535"/>
                    <a:pt x="300939" y="4292"/>
                    <a:pt x="300939" y="2767"/>
                  </a:cubicBezTo>
                  <a:lnTo>
                    <a:pt x="300939" y="2767"/>
                  </a:lnTo>
                  <a:cubicBezTo>
                    <a:pt x="300939" y="1243"/>
                    <a:pt x="299696" y="0"/>
                    <a:pt x="298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40"/>
            <p:cNvSpPr/>
            <p:nvPr/>
          </p:nvSpPr>
          <p:spPr>
            <a:xfrm>
              <a:off x="327594" y="4210740"/>
              <a:ext cx="424636" cy="7791"/>
            </a:xfrm>
            <a:custGeom>
              <a:rect b="b" l="l" r="r" t="t"/>
              <a:pathLst>
                <a:path extrusionOk="0" h="5535" w="301695">
                  <a:moveTo>
                    <a:pt x="298928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8928" y="5536"/>
                  </a:lnTo>
                  <a:cubicBezTo>
                    <a:pt x="300452" y="5536"/>
                    <a:pt x="301696" y="4293"/>
                    <a:pt x="301696" y="2768"/>
                  </a:cubicBezTo>
                  <a:lnTo>
                    <a:pt x="301696" y="2768"/>
                  </a:lnTo>
                  <a:cubicBezTo>
                    <a:pt x="301696" y="1243"/>
                    <a:pt x="300452" y="0"/>
                    <a:pt x="298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40"/>
            <p:cNvSpPr/>
            <p:nvPr/>
          </p:nvSpPr>
          <p:spPr>
            <a:xfrm>
              <a:off x="329738" y="4186452"/>
              <a:ext cx="404244" cy="7791"/>
            </a:xfrm>
            <a:custGeom>
              <a:rect b="b" l="l" r="r" t="t"/>
              <a:pathLst>
                <a:path extrusionOk="0" h="5535" w="287207">
                  <a:moveTo>
                    <a:pt x="284440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84440" y="5536"/>
                  </a:lnTo>
                  <a:cubicBezTo>
                    <a:pt x="285965" y="5536"/>
                    <a:pt x="287208" y="4293"/>
                    <a:pt x="287208" y="2768"/>
                  </a:cubicBezTo>
                  <a:lnTo>
                    <a:pt x="287208" y="2768"/>
                  </a:lnTo>
                  <a:cubicBezTo>
                    <a:pt x="287208" y="1244"/>
                    <a:pt x="285965" y="0"/>
                    <a:pt x="284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40"/>
            <p:cNvSpPr/>
            <p:nvPr/>
          </p:nvSpPr>
          <p:spPr>
            <a:xfrm>
              <a:off x="334864" y="4162180"/>
              <a:ext cx="299881" cy="7791"/>
            </a:xfrm>
            <a:custGeom>
              <a:rect b="b" l="l" r="r" t="t"/>
              <a:pathLst>
                <a:path extrusionOk="0" h="5535" w="213059">
                  <a:moveTo>
                    <a:pt x="210292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10292" y="5536"/>
                  </a:lnTo>
                  <a:cubicBezTo>
                    <a:pt x="211816" y="5536"/>
                    <a:pt x="213060" y="4293"/>
                    <a:pt x="213060" y="2768"/>
                  </a:cubicBezTo>
                  <a:lnTo>
                    <a:pt x="213060" y="2768"/>
                  </a:lnTo>
                  <a:cubicBezTo>
                    <a:pt x="213060" y="1244"/>
                    <a:pt x="211816" y="0"/>
                    <a:pt x="210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40"/>
            <p:cNvSpPr/>
            <p:nvPr/>
          </p:nvSpPr>
          <p:spPr>
            <a:xfrm>
              <a:off x="337737" y="4137894"/>
              <a:ext cx="267224" cy="7791"/>
            </a:xfrm>
            <a:custGeom>
              <a:rect b="b" l="l" r="r" t="t"/>
              <a:pathLst>
                <a:path extrusionOk="0" h="5535" w="189857">
                  <a:moveTo>
                    <a:pt x="18708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187089" y="5536"/>
                  </a:lnTo>
                  <a:cubicBezTo>
                    <a:pt x="188614" y="5536"/>
                    <a:pt x="189857" y="4292"/>
                    <a:pt x="189857" y="2768"/>
                  </a:cubicBezTo>
                  <a:lnTo>
                    <a:pt x="189857" y="2768"/>
                  </a:lnTo>
                  <a:cubicBezTo>
                    <a:pt x="189857" y="1243"/>
                    <a:pt x="188614" y="0"/>
                    <a:pt x="187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40"/>
            <p:cNvSpPr/>
            <p:nvPr/>
          </p:nvSpPr>
          <p:spPr>
            <a:xfrm>
              <a:off x="341693" y="4113606"/>
              <a:ext cx="203370" cy="7791"/>
            </a:xfrm>
            <a:custGeom>
              <a:rect b="b" l="l" r="r" t="t"/>
              <a:pathLst>
                <a:path extrusionOk="0" h="5535" w="144490">
                  <a:moveTo>
                    <a:pt x="14172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141723" y="5536"/>
                  </a:lnTo>
                  <a:cubicBezTo>
                    <a:pt x="143247" y="5536"/>
                    <a:pt x="144490" y="4293"/>
                    <a:pt x="144490" y="2768"/>
                  </a:cubicBezTo>
                  <a:lnTo>
                    <a:pt x="144490" y="2768"/>
                  </a:lnTo>
                  <a:cubicBezTo>
                    <a:pt x="144490" y="1243"/>
                    <a:pt x="143247" y="0"/>
                    <a:pt x="141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0"/>
            <p:cNvSpPr/>
            <p:nvPr/>
          </p:nvSpPr>
          <p:spPr>
            <a:xfrm>
              <a:off x="349645" y="4089319"/>
              <a:ext cx="143792" cy="7791"/>
            </a:xfrm>
            <a:custGeom>
              <a:rect b="b" l="l" r="r" t="t"/>
              <a:pathLst>
                <a:path extrusionOk="0" h="5535" w="102161">
                  <a:moveTo>
                    <a:pt x="99394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99394" y="5535"/>
                  </a:lnTo>
                  <a:cubicBezTo>
                    <a:pt x="100918" y="5535"/>
                    <a:pt x="102162" y="4292"/>
                    <a:pt x="102162" y="2768"/>
                  </a:cubicBezTo>
                  <a:lnTo>
                    <a:pt x="102162" y="2768"/>
                  </a:lnTo>
                  <a:cubicBezTo>
                    <a:pt x="102162" y="1243"/>
                    <a:pt x="100918" y="0"/>
                    <a:pt x="99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40"/>
            <p:cNvSpPr/>
            <p:nvPr/>
          </p:nvSpPr>
          <p:spPr>
            <a:xfrm>
              <a:off x="380943" y="4065032"/>
              <a:ext cx="72101" cy="7791"/>
            </a:xfrm>
            <a:custGeom>
              <a:rect b="b" l="l" r="r" t="t"/>
              <a:pathLst>
                <a:path extrusionOk="0" h="5535" w="51226">
                  <a:moveTo>
                    <a:pt x="4845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48459" y="5536"/>
                  </a:lnTo>
                  <a:cubicBezTo>
                    <a:pt x="49983" y="5536"/>
                    <a:pt x="51227" y="4293"/>
                    <a:pt x="51227" y="2768"/>
                  </a:cubicBezTo>
                  <a:lnTo>
                    <a:pt x="51227" y="2768"/>
                  </a:lnTo>
                  <a:cubicBezTo>
                    <a:pt x="51227" y="1243"/>
                    <a:pt x="49983" y="0"/>
                    <a:pt x="48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40"/>
            <p:cNvSpPr/>
            <p:nvPr/>
          </p:nvSpPr>
          <p:spPr>
            <a:xfrm>
              <a:off x="762633" y="4079223"/>
              <a:ext cx="95979" cy="57700"/>
            </a:xfrm>
            <a:custGeom>
              <a:rect b="b" l="l" r="r" t="t"/>
              <a:pathLst>
                <a:path extrusionOk="0" h="40995" w="68191">
                  <a:moveTo>
                    <a:pt x="55605" y="4312"/>
                  </a:moveTo>
                  <a:cubicBezTo>
                    <a:pt x="57303" y="2788"/>
                    <a:pt x="59011" y="1177"/>
                    <a:pt x="61152" y="399"/>
                  </a:cubicBezTo>
                  <a:cubicBezTo>
                    <a:pt x="63292" y="-380"/>
                    <a:pt x="66028" y="-67"/>
                    <a:pt x="67379" y="1772"/>
                  </a:cubicBezTo>
                  <a:cubicBezTo>
                    <a:pt x="69261" y="4323"/>
                    <a:pt x="67531" y="7913"/>
                    <a:pt x="65649" y="10465"/>
                  </a:cubicBezTo>
                  <a:cubicBezTo>
                    <a:pt x="53659" y="26747"/>
                    <a:pt x="34976" y="37937"/>
                    <a:pt x="14963" y="40802"/>
                  </a:cubicBezTo>
                  <a:cubicBezTo>
                    <a:pt x="10292" y="41473"/>
                    <a:pt x="-1925" y="40760"/>
                    <a:pt x="259" y="32737"/>
                  </a:cubicBezTo>
                  <a:cubicBezTo>
                    <a:pt x="1621" y="27764"/>
                    <a:pt x="12174" y="27526"/>
                    <a:pt x="16217" y="26326"/>
                  </a:cubicBezTo>
                  <a:cubicBezTo>
                    <a:pt x="30749" y="21990"/>
                    <a:pt x="44317" y="14443"/>
                    <a:pt x="55605" y="43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40"/>
            <p:cNvSpPr/>
            <p:nvPr/>
          </p:nvSpPr>
          <p:spPr>
            <a:xfrm>
              <a:off x="865239" y="4046830"/>
              <a:ext cx="18448" cy="19910"/>
            </a:xfrm>
            <a:custGeom>
              <a:rect b="b" l="l" r="r" t="t"/>
              <a:pathLst>
                <a:path extrusionOk="0" h="14146" w="13107">
                  <a:moveTo>
                    <a:pt x="877" y="8032"/>
                  </a:moveTo>
                  <a:cubicBezTo>
                    <a:pt x="401" y="8940"/>
                    <a:pt x="22" y="9924"/>
                    <a:pt x="1" y="10951"/>
                  </a:cubicBezTo>
                  <a:cubicBezTo>
                    <a:pt x="-21" y="11978"/>
                    <a:pt x="379" y="13059"/>
                    <a:pt x="1212" y="13643"/>
                  </a:cubicBezTo>
                  <a:cubicBezTo>
                    <a:pt x="1947" y="14162"/>
                    <a:pt x="2931" y="14248"/>
                    <a:pt x="3817" y="14043"/>
                  </a:cubicBezTo>
                  <a:cubicBezTo>
                    <a:pt x="4704" y="13838"/>
                    <a:pt x="5493" y="13373"/>
                    <a:pt x="6250" y="12865"/>
                  </a:cubicBezTo>
                  <a:cubicBezTo>
                    <a:pt x="8153" y="11589"/>
                    <a:pt x="9861" y="10042"/>
                    <a:pt x="11310" y="8270"/>
                  </a:cubicBezTo>
                  <a:cubicBezTo>
                    <a:pt x="13224" y="5934"/>
                    <a:pt x="14716" y="-499"/>
                    <a:pt x="9732" y="31"/>
                  </a:cubicBezTo>
                  <a:cubicBezTo>
                    <a:pt x="6218" y="409"/>
                    <a:pt x="2358" y="5156"/>
                    <a:pt x="877" y="80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40"/>
            <p:cNvSpPr/>
            <p:nvPr/>
          </p:nvSpPr>
          <p:spPr>
            <a:xfrm>
              <a:off x="300745" y="4009059"/>
              <a:ext cx="72869" cy="42429"/>
            </a:xfrm>
            <a:custGeom>
              <a:rect b="b" l="l" r="r" t="t"/>
              <a:pathLst>
                <a:path extrusionOk="0" h="30145" w="51772">
                  <a:moveTo>
                    <a:pt x="42636" y="459"/>
                  </a:moveTo>
                  <a:cubicBezTo>
                    <a:pt x="44496" y="70"/>
                    <a:pt x="46442" y="-244"/>
                    <a:pt x="48269" y="264"/>
                  </a:cubicBezTo>
                  <a:cubicBezTo>
                    <a:pt x="50096" y="773"/>
                    <a:pt x="51761" y="2340"/>
                    <a:pt x="51772" y="4243"/>
                  </a:cubicBezTo>
                  <a:cubicBezTo>
                    <a:pt x="51783" y="7270"/>
                    <a:pt x="48150" y="8719"/>
                    <a:pt x="45220" y="9509"/>
                  </a:cubicBezTo>
                  <a:cubicBezTo>
                    <a:pt x="33511" y="12687"/>
                    <a:pt x="22461" y="18299"/>
                    <a:pt x="12979" y="25889"/>
                  </a:cubicBezTo>
                  <a:cubicBezTo>
                    <a:pt x="10071" y="28224"/>
                    <a:pt x="5432" y="32008"/>
                    <a:pt x="1637" y="29078"/>
                  </a:cubicBezTo>
                  <a:cubicBezTo>
                    <a:pt x="-1325" y="26786"/>
                    <a:pt x="243" y="22948"/>
                    <a:pt x="2329" y="20645"/>
                  </a:cubicBezTo>
                  <a:cubicBezTo>
                    <a:pt x="8503" y="13833"/>
                    <a:pt x="18417" y="8838"/>
                    <a:pt x="26775" y="5368"/>
                  </a:cubicBezTo>
                  <a:cubicBezTo>
                    <a:pt x="31889" y="3237"/>
                    <a:pt x="37209" y="1594"/>
                    <a:pt x="42636" y="4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40"/>
            <p:cNvSpPr/>
            <p:nvPr/>
          </p:nvSpPr>
          <p:spPr>
            <a:xfrm>
              <a:off x="389588" y="4007004"/>
              <a:ext cx="37140" cy="19578"/>
            </a:xfrm>
            <a:custGeom>
              <a:rect b="b" l="l" r="r" t="t"/>
              <a:pathLst>
                <a:path extrusionOk="0" h="13910" w="26387">
                  <a:moveTo>
                    <a:pt x="222" y="6753"/>
                  </a:moveTo>
                  <a:cubicBezTo>
                    <a:pt x="860" y="8289"/>
                    <a:pt x="2665" y="8926"/>
                    <a:pt x="4266" y="9380"/>
                  </a:cubicBezTo>
                  <a:cubicBezTo>
                    <a:pt x="8861" y="10688"/>
                    <a:pt x="13456" y="11975"/>
                    <a:pt x="18062" y="13229"/>
                  </a:cubicBezTo>
                  <a:cubicBezTo>
                    <a:pt x="19586" y="13640"/>
                    <a:pt x="21154" y="14062"/>
                    <a:pt x="22722" y="13857"/>
                  </a:cubicBezTo>
                  <a:cubicBezTo>
                    <a:pt x="24289" y="13651"/>
                    <a:pt x="25857" y="12678"/>
                    <a:pt x="26279" y="11154"/>
                  </a:cubicBezTo>
                  <a:cubicBezTo>
                    <a:pt x="26581" y="10051"/>
                    <a:pt x="26225" y="8861"/>
                    <a:pt x="25576" y="7921"/>
                  </a:cubicBezTo>
                  <a:cubicBezTo>
                    <a:pt x="24927" y="6991"/>
                    <a:pt x="24008" y="6277"/>
                    <a:pt x="23068" y="5629"/>
                  </a:cubicBezTo>
                  <a:cubicBezTo>
                    <a:pt x="18548" y="2526"/>
                    <a:pt x="13261" y="677"/>
                    <a:pt x="7823" y="93"/>
                  </a:cubicBezTo>
                  <a:cubicBezTo>
                    <a:pt x="6104" y="-91"/>
                    <a:pt x="4612" y="-91"/>
                    <a:pt x="3163" y="936"/>
                  </a:cubicBezTo>
                  <a:cubicBezTo>
                    <a:pt x="1444" y="2147"/>
                    <a:pt x="-719" y="4472"/>
                    <a:pt x="233" y="67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6" name="Google Shape;1456;p40"/>
          <p:cNvGrpSpPr/>
          <p:nvPr/>
        </p:nvGrpSpPr>
        <p:grpSpPr>
          <a:xfrm>
            <a:off x="6634691" y="3738180"/>
            <a:ext cx="917688" cy="1400236"/>
            <a:chOff x="1298027" y="4087007"/>
            <a:chExt cx="283780" cy="433000"/>
          </a:xfrm>
        </p:grpSpPr>
        <p:sp>
          <p:nvSpPr>
            <p:cNvPr id="1457" name="Google Shape;1457;p40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40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40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40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40"/>
            <p:cNvSpPr/>
            <p:nvPr/>
          </p:nvSpPr>
          <p:spPr>
            <a:xfrm>
              <a:off x="1445422" y="4394924"/>
              <a:ext cx="51360" cy="81369"/>
            </a:xfrm>
            <a:custGeom>
              <a:rect b="b" l="l" r="r" t="t"/>
              <a:pathLst>
                <a:path extrusionOk="0" h="57811" w="36490">
                  <a:moveTo>
                    <a:pt x="23862" y="0"/>
                  </a:moveTo>
                  <a:lnTo>
                    <a:pt x="23840" y="22"/>
                  </a:lnTo>
                  <a:lnTo>
                    <a:pt x="20197" y="3157"/>
                  </a:lnTo>
                  <a:lnTo>
                    <a:pt x="19570" y="3698"/>
                  </a:lnTo>
                  <a:cubicBezTo>
                    <a:pt x="5514" y="15775"/>
                    <a:pt x="0" y="39831"/>
                    <a:pt x="0" y="57812"/>
                  </a:cubicBezTo>
                  <a:lnTo>
                    <a:pt x="7925" y="57812"/>
                  </a:lnTo>
                  <a:lnTo>
                    <a:pt x="7925" y="55357"/>
                  </a:lnTo>
                  <a:cubicBezTo>
                    <a:pt x="7925" y="35571"/>
                    <a:pt x="16639" y="16791"/>
                    <a:pt x="31755" y="4011"/>
                  </a:cubicBezTo>
                  <a:lnTo>
                    <a:pt x="36490" y="11"/>
                  </a:lnTo>
                  <a:lnTo>
                    <a:pt x="23873" y="11"/>
                  </a:ln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40"/>
            <p:cNvSpPr/>
            <p:nvPr/>
          </p:nvSpPr>
          <p:spPr>
            <a:xfrm>
              <a:off x="1426914" y="4476227"/>
              <a:ext cx="25839" cy="43780"/>
            </a:xfrm>
            <a:custGeom>
              <a:rect b="b" l="l" r="r" t="t"/>
              <a:pathLst>
                <a:path extrusionOk="0" h="31105" w="18358">
                  <a:moveTo>
                    <a:pt x="0" y="0"/>
                  </a:moveTo>
                  <a:lnTo>
                    <a:pt x="18359" y="0"/>
                  </a:lnTo>
                  <a:lnTo>
                    <a:pt x="18359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40"/>
            <p:cNvSpPr/>
            <p:nvPr/>
          </p:nvSpPr>
          <p:spPr>
            <a:xfrm>
              <a:off x="1445422" y="4476227"/>
              <a:ext cx="7319" cy="43780"/>
            </a:xfrm>
            <a:custGeom>
              <a:rect b="b" l="l" r="r" t="t"/>
              <a:pathLst>
                <a:path extrusionOk="0" h="31105" w="5200">
                  <a:moveTo>
                    <a:pt x="0" y="0"/>
                  </a:moveTo>
                  <a:lnTo>
                    <a:pt x="5201" y="0"/>
                  </a:lnTo>
                  <a:lnTo>
                    <a:pt x="5201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40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40"/>
            <p:cNvSpPr/>
            <p:nvPr/>
          </p:nvSpPr>
          <p:spPr>
            <a:xfrm>
              <a:off x="1393685" y="4365481"/>
              <a:ext cx="103115" cy="29476"/>
            </a:xfrm>
            <a:custGeom>
              <a:rect b="b" l="l" r="r" t="t"/>
              <a:pathLst>
                <a:path extrusionOk="0" h="20942" w="73261">
                  <a:moveTo>
                    <a:pt x="55692" y="8736"/>
                  </a:moveTo>
                  <a:lnTo>
                    <a:pt x="60612" y="20943"/>
                  </a:lnTo>
                  <a:lnTo>
                    <a:pt x="73262" y="20943"/>
                  </a:lnTo>
                  <a:lnTo>
                    <a:pt x="67066" y="5579"/>
                  </a:lnTo>
                  <a:cubicBezTo>
                    <a:pt x="65704" y="2206"/>
                    <a:pt x="62439" y="0"/>
                    <a:pt x="58806" y="0"/>
                  </a:cubicBezTo>
                  <a:lnTo>
                    <a:pt x="6790" y="0"/>
                  </a:lnTo>
                  <a:cubicBezTo>
                    <a:pt x="4130" y="0"/>
                    <a:pt x="1665" y="1189"/>
                    <a:pt x="0" y="3157"/>
                  </a:cubicBezTo>
                  <a:lnTo>
                    <a:pt x="47421" y="3157"/>
                  </a:lnTo>
                  <a:cubicBezTo>
                    <a:pt x="51054" y="3157"/>
                    <a:pt x="54319" y="5363"/>
                    <a:pt x="55681" y="8736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40"/>
            <p:cNvSpPr/>
            <p:nvPr/>
          </p:nvSpPr>
          <p:spPr>
            <a:xfrm>
              <a:off x="1298027" y="4087007"/>
              <a:ext cx="283780" cy="283780"/>
            </a:xfrm>
            <a:custGeom>
              <a:rect b="b" l="l" r="r" t="t"/>
              <a:pathLst>
                <a:path extrusionOk="0" h="201620" w="201620">
                  <a:moveTo>
                    <a:pt x="201621" y="100810"/>
                  </a:moveTo>
                  <a:cubicBezTo>
                    <a:pt x="201621" y="156486"/>
                    <a:pt x="156486" y="201621"/>
                    <a:pt x="100810" y="201621"/>
                  </a:cubicBezTo>
                  <a:cubicBezTo>
                    <a:pt x="45134" y="201621"/>
                    <a:pt x="0" y="156486"/>
                    <a:pt x="0" y="100810"/>
                  </a:cubicBezTo>
                  <a:cubicBezTo>
                    <a:pt x="0" y="45134"/>
                    <a:pt x="45134" y="0"/>
                    <a:pt x="100810" y="0"/>
                  </a:cubicBezTo>
                  <a:cubicBezTo>
                    <a:pt x="156486" y="0"/>
                    <a:pt x="201621" y="45134"/>
                    <a:pt x="201621" y="100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40"/>
            <p:cNvSpPr/>
            <p:nvPr/>
          </p:nvSpPr>
          <p:spPr>
            <a:xfrm>
              <a:off x="1298027" y="4120677"/>
              <a:ext cx="277708" cy="250089"/>
            </a:xfrm>
            <a:custGeom>
              <a:rect b="b" l="l" r="r" t="t"/>
              <a:pathLst>
                <a:path extrusionOk="0" h="177683" w="197306">
                  <a:moveTo>
                    <a:pt x="31311" y="29192"/>
                  </a:moveTo>
                  <a:cubicBezTo>
                    <a:pt x="31311" y="19040"/>
                    <a:pt x="32825" y="9245"/>
                    <a:pt x="35625" y="0"/>
                  </a:cubicBezTo>
                  <a:cubicBezTo>
                    <a:pt x="13839" y="18488"/>
                    <a:pt x="0" y="46059"/>
                    <a:pt x="0" y="76873"/>
                  </a:cubicBezTo>
                  <a:cubicBezTo>
                    <a:pt x="0" y="132544"/>
                    <a:pt x="45129" y="177683"/>
                    <a:pt x="100810" y="177683"/>
                  </a:cubicBezTo>
                  <a:cubicBezTo>
                    <a:pt x="146328" y="177683"/>
                    <a:pt x="184787" y="147507"/>
                    <a:pt x="197307" y="106065"/>
                  </a:cubicBezTo>
                  <a:cubicBezTo>
                    <a:pt x="179727" y="120986"/>
                    <a:pt x="156989" y="130003"/>
                    <a:pt x="132122" y="130003"/>
                  </a:cubicBezTo>
                  <a:cubicBezTo>
                    <a:pt x="76451" y="130003"/>
                    <a:pt x="31311" y="84874"/>
                    <a:pt x="31311" y="29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40"/>
            <p:cNvSpPr/>
            <p:nvPr/>
          </p:nvSpPr>
          <p:spPr>
            <a:xfrm rot="-2574653">
              <a:off x="1524568" y="4131532"/>
              <a:ext cx="21438" cy="44549"/>
            </a:xfrm>
            <a:custGeom>
              <a:rect b="b" l="l" r="r" t="t"/>
              <a:pathLst>
                <a:path extrusionOk="0" h="31678" w="15244">
                  <a:moveTo>
                    <a:pt x="15245" y="15839"/>
                  </a:moveTo>
                  <a:cubicBezTo>
                    <a:pt x="15245" y="24587"/>
                    <a:pt x="11832" y="31679"/>
                    <a:pt x="7622" y="31679"/>
                  </a:cubicBezTo>
                  <a:cubicBezTo>
                    <a:pt x="3413" y="31679"/>
                    <a:pt x="0" y="24587"/>
                    <a:pt x="0" y="15839"/>
                  </a:cubicBezTo>
                  <a:cubicBezTo>
                    <a:pt x="0" y="7092"/>
                    <a:pt x="3413" y="0"/>
                    <a:pt x="7622" y="0"/>
                  </a:cubicBezTo>
                  <a:cubicBezTo>
                    <a:pt x="11832" y="0"/>
                    <a:pt x="15245" y="7092"/>
                    <a:pt x="15245" y="158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40"/>
            <p:cNvSpPr/>
            <p:nvPr/>
          </p:nvSpPr>
          <p:spPr>
            <a:xfrm>
              <a:off x="1473638" y="4139074"/>
              <a:ext cx="39205" cy="33324"/>
            </a:xfrm>
            <a:custGeom>
              <a:rect b="b" l="l" r="r" t="t"/>
              <a:pathLst>
                <a:path extrusionOk="0" h="23676" w="27854">
                  <a:moveTo>
                    <a:pt x="26799" y="21077"/>
                  </a:moveTo>
                  <a:cubicBezTo>
                    <a:pt x="23869" y="25164"/>
                    <a:pt x="15728" y="24342"/>
                    <a:pt x="8614" y="19239"/>
                  </a:cubicBezTo>
                  <a:cubicBezTo>
                    <a:pt x="1499" y="14136"/>
                    <a:pt x="-1874" y="6686"/>
                    <a:pt x="1056" y="2599"/>
                  </a:cubicBezTo>
                  <a:cubicBezTo>
                    <a:pt x="3986" y="-1488"/>
                    <a:pt x="12128" y="-666"/>
                    <a:pt x="19242" y="4437"/>
                  </a:cubicBezTo>
                  <a:cubicBezTo>
                    <a:pt x="26345" y="9541"/>
                    <a:pt x="29729" y="16990"/>
                    <a:pt x="26799" y="210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40"/>
            <p:cNvSpPr/>
            <p:nvPr/>
          </p:nvSpPr>
          <p:spPr>
            <a:xfrm>
              <a:off x="1470399" y="4103771"/>
              <a:ext cx="41124" cy="27549"/>
            </a:xfrm>
            <a:custGeom>
              <a:rect b="b" l="l" r="r" t="t"/>
              <a:pathLst>
                <a:path extrusionOk="0" h="19573" w="29218">
                  <a:moveTo>
                    <a:pt x="28821" y="16787"/>
                  </a:moveTo>
                  <a:cubicBezTo>
                    <a:pt x="26962" y="20561"/>
                    <a:pt x="19091" y="20496"/>
                    <a:pt x="11241" y="16625"/>
                  </a:cubicBezTo>
                  <a:cubicBezTo>
                    <a:pt x="3392" y="12755"/>
                    <a:pt x="-1463" y="6559"/>
                    <a:pt x="397" y="2786"/>
                  </a:cubicBezTo>
                  <a:cubicBezTo>
                    <a:pt x="2256" y="-987"/>
                    <a:pt x="10128" y="-922"/>
                    <a:pt x="17977" y="2948"/>
                  </a:cubicBezTo>
                  <a:cubicBezTo>
                    <a:pt x="25826" y="6819"/>
                    <a:pt x="30681" y="13014"/>
                    <a:pt x="28821" y="167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1" name="Google Shape;1471;p40"/>
          <p:cNvSpPr/>
          <p:nvPr/>
        </p:nvSpPr>
        <p:spPr>
          <a:xfrm>
            <a:off x="3647926" y="4873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40"/>
          <p:cNvSpPr/>
          <p:nvPr/>
        </p:nvSpPr>
        <p:spPr>
          <a:xfrm>
            <a:off x="5272503" y="2608899"/>
            <a:ext cx="2039731" cy="236997"/>
          </a:xfrm>
          <a:custGeom>
            <a:rect b="b" l="l" r="r" t="t"/>
            <a:pathLst>
              <a:path extrusionOk="0" h="36858" w="317221">
                <a:moveTo>
                  <a:pt x="317211" y="36858"/>
                </a:moveTo>
                <a:lnTo>
                  <a:pt x="0" y="36858"/>
                </a:lnTo>
                <a:cubicBezTo>
                  <a:pt x="19116" y="23441"/>
                  <a:pt x="48448" y="21830"/>
                  <a:pt x="69131" y="32663"/>
                </a:cubicBezTo>
                <a:cubicBezTo>
                  <a:pt x="100616" y="23278"/>
                  <a:pt x="134965" y="23776"/>
                  <a:pt x="166158" y="34090"/>
                </a:cubicBezTo>
                <a:cubicBezTo>
                  <a:pt x="168676" y="20132"/>
                  <a:pt x="188646" y="11061"/>
                  <a:pt x="201015" y="18002"/>
                </a:cubicBezTo>
                <a:cubicBezTo>
                  <a:pt x="202205" y="12813"/>
                  <a:pt x="206508" y="8466"/>
                  <a:pt x="211687" y="7212"/>
                </a:cubicBezTo>
                <a:cubicBezTo>
                  <a:pt x="216866" y="5958"/>
                  <a:pt x="222671" y="7871"/>
                  <a:pt x="226110" y="11948"/>
                </a:cubicBezTo>
                <a:cubicBezTo>
                  <a:pt x="232013" y="2347"/>
                  <a:pt x="244825" y="-2346"/>
                  <a:pt x="255540" y="1157"/>
                </a:cubicBezTo>
                <a:cubicBezTo>
                  <a:pt x="266244" y="4661"/>
                  <a:pt x="273801" y="16035"/>
                  <a:pt x="272882" y="27268"/>
                </a:cubicBezTo>
                <a:cubicBezTo>
                  <a:pt x="286711" y="20943"/>
                  <a:pt x="306204" y="26382"/>
                  <a:pt x="317222" y="368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Current State Model</a:t>
            </a:r>
            <a:endParaRPr sz="3600"/>
          </a:p>
        </p:txBody>
      </p:sp>
      <p:sp>
        <p:nvSpPr>
          <p:cNvPr id="1478" name="Google Shape;1478;p41"/>
          <p:cNvSpPr txBox="1"/>
          <p:nvPr>
            <p:ph idx="1" type="body"/>
          </p:nvPr>
        </p:nvSpPr>
        <p:spPr>
          <a:xfrm>
            <a:off x="720000" y="1177850"/>
            <a:ext cx="8027700" cy="30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Current State </a:t>
            </a:r>
            <a:r>
              <a:rPr lang="en" sz="3600"/>
              <a:t>Results</a:t>
            </a:r>
            <a:endParaRPr sz="3600"/>
          </a:p>
        </p:txBody>
      </p:sp>
      <p:graphicFrame>
        <p:nvGraphicFramePr>
          <p:cNvPr id="1484" name="Google Shape;1484;p42"/>
          <p:cNvGraphicFramePr/>
          <p:nvPr/>
        </p:nvGraphicFramePr>
        <p:xfrm>
          <a:off x="719963" y="1314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{FE1EFF37-DAAD-421A-9EEE-1AA82B7C3A12}</a:tableStyleId>
              </a:tblPr>
              <a:tblGrid>
                <a:gridCol w="1288975"/>
                <a:gridCol w="1317200"/>
                <a:gridCol w="1908275"/>
                <a:gridCol w="1648750"/>
                <a:gridCol w="1540800"/>
              </a:tblGrid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Avg Total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Rounds Completed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Current State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9" name="Google Shape;1489;p43"/>
          <p:cNvGrpSpPr/>
          <p:nvPr/>
        </p:nvGrpSpPr>
        <p:grpSpPr>
          <a:xfrm flipH="1">
            <a:off x="7814590" y="3834908"/>
            <a:ext cx="1326491" cy="771410"/>
            <a:chOff x="-1" y="3834908"/>
            <a:chExt cx="1326491" cy="771410"/>
          </a:xfrm>
        </p:grpSpPr>
        <p:sp>
          <p:nvSpPr>
            <p:cNvPr id="1490" name="Google Shape;1490;p43"/>
            <p:cNvSpPr/>
            <p:nvPr/>
          </p:nvSpPr>
          <p:spPr>
            <a:xfrm flipH="1">
              <a:off x="180" y="3834908"/>
              <a:ext cx="997812" cy="678320"/>
            </a:xfrm>
            <a:custGeom>
              <a:rect b="b" l="l" r="r" t="t"/>
              <a:pathLst>
                <a:path extrusionOk="0" h="185841" w="226518">
                  <a:moveTo>
                    <a:pt x="194332" y="1391"/>
                  </a:moveTo>
                  <a:cubicBezTo>
                    <a:pt x="175984" y="5326"/>
                    <a:pt x="158987" y="20452"/>
                    <a:pt x="158219" y="39200"/>
                  </a:cubicBezTo>
                  <a:cubicBezTo>
                    <a:pt x="154435" y="32637"/>
                    <a:pt x="146024" y="29156"/>
                    <a:pt x="138704" y="31113"/>
                  </a:cubicBezTo>
                  <a:cubicBezTo>
                    <a:pt x="131395" y="33080"/>
                    <a:pt x="125860" y="40314"/>
                    <a:pt x="125870" y="47882"/>
                  </a:cubicBezTo>
                  <a:cubicBezTo>
                    <a:pt x="119156" y="35200"/>
                    <a:pt x="102798" y="29102"/>
                    <a:pt x="88958" y="32864"/>
                  </a:cubicBezTo>
                  <a:cubicBezTo>
                    <a:pt x="75119" y="36637"/>
                    <a:pt x="64469" y="49114"/>
                    <a:pt x="61345" y="63116"/>
                  </a:cubicBezTo>
                  <a:cubicBezTo>
                    <a:pt x="58220" y="77117"/>
                    <a:pt x="62091" y="92178"/>
                    <a:pt x="70222" y="104007"/>
                  </a:cubicBezTo>
                  <a:cubicBezTo>
                    <a:pt x="61712" y="101055"/>
                    <a:pt x="51625" y="109780"/>
                    <a:pt x="53312" y="118624"/>
                  </a:cubicBezTo>
                  <a:cubicBezTo>
                    <a:pt x="37180" y="119251"/>
                    <a:pt x="21481" y="127328"/>
                    <a:pt x="11589" y="140086"/>
                  </a:cubicBezTo>
                  <a:cubicBezTo>
                    <a:pt x="1695" y="152855"/>
                    <a:pt x="-2208" y="170067"/>
                    <a:pt x="1220" y="185842"/>
                  </a:cubicBezTo>
                  <a:cubicBezTo>
                    <a:pt x="72730" y="158498"/>
                    <a:pt x="150003" y="148530"/>
                    <a:pt x="226518" y="151914"/>
                  </a:cubicBezTo>
                  <a:lnTo>
                    <a:pt x="226518" y="2212"/>
                  </a:lnTo>
                  <a:cubicBezTo>
                    <a:pt x="215847" y="-166"/>
                    <a:pt x="204959" y="-901"/>
                    <a:pt x="194321" y="13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1" name="Google Shape;1491;p43"/>
            <p:cNvGrpSpPr/>
            <p:nvPr/>
          </p:nvGrpSpPr>
          <p:grpSpPr>
            <a:xfrm flipH="1">
              <a:off x="-1" y="4271587"/>
              <a:ext cx="1326491" cy="334731"/>
              <a:chOff x="7814590" y="4271587"/>
              <a:chExt cx="1326491" cy="334731"/>
            </a:xfrm>
          </p:grpSpPr>
          <p:sp>
            <p:nvSpPr>
              <p:cNvPr id="1492" name="Google Shape;1492;p43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43"/>
              <p:cNvSpPr/>
              <p:nvPr/>
            </p:nvSpPr>
            <p:spPr>
              <a:xfrm>
                <a:off x="7814590" y="4271587"/>
                <a:ext cx="1326491" cy="334731"/>
              </a:xfrm>
              <a:custGeom>
                <a:rect b="b" l="l" r="r" t="t"/>
                <a:pathLst>
                  <a:path extrusionOk="0" h="91707" w="301133">
                    <a:moveTo>
                      <a:pt x="252340" y="4768"/>
                    </a:moveTo>
                    <a:cubicBezTo>
                      <a:pt x="222250" y="5319"/>
                      <a:pt x="192009" y="1578"/>
                      <a:pt x="162135" y="5233"/>
                    </a:cubicBezTo>
                    <a:cubicBezTo>
                      <a:pt x="100291" y="12791"/>
                      <a:pt x="47908" y="50437"/>
                      <a:pt x="0" y="91707"/>
                    </a:cubicBezTo>
                    <a:lnTo>
                      <a:pt x="88971" y="91707"/>
                    </a:lnTo>
                    <a:cubicBezTo>
                      <a:pt x="116347" y="70548"/>
                      <a:pt x="145734" y="52741"/>
                      <a:pt x="178851" y="43366"/>
                    </a:cubicBezTo>
                    <a:cubicBezTo>
                      <a:pt x="216768" y="32641"/>
                      <a:pt x="256870" y="33820"/>
                      <a:pt x="296041" y="29614"/>
                    </a:cubicBezTo>
                    <a:cubicBezTo>
                      <a:pt x="297739" y="29430"/>
                      <a:pt x="299436" y="29235"/>
                      <a:pt x="301134" y="29020"/>
                    </a:cubicBezTo>
                    <a:lnTo>
                      <a:pt x="301134" y="0"/>
                    </a:lnTo>
                    <a:cubicBezTo>
                      <a:pt x="285024" y="2854"/>
                      <a:pt x="268698" y="4465"/>
                      <a:pt x="252340" y="47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43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95" name="Google Shape;1495;p43"/>
          <p:cNvGrpSpPr/>
          <p:nvPr/>
        </p:nvGrpSpPr>
        <p:grpSpPr>
          <a:xfrm flipH="1">
            <a:off x="-1" y="3744257"/>
            <a:ext cx="5757520" cy="862356"/>
            <a:chOff x="3383561" y="3744257"/>
            <a:chExt cx="5757520" cy="862356"/>
          </a:xfrm>
        </p:grpSpPr>
        <p:sp>
          <p:nvSpPr>
            <p:cNvPr id="1496" name="Google Shape;1496;p43"/>
            <p:cNvSpPr/>
            <p:nvPr/>
          </p:nvSpPr>
          <p:spPr>
            <a:xfrm flipH="1">
              <a:off x="7415315" y="3805754"/>
              <a:ext cx="1254258" cy="629767"/>
            </a:xfrm>
            <a:custGeom>
              <a:rect b="b" l="l" r="r" t="t"/>
              <a:pathLst>
                <a:path extrusionOk="0" h="172539" w="284735">
                  <a:moveTo>
                    <a:pt x="7229" y="111178"/>
                  </a:moveTo>
                  <a:cubicBezTo>
                    <a:pt x="18073" y="92128"/>
                    <a:pt x="40929" y="80667"/>
                    <a:pt x="62683" y="83380"/>
                  </a:cubicBezTo>
                  <a:cubicBezTo>
                    <a:pt x="62207" y="72406"/>
                    <a:pt x="76922" y="64265"/>
                    <a:pt x="85961" y="70504"/>
                  </a:cubicBezTo>
                  <a:cubicBezTo>
                    <a:pt x="80706" y="53442"/>
                    <a:pt x="91259" y="33148"/>
                    <a:pt x="108244" y="27645"/>
                  </a:cubicBezTo>
                  <a:cubicBezTo>
                    <a:pt x="125230" y="22153"/>
                    <a:pt x="145675" y="32413"/>
                    <a:pt x="151405" y="49323"/>
                  </a:cubicBezTo>
                  <a:cubicBezTo>
                    <a:pt x="157244" y="39322"/>
                    <a:pt x="173473" y="37863"/>
                    <a:pt x="180998" y="46653"/>
                  </a:cubicBezTo>
                  <a:cubicBezTo>
                    <a:pt x="184036" y="17266"/>
                    <a:pt x="216061" y="-5548"/>
                    <a:pt x="244831" y="1188"/>
                  </a:cubicBezTo>
                  <a:cubicBezTo>
                    <a:pt x="273602" y="7924"/>
                    <a:pt x="292177" y="42576"/>
                    <a:pt x="281851" y="70255"/>
                  </a:cubicBezTo>
                  <a:cubicBezTo>
                    <a:pt x="280522" y="73834"/>
                    <a:pt x="252551" y="79380"/>
                    <a:pt x="248053" y="80862"/>
                  </a:cubicBezTo>
                  <a:cubicBezTo>
                    <a:pt x="236030" y="84808"/>
                    <a:pt x="224062" y="88916"/>
                    <a:pt x="212158" y="93187"/>
                  </a:cubicBezTo>
                  <a:cubicBezTo>
                    <a:pt x="188339" y="101728"/>
                    <a:pt x="164758" y="110929"/>
                    <a:pt x="141448" y="120768"/>
                  </a:cubicBezTo>
                  <a:cubicBezTo>
                    <a:pt x="118137" y="130607"/>
                    <a:pt x="95097" y="141084"/>
                    <a:pt x="72360" y="152199"/>
                  </a:cubicBezTo>
                  <a:cubicBezTo>
                    <a:pt x="57180" y="159615"/>
                    <a:pt x="33696" y="178590"/>
                    <a:pt x="15835" y="170622"/>
                  </a:cubicBezTo>
                  <a:cubicBezTo>
                    <a:pt x="-5346" y="161172"/>
                    <a:pt x="-2102" y="127569"/>
                    <a:pt x="7229" y="1111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43"/>
            <p:cNvSpPr/>
            <p:nvPr/>
          </p:nvSpPr>
          <p:spPr>
            <a:xfrm flipH="1">
              <a:off x="3766253" y="3788189"/>
              <a:ext cx="2420451" cy="680926"/>
            </a:xfrm>
            <a:custGeom>
              <a:rect b="b" l="l" r="r" t="t"/>
              <a:pathLst>
                <a:path extrusionOk="0" h="186555" w="549478">
                  <a:moveTo>
                    <a:pt x="0" y="42978"/>
                  </a:moveTo>
                  <a:cubicBezTo>
                    <a:pt x="6076" y="26545"/>
                    <a:pt x="21808" y="14111"/>
                    <a:pt x="39204" y="12002"/>
                  </a:cubicBezTo>
                  <a:cubicBezTo>
                    <a:pt x="56600" y="9894"/>
                    <a:pt x="74851" y="18209"/>
                    <a:pt x="84679" y="32707"/>
                  </a:cubicBezTo>
                  <a:cubicBezTo>
                    <a:pt x="90474" y="25236"/>
                    <a:pt x="105124" y="30231"/>
                    <a:pt x="105157" y="39691"/>
                  </a:cubicBezTo>
                  <a:cubicBezTo>
                    <a:pt x="112292" y="31929"/>
                    <a:pt x="124110" y="28869"/>
                    <a:pt x="134111" y="32199"/>
                  </a:cubicBezTo>
                  <a:cubicBezTo>
                    <a:pt x="144112" y="35518"/>
                    <a:pt x="151756" y="45054"/>
                    <a:pt x="152815" y="55531"/>
                  </a:cubicBezTo>
                  <a:cubicBezTo>
                    <a:pt x="155227" y="24825"/>
                    <a:pt x="184581" y="-1221"/>
                    <a:pt x="215363" y="44"/>
                  </a:cubicBezTo>
                  <a:cubicBezTo>
                    <a:pt x="246133" y="1309"/>
                    <a:pt x="273260" y="29680"/>
                    <a:pt x="273131" y="60483"/>
                  </a:cubicBezTo>
                  <a:cubicBezTo>
                    <a:pt x="277434" y="56720"/>
                    <a:pt x="284851" y="57434"/>
                    <a:pt x="288375" y="61932"/>
                  </a:cubicBezTo>
                  <a:cubicBezTo>
                    <a:pt x="291889" y="66429"/>
                    <a:pt x="290776" y="73803"/>
                    <a:pt x="286094" y="77069"/>
                  </a:cubicBezTo>
                  <a:cubicBezTo>
                    <a:pt x="297803" y="78334"/>
                    <a:pt x="308561" y="86302"/>
                    <a:pt x="313167" y="97146"/>
                  </a:cubicBezTo>
                  <a:cubicBezTo>
                    <a:pt x="317773" y="107991"/>
                    <a:pt x="316043" y="121268"/>
                    <a:pt x="308821" y="130577"/>
                  </a:cubicBezTo>
                  <a:cubicBezTo>
                    <a:pt x="322022" y="114445"/>
                    <a:pt x="346781" y="111818"/>
                    <a:pt x="365627" y="120716"/>
                  </a:cubicBezTo>
                  <a:cubicBezTo>
                    <a:pt x="370946" y="105990"/>
                    <a:pt x="380125" y="92237"/>
                    <a:pt x="393359" y="83880"/>
                  </a:cubicBezTo>
                  <a:cubicBezTo>
                    <a:pt x="406593" y="75522"/>
                    <a:pt x="424184" y="73295"/>
                    <a:pt x="438110" y="80453"/>
                  </a:cubicBezTo>
                  <a:cubicBezTo>
                    <a:pt x="452035" y="87610"/>
                    <a:pt x="460642" y="104974"/>
                    <a:pt x="455712" y="119830"/>
                  </a:cubicBezTo>
                  <a:cubicBezTo>
                    <a:pt x="459290" y="113721"/>
                    <a:pt x="467518" y="110834"/>
                    <a:pt x="474124" y="113342"/>
                  </a:cubicBezTo>
                  <a:cubicBezTo>
                    <a:pt x="480741" y="115862"/>
                    <a:pt x="484958" y="123495"/>
                    <a:pt x="483574" y="130426"/>
                  </a:cubicBezTo>
                  <a:cubicBezTo>
                    <a:pt x="496472" y="118186"/>
                    <a:pt x="518096" y="116489"/>
                    <a:pt x="532747" y="126576"/>
                  </a:cubicBezTo>
                  <a:cubicBezTo>
                    <a:pt x="547396" y="136664"/>
                    <a:pt x="553527" y="157466"/>
                    <a:pt x="546683" y="173889"/>
                  </a:cubicBezTo>
                  <a:cubicBezTo>
                    <a:pt x="477249" y="182906"/>
                    <a:pt x="405404" y="189350"/>
                    <a:pt x="335494" y="185339"/>
                  </a:cubicBezTo>
                  <a:cubicBezTo>
                    <a:pt x="213319" y="178344"/>
                    <a:pt x="92918" y="122597"/>
                    <a:pt x="0" y="42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98" name="Google Shape;1498;p43"/>
            <p:cNvGrpSpPr/>
            <p:nvPr/>
          </p:nvGrpSpPr>
          <p:grpSpPr>
            <a:xfrm flipH="1">
              <a:off x="3383561" y="3744257"/>
              <a:ext cx="5757520" cy="862356"/>
              <a:chOff x="-1" y="3744257"/>
              <a:chExt cx="5757520" cy="862356"/>
            </a:xfrm>
          </p:grpSpPr>
          <p:sp>
            <p:nvSpPr>
              <p:cNvPr id="1499" name="Google Shape;1499;p43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43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43"/>
              <p:cNvSpPr/>
              <p:nvPr/>
            </p:nvSpPr>
            <p:spPr>
              <a:xfrm>
                <a:off x="48" y="3744257"/>
                <a:ext cx="5757472" cy="862356"/>
              </a:xfrm>
              <a:custGeom>
                <a:rect b="b" l="l" r="r" t="t"/>
                <a:pathLst>
                  <a:path extrusionOk="0" h="236262" w="1307031">
                    <a:moveTo>
                      <a:pt x="1109130" y="157584"/>
                    </a:moveTo>
                    <a:cubicBezTo>
                      <a:pt x="1073159" y="160493"/>
                      <a:pt x="1038117" y="171456"/>
                      <a:pt x="1002081" y="173240"/>
                    </a:cubicBezTo>
                    <a:cubicBezTo>
                      <a:pt x="832907" y="181619"/>
                      <a:pt x="702126" y="-7449"/>
                      <a:pt x="532919" y="228"/>
                    </a:cubicBezTo>
                    <a:cubicBezTo>
                      <a:pt x="403771" y="6088"/>
                      <a:pt x="305912" y="124975"/>
                      <a:pt x="179294" y="151086"/>
                    </a:cubicBezTo>
                    <a:cubicBezTo>
                      <a:pt x="118596" y="163606"/>
                      <a:pt x="53865" y="151951"/>
                      <a:pt x="0" y="121505"/>
                    </a:cubicBezTo>
                    <a:lnTo>
                      <a:pt x="0" y="190853"/>
                    </a:lnTo>
                    <a:cubicBezTo>
                      <a:pt x="35701" y="201913"/>
                      <a:pt x="73067" y="207622"/>
                      <a:pt x="110444" y="207525"/>
                    </a:cubicBezTo>
                    <a:cubicBezTo>
                      <a:pt x="176948" y="207362"/>
                      <a:pt x="243311" y="188852"/>
                      <a:pt x="300301" y="154557"/>
                    </a:cubicBezTo>
                    <a:cubicBezTo>
                      <a:pt x="336672" y="132663"/>
                      <a:pt x="369054" y="104660"/>
                      <a:pt x="405274" y="82506"/>
                    </a:cubicBezTo>
                    <a:cubicBezTo>
                      <a:pt x="450089" y="55087"/>
                      <a:pt x="493889" y="45086"/>
                      <a:pt x="545753" y="51033"/>
                    </a:cubicBezTo>
                    <a:cubicBezTo>
                      <a:pt x="683713" y="66861"/>
                      <a:pt x="787962" y="197988"/>
                      <a:pt x="926117" y="212109"/>
                    </a:cubicBezTo>
                    <a:cubicBezTo>
                      <a:pt x="949654" y="214520"/>
                      <a:pt x="973332" y="214206"/>
                      <a:pt x="996664" y="211254"/>
                    </a:cubicBezTo>
                    <a:cubicBezTo>
                      <a:pt x="1022180" y="208032"/>
                      <a:pt x="1047815" y="205341"/>
                      <a:pt x="1073559" y="204994"/>
                    </a:cubicBezTo>
                    <a:cubicBezTo>
                      <a:pt x="1089950" y="204778"/>
                      <a:pt x="1106557" y="205535"/>
                      <a:pt x="1122245" y="210281"/>
                    </a:cubicBezTo>
                    <a:cubicBezTo>
                      <a:pt x="1139674" y="215547"/>
                      <a:pt x="1154843" y="225288"/>
                      <a:pt x="1169439" y="236263"/>
                    </a:cubicBezTo>
                    <a:lnTo>
                      <a:pt x="1307031" y="236263"/>
                    </a:lnTo>
                    <a:cubicBezTo>
                      <a:pt x="1257653" y="181878"/>
                      <a:pt x="1182435" y="151670"/>
                      <a:pt x="1109130" y="15759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02" name="Google Shape;1502;p43"/>
          <p:cNvGrpSpPr/>
          <p:nvPr/>
        </p:nvGrpSpPr>
        <p:grpSpPr>
          <a:xfrm>
            <a:off x="3947927" y="3523125"/>
            <a:ext cx="393151" cy="888374"/>
            <a:chOff x="2371457" y="352177"/>
            <a:chExt cx="567236" cy="1281740"/>
          </a:xfrm>
        </p:grpSpPr>
        <p:sp>
          <p:nvSpPr>
            <p:cNvPr id="1503" name="Google Shape;1503;p43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43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43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43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43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43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43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0" name="Google Shape;1510;p43"/>
          <p:cNvSpPr/>
          <p:nvPr/>
        </p:nvSpPr>
        <p:spPr>
          <a:xfrm>
            <a:off x="8507389" y="57846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43"/>
          <p:cNvSpPr txBox="1"/>
          <p:nvPr>
            <p:ph type="title"/>
          </p:nvPr>
        </p:nvSpPr>
        <p:spPr>
          <a:xfrm>
            <a:off x="2386575" y="1124975"/>
            <a:ext cx="53145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Improve </a:t>
            </a:r>
            <a:r>
              <a:rPr lang="en" sz="6000"/>
              <a:t>Phase</a:t>
            </a:r>
            <a:endParaRPr sz="6000"/>
          </a:p>
        </p:txBody>
      </p:sp>
      <p:sp>
        <p:nvSpPr>
          <p:cNvPr id="1512" name="Google Shape;1512;p43"/>
          <p:cNvSpPr txBox="1"/>
          <p:nvPr>
            <p:ph idx="2" type="title"/>
          </p:nvPr>
        </p:nvSpPr>
        <p:spPr>
          <a:xfrm>
            <a:off x="842725" y="936125"/>
            <a:ext cx="1288800" cy="1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grpSp>
        <p:nvGrpSpPr>
          <p:cNvPr id="1513" name="Google Shape;1513;p43"/>
          <p:cNvGrpSpPr/>
          <p:nvPr/>
        </p:nvGrpSpPr>
        <p:grpSpPr>
          <a:xfrm>
            <a:off x="6243974" y="1418213"/>
            <a:ext cx="3054570" cy="3168317"/>
            <a:chOff x="239073" y="3411907"/>
            <a:chExt cx="944576" cy="979750"/>
          </a:xfrm>
        </p:grpSpPr>
        <p:sp>
          <p:nvSpPr>
            <p:cNvPr id="1514" name="Google Shape;1514;p43"/>
            <p:cNvSpPr/>
            <p:nvPr/>
          </p:nvSpPr>
          <p:spPr>
            <a:xfrm>
              <a:off x="945325" y="3411907"/>
              <a:ext cx="238325" cy="504894"/>
            </a:xfrm>
            <a:custGeom>
              <a:rect b="b" l="l" r="r" t="t"/>
              <a:pathLst>
                <a:path extrusionOk="0" h="358717" w="169325">
                  <a:moveTo>
                    <a:pt x="0" y="346652"/>
                  </a:moveTo>
                  <a:lnTo>
                    <a:pt x="28706" y="358718"/>
                  </a:lnTo>
                  <a:lnTo>
                    <a:pt x="169325" y="11201"/>
                  </a:lnTo>
                  <a:lnTo>
                    <a:pt x="140263" y="0"/>
                  </a:lnTo>
                  <a:lnTo>
                    <a:pt x="0" y="3466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43"/>
            <p:cNvSpPr/>
            <p:nvPr/>
          </p:nvSpPr>
          <p:spPr>
            <a:xfrm>
              <a:off x="239073" y="3933512"/>
              <a:ext cx="739517" cy="458145"/>
            </a:xfrm>
            <a:custGeom>
              <a:rect b="b" l="l" r="r" t="t"/>
              <a:pathLst>
                <a:path extrusionOk="0" h="325503" w="525412">
                  <a:moveTo>
                    <a:pt x="467050" y="40188"/>
                  </a:moveTo>
                  <a:cubicBezTo>
                    <a:pt x="438928" y="109698"/>
                    <a:pt x="359785" y="143247"/>
                    <a:pt x="290275" y="115115"/>
                  </a:cubicBezTo>
                  <a:lnTo>
                    <a:pt x="138973" y="53898"/>
                  </a:lnTo>
                  <a:cubicBezTo>
                    <a:pt x="80318" y="30165"/>
                    <a:pt x="15339" y="69499"/>
                    <a:pt x="9165" y="132468"/>
                  </a:cubicBezTo>
                  <a:lnTo>
                    <a:pt x="461" y="221255"/>
                  </a:lnTo>
                  <a:cubicBezTo>
                    <a:pt x="-4999" y="276915"/>
                    <a:pt x="38703" y="325168"/>
                    <a:pt x="94633" y="325233"/>
                  </a:cubicBezTo>
                  <a:lnTo>
                    <a:pt x="331847" y="325504"/>
                  </a:lnTo>
                  <a:cubicBezTo>
                    <a:pt x="373602" y="325547"/>
                    <a:pt x="411206" y="300236"/>
                    <a:pt x="426873" y="261530"/>
                  </a:cubicBezTo>
                  <a:lnTo>
                    <a:pt x="458562" y="183208"/>
                  </a:lnTo>
                  <a:lnTo>
                    <a:pt x="525412" y="18002"/>
                  </a:lnTo>
                  <a:lnTo>
                    <a:pt x="483322" y="0"/>
                  </a:lnTo>
                  <a:lnTo>
                    <a:pt x="467061" y="401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43"/>
            <p:cNvSpPr/>
            <p:nvPr/>
          </p:nvSpPr>
          <p:spPr>
            <a:xfrm>
              <a:off x="940580" y="3860605"/>
              <a:ext cx="67049" cy="44664"/>
            </a:xfrm>
            <a:custGeom>
              <a:rect b="b" l="l" r="r" t="t"/>
              <a:pathLst>
                <a:path extrusionOk="0" h="31733" w="47637">
                  <a:moveTo>
                    <a:pt x="47637" y="18002"/>
                  </a:moveTo>
                  <a:lnTo>
                    <a:pt x="5557" y="0"/>
                  </a:lnTo>
                  <a:lnTo>
                    <a:pt x="0" y="13731"/>
                  </a:lnTo>
                  <a:lnTo>
                    <a:pt x="42080" y="31733"/>
                  </a:lnTo>
                  <a:lnTo>
                    <a:pt x="47637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43"/>
            <p:cNvSpPr/>
            <p:nvPr/>
          </p:nvSpPr>
          <p:spPr>
            <a:xfrm>
              <a:off x="918893" y="3879919"/>
              <a:ext cx="80927" cy="78964"/>
            </a:xfrm>
            <a:custGeom>
              <a:rect b="b" l="l" r="r" t="t"/>
              <a:pathLst>
                <a:path extrusionOk="0" h="56102" w="57497">
                  <a:moveTo>
                    <a:pt x="15418" y="0"/>
                  </a:moveTo>
                  <a:lnTo>
                    <a:pt x="0" y="38101"/>
                  </a:lnTo>
                  <a:lnTo>
                    <a:pt x="42091" y="56103"/>
                  </a:lnTo>
                  <a:lnTo>
                    <a:pt x="57498" y="18002"/>
                  </a:lnTo>
                  <a:lnTo>
                    <a:pt x="1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43"/>
            <p:cNvSpPr/>
            <p:nvPr/>
          </p:nvSpPr>
          <p:spPr>
            <a:xfrm>
              <a:off x="268788" y="4029231"/>
              <a:ext cx="550036" cy="332630"/>
            </a:xfrm>
            <a:custGeom>
              <a:rect b="b" l="l" r="r" t="t"/>
              <a:pathLst>
                <a:path extrusionOk="0" h="236327" w="390789">
                  <a:moveTo>
                    <a:pt x="73520" y="236046"/>
                  </a:moveTo>
                  <a:cubicBezTo>
                    <a:pt x="52501" y="236025"/>
                    <a:pt x="33159" y="227429"/>
                    <a:pt x="19060" y="211860"/>
                  </a:cubicBezTo>
                  <a:cubicBezTo>
                    <a:pt x="4950" y="196280"/>
                    <a:pt x="-1688" y="176191"/>
                    <a:pt x="366" y="155270"/>
                  </a:cubicBezTo>
                  <a:lnTo>
                    <a:pt x="9070" y="66483"/>
                  </a:lnTo>
                  <a:cubicBezTo>
                    <a:pt x="12789" y="28576"/>
                    <a:pt x="44263" y="0"/>
                    <a:pt x="82288" y="0"/>
                  </a:cubicBezTo>
                  <a:cubicBezTo>
                    <a:pt x="91694" y="0"/>
                    <a:pt x="100993" y="1827"/>
                    <a:pt x="109923" y="5439"/>
                  </a:cubicBezTo>
                  <a:lnTo>
                    <a:pt x="351181" y="103060"/>
                  </a:lnTo>
                  <a:cubicBezTo>
                    <a:pt x="383616" y="116185"/>
                    <a:pt x="399272" y="153119"/>
                    <a:pt x="386146" y="185554"/>
                  </a:cubicBezTo>
                  <a:lnTo>
                    <a:pt x="386146" y="185554"/>
                  </a:lnTo>
                  <a:cubicBezTo>
                    <a:pt x="373669" y="216390"/>
                    <a:pt x="344109" y="236327"/>
                    <a:pt x="310841" y="236327"/>
                  </a:cubicBezTo>
                  <a:cubicBezTo>
                    <a:pt x="310841" y="236327"/>
                    <a:pt x="73530" y="236057"/>
                    <a:pt x="73530" y="2360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43"/>
            <p:cNvSpPr/>
            <p:nvPr/>
          </p:nvSpPr>
          <p:spPr>
            <a:xfrm>
              <a:off x="380943" y="4332176"/>
              <a:ext cx="301753" cy="7791"/>
            </a:xfrm>
            <a:custGeom>
              <a:rect b="b" l="l" r="r" t="t"/>
              <a:pathLst>
                <a:path extrusionOk="0" h="5535" w="214389">
                  <a:moveTo>
                    <a:pt x="211622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211622" y="5536"/>
                  </a:lnTo>
                  <a:cubicBezTo>
                    <a:pt x="213146" y="5536"/>
                    <a:pt x="214390" y="4292"/>
                    <a:pt x="214390" y="2768"/>
                  </a:cubicBezTo>
                  <a:lnTo>
                    <a:pt x="214390" y="2768"/>
                  </a:lnTo>
                  <a:cubicBezTo>
                    <a:pt x="214390" y="1243"/>
                    <a:pt x="213146" y="0"/>
                    <a:pt x="211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43"/>
            <p:cNvSpPr/>
            <p:nvPr/>
          </p:nvSpPr>
          <p:spPr>
            <a:xfrm>
              <a:off x="356702" y="4307888"/>
              <a:ext cx="350282" cy="7791"/>
            </a:xfrm>
            <a:custGeom>
              <a:rect b="b" l="l" r="r" t="t"/>
              <a:pathLst>
                <a:path extrusionOk="0" h="5535" w="248868">
                  <a:moveTo>
                    <a:pt x="24610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46101" y="5536"/>
                  </a:lnTo>
                  <a:cubicBezTo>
                    <a:pt x="247625" y="5536"/>
                    <a:pt x="248869" y="4293"/>
                    <a:pt x="248869" y="2768"/>
                  </a:cubicBezTo>
                  <a:lnTo>
                    <a:pt x="248869" y="2768"/>
                  </a:lnTo>
                  <a:cubicBezTo>
                    <a:pt x="248869" y="1243"/>
                    <a:pt x="247625" y="0"/>
                    <a:pt x="246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43"/>
            <p:cNvSpPr/>
            <p:nvPr/>
          </p:nvSpPr>
          <p:spPr>
            <a:xfrm>
              <a:off x="321328" y="4283602"/>
              <a:ext cx="399800" cy="7791"/>
            </a:xfrm>
            <a:custGeom>
              <a:rect b="b" l="l" r="r" t="t"/>
              <a:pathLst>
                <a:path extrusionOk="0" h="5535" w="284050">
                  <a:moveTo>
                    <a:pt x="28128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81283" y="5535"/>
                  </a:lnTo>
                  <a:cubicBezTo>
                    <a:pt x="282807" y="5535"/>
                    <a:pt x="284051" y="4292"/>
                    <a:pt x="284051" y="2768"/>
                  </a:cubicBezTo>
                  <a:lnTo>
                    <a:pt x="284051" y="2768"/>
                  </a:lnTo>
                  <a:cubicBezTo>
                    <a:pt x="284051" y="1243"/>
                    <a:pt x="282807" y="0"/>
                    <a:pt x="28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43"/>
            <p:cNvSpPr/>
            <p:nvPr/>
          </p:nvSpPr>
          <p:spPr>
            <a:xfrm>
              <a:off x="316568" y="4259314"/>
              <a:ext cx="417422" cy="7791"/>
            </a:xfrm>
            <a:custGeom>
              <a:rect b="b" l="l" r="r" t="t"/>
              <a:pathLst>
                <a:path extrusionOk="0" h="5535" w="296570">
                  <a:moveTo>
                    <a:pt x="29380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3803" y="5536"/>
                  </a:lnTo>
                  <a:cubicBezTo>
                    <a:pt x="295328" y="5536"/>
                    <a:pt x="296571" y="4293"/>
                    <a:pt x="296571" y="2768"/>
                  </a:cubicBezTo>
                  <a:lnTo>
                    <a:pt x="296571" y="2768"/>
                  </a:lnTo>
                  <a:cubicBezTo>
                    <a:pt x="296571" y="1243"/>
                    <a:pt x="295328" y="0"/>
                    <a:pt x="29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43"/>
            <p:cNvSpPr/>
            <p:nvPr/>
          </p:nvSpPr>
          <p:spPr>
            <a:xfrm>
              <a:off x="322834" y="4235028"/>
              <a:ext cx="423570" cy="7791"/>
            </a:xfrm>
            <a:custGeom>
              <a:rect b="b" l="l" r="r" t="t"/>
              <a:pathLst>
                <a:path extrusionOk="0" h="5535" w="300938">
                  <a:moveTo>
                    <a:pt x="29817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7"/>
                  </a:cubicBezTo>
                  <a:lnTo>
                    <a:pt x="0" y="2767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98171" y="5535"/>
                  </a:lnTo>
                  <a:cubicBezTo>
                    <a:pt x="299696" y="5535"/>
                    <a:pt x="300939" y="4292"/>
                    <a:pt x="300939" y="2767"/>
                  </a:cubicBezTo>
                  <a:lnTo>
                    <a:pt x="300939" y="2767"/>
                  </a:lnTo>
                  <a:cubicBezTo>
                    <a:pt x="300939" y="1243"/>
                    <a:pt x="299696" y="0"/>
                    <a:pt x="298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43"/>
            <p:cNvSpPr/>
            <p:nvPr/>
          </p:nvSpPr>
          <p:spPr>
            <a:xfrm>
              <a:off x="327594" y="4210740"/>
              <a:ext cx="424636" cy="7791"/>
            </a:xfrm>
            <a:custGeom>
              <a:rect b="b" l="l" r="r" t="t"/>
              <a:pathLst>
                <a:path extrusionOk="0" h="5535" w="301695">
                  <a:moveTo>
                    <a:pt x="298928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8928" y="5536"/>
                  </a:lnTo>
                  <a:cubicBezTo>
                    <a:pt x="300452" y="5536"/>
                    <a:pt x="301696" y="4293"/>
                    <a:pt x="301696" y="2768"/>
                  </a:cubicBezTo>
                  <a:lnTo>
                    <a:pt x="301696" y="2768"/>
                  </a:lnTo>
                  <a:cubicBezTo>
                    <a:pt x="301696" y="1243"/>
                    <a:pt x="300452" y="0"/>
                    <a:pt x="298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43"/>
            <p:cNvSpPr/>
            <p:nvPr/>
          </p:nvSpPr>
          <p:spPr>
            <a:xfrm>
              <a:off x="329738" y="4186452"/>
              <a:ext cx="404244" cy="7791"/>
            </a:xfrm>
            <a:custGeom>
              <a:rect b="b" l="l" r="r" t="t"/>
              <a:pathLst>
                <a:path extrusionOk="0" h="5535" w="287207">
                  <a:moveTo>
                    <a:pt x="284440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84440" y="5536"/>
                  </a:lnTo>
                  <a:cubicBezTo>
                    <a:pt x="285965" y="5536"/>
                    <a:pt x="287208" y="4293"/>
                    <a:pt x="287208" y="2768"/>
                  </a:cubicBezTo>
                  <a:lnTo>
                    <a:pt x="287208" y="2768"/>
                  </a:lnTo>
                  <a:cubicBezTo>
                    <a:pt x="287208" y="1244"/>
                    <a:pt x="285965" y="0"/>
                    <a:pt x="284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43"/>
            <p:cNvSpPr/>
            <p:nvPr/>
          </p:nvSpPr>
          <p:spPr>
            <a:xfrm>
              <a:off x="334864" y="4162180"/>
              <a:ext cx="299881" cy="7791"/>
            </a:xfrm>
            <a:custGeom>
              <a:rect b="b" l="l" r="r" t="t"/>
              <a:pathLst>
                <a:path extrusionOk="0" h="5535" w="213059">
                  <a:moveTo>
                    <a:pt x="210292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10292" y="5536"/>
                  </a:lnTo>
                  <a:cubicBezTo>
                    <a:pt x="211816" y="5536"/>
                    <a:pt x="213060" y="4293"/>
                    <a:pt x="213060" y="2768"/>
                  </a:cubicBezTo>
                  <a:lnTo>
                    <a:pt x="213060" y="2768"/>
                  </a:lnTo>
                  <a:cubicBezTo>
                    <a:pt x="213060" y="1244"/>
                    <a:pt x="211816" y="0"/>
                    <a:pt x="210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43"/>
            <p:cNvSpPr/>
            <p:nvPr/>
          </p:nvSpPr>
          <p:spPr>
            <a:xfrm>
              <a:off x="337737" y="4137894"/>
              <a:ext cx="267224" cy="7791"/>
            </a:xfrm>
            <a:custGeom>
              <a:rect b="b" l="l" r="r" t="t"/>
              <a:pathLst>
                <a:path extrusionOk="0" h="5535" w="189857">
                  <a:moveTo>
                    <a:pt x="18708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187089" y="5536"/>
                  </a:lnTo>
                  <a:cubicBezTo>
                    <a:pt x="188614" y="5536"/>
                    <a:pt x="189857" y="4292"/>
                    <a:pt x="189857" y="2768"/>
                  </a:cubicBezTo>
                  <a:lnTo>
                    <a:pt x="189857" y="2768"/>
                  </a:lnTo>
                  <a:cubicBezTo>
                    <a:pt x="189857" y="1243"/>
                    <a:pt x="188614" y="0"/>
                    <a:pt x="187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43"/>
            <p:cNvSpPr/>
            <p:nvPr/>
          </p:nvSpPr>
          <p:spPr>
            <a:xfrm>
              <a:off x="341693" y="4113606"/>
              <a:ext cx="203370" cy="7791"/>
            </a:xfrm>
            <a:custGeom>
              <a:rect b="b" l="l" r="r" t="t"/>
              <a:pathLst>
                <a:path extrusionOk="0" h="5535" w="144490">
                  <a:moveTo>
                    <a:pt x="14172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141723" y="5536"/>
                  </a:lnTo>
                  <a:cubicBezTo>
                    <a:pt x="143247" y="5536"/>
                    <a:pt x="144490" y="4293"/>
                    <a:pt x="144490" y="2768"/>
                  </a:cubicBezTo>
                  <a:lnTo>
                    <a:pt x="144490" y="2768"/>
                  </a:lnTo>
                  <a:cubicBezTo>
                    <a:pt x="144490" y="1243"/>
                    <a:pt x="143247" y="0"/>
                    <a:pt x="141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43"/>
            <p:cNvSpPr/>
            <p:nvPr/>
          </p:nvSpPr>
          <p:spPr>
            <a:xfrm>
              <a:off x="349645" y="4089319"/>
              <a:ext cx="143792" cy="7791"/>
            </a:xfrm>
            <a:custGeom>
              <a:rect b="b" l="l" r="r" t="t"/>
              <a:pathLst>
                <a:path extrusionOk="0" h="5535" w="102161">
                  <a:moveTo>
                    <a:pt x="99394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99394" y="5535"/>
                  </a:lnTo>
                  <a:cubicBezTo>
                    <a:pt x="100918" y="5535"/>
                    <a:pt x="102162" y="4292"/>
                    <a:pt x="102162" y="2768"/>
                  </a:cubicBezTo>
                  <a:lnTo>
                    <a:pt x="102162" y="2768"/>
                  </a:lnTo>
                  <a:cubicBezTo>
                    <a:pt x="102162" y="1243"/>
                    <a:pt x="100918" y="0"/>
                    <a:pt x="99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43"/>
            <p:cNvSpPr/>
            <p:nvPr/>
          </p:nvSpPr>
          <p:spPr>
            <a:xfrm>
              <a:off x="380943" y="4065032"/>
              <a:ext cx="72101" cy="7791"/>
            </a:xfrm>
            <a:custGeom>
              <a:rect b="b" l="l" r="r" t="t"/>
              <a:pathLst>
                <a:path extrusionOk="0" h="5535" w="51226">
                  <a:moveTo>
                    <a:pt x="4845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48459" y="5536"/>
                  </a:lnTo>
                  <a:cubicBezTo>
                    <a:pt x="49983" y="5536"/>
                    <a:pt x="51227" y="4293"/>
                    <a:pt x="51227" y="2768"/>
                  </a:cubicBezTo>
                  <a:lnTo>
                    <a:pt x="51227" y="2768"/>
                  </a:lnTo>
                  <a:cubicBezTo>
                    <a:pt x="51227" y="1243"/>
                    <a:pt x="49983" y="0"/>
                    <a:pt x="48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43"/>
            <p:cNvSpPr/>
            <p:nvPr/>
          </p:nvSpPr>
          <p:spPr>
            <a:xfrm>
              <a:off x="762633" y="4079223"/>
              <a:ext cx="95979" cy="57700"/>
            </a:xfrm>
            <a:custGeom>
              <a:rect b="b" l="l" r="r" t="t"/>
              <a:pathLst>
                <a:path extrusionOk="0" h="40995" w="68191">
                  <a:moveTo>
                    <a:pt x="55605" y="4312"/>
                  </a:moveTo>
                  <a:cubicBezTo>
                    <a:pt x="57303" y="2788"/>
                    <a:pt x="59011" y="1177"/>
                    <a:pt x="61152" y="399"/>
                  </a:cubicBezTo>
                  <a:cubicBezTo>
                    <a:pt x="63292" y="-380"/>
                    <a:pt x="66028" y="-67"/>
                    <a:pt x="67379" y="1772"/>
                  </a:cubicBezTo>
                  <a:cubicBezTo>
                    <a:pt x="69261" y="4323"/>
                    <a:pt x="67531" y="7913"/>
                    <a:pt x="65649" y="10465"/>
                  </a:cubicBezTo>
                  <a:cubicBezTo>
                    <a:pt x="53659" y="26747"/>
                    <a:pt x="34976" y="37937"/>
                    <a:pt x="14963" y="40802"/>
                  </a:cubicBezTo>
                  <a:cubicBezTo>
                    <a:pt x="10292" y="41473"/>
                    <a:pt x="-1925" y="40760"/>
                    <a:pt x="259" y="32737"/>
                  </a:cubicBezTo>
                  <a:cubicBezTo>
                    <a:pt x="1621" y="27764"/>
                    <a:pt x="12174" y="27526"/>
                    <a:pt x="16217" y="26326"/>
                  </a:cubicBezTo>
                  <a:cubicBezTo>
                    <a:pt x="30749" y="21990"/>
                    <a:pt x="44317" y="14443"/>
                    <a:pt x="55605" y="43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43"/>
            <p:cNvSpPr/>
            <p:nvPr/>
          </p:nvSpPr>
          <p:spPr>
            <a:xfrm>
              <a:off x="865239" y="4046830"/>
              <a:ext cx="18448" cy="19910"/>
            </a:xfrm>
            <a:custGeom>
              <a:rect b="b" l="l" r="r" t="t"/>
              <a:pathLst>
                <a:path extrusionOk="0" h="14146" w="13107">
                  <a:moveTo>
                    <a:pt x="877" y="8032"/>
                  </a:moveTo>
                  <a:cubicBezTo>
                    <a:pt x="401" y="8940"/>
                    <a:pt x="22" y="9924"/>
                    <a:pt x="1" y="10951"/>
                  </a:cubicBezTo>
                  <a:cubicBezTo>
                    <a:pt x="-21" y="11978"/>
                    <a:pt x="379" y="13059"/>
                    <a:pt x="1212" y="13643"/>
                  </a:cubicBezTo>
                  <a:cubicBezTo>
                    <a:pt x="1947" y="14162"/>
                    <a:pt x="2931" y="14248"/>
                    <a:pt x="3817" y="14043"/>
                  </a:cubicBezTo>
                  <a:cubicBezTo>
                    <a:pt x="4704" y="13838"/>
                    <a:pt x="5493" y="13373"/>
                    <a:pt x="6250" y="12865"/>
                  </a:cubicBezTo>
                  <a:cubicBezTo>
                    <a:pt x="8153" y="11589"/>
                    <a:pt x="9861" y="10042"/>
                    <a:pt x="11310" y="8270"/>
                  </a:cubicBezTo>
                  <a:cubicBezTo>
                    <a:pt x="13224" y="5934"/>
                    <a:pt x="14716" y="-499"/>
                    <a:pt x="9732" y="31"/>
                  </a:cubicBezTo>
                  <a:cubicBezTo>
                    <a:pt x="6218" y="409"/>
                    <a:pt x="2358" y="5156"/>
                    <a:pt x="877" y="80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43"/>
            <p:cNvSpPr/>
            <p:nvPr/>
          </p:nvSpPr>
          <p:spPr>
            <a:xfrm>
              <a:off x="300745" y="4009059"/>
              <a:ext cx="72869" cy="42429"/>
            </a:xfrm>
            <a:custGeom>
              <a:rect b="b" l="l" r="r" t="t"/>
              <a:pathLst>
                <a:path extrusionOk="0" h="30145" w="51772">
                  <a:moveTo>
                    <a:pt x="42636" y="459"/>
                  </a:moveTo>
                  <a:cubicBezTo>
                    <a:pt x="44496" y="70"/>
                    <a:pt x="46442" y="-244"/>
                    <a:pt x="48269" y="264"/>
                  </a:cubicBezTo>
                  <a:cubicBezTo>
                    <a:pt x="50096" y="773"/>
                    <a:pt x="51761" y="2340"/>
                    <a:pt x="51772" y="4243"/>
                  </a:cubicBezTo>
                  <a:cubicBezTo>
                    <a:pt x="51783" y="7270"/>
                    <a:pt x="48150" y="8719"/>
                    <a:pt x="45220" y="9509"/>
                  </a:cubicBezTo>
                  <a:cubicBezTo>
                    <a:pt x="33511" y="12687"/>
                    <a:pt x="22461" y="18299"/>
                    <a:pt x="12979" y="25889"/>
                  </a:cubicBezTo>
                  <a:cubicBezTo>
                    <a:pt x="10071" y="28224"/>
                    <a:pt x="5432" y="32008"/>
                    <a:pt x="1637" y="29078"/>
                  </a:cubicBezTo>
                  <a:cubicBezTo>
                    <a:pt x="-1325" y="26786"/>
                    <a:pt x="243" y="22948"/>
                    <a:pt x="2329" y="20645"/>
                  </a:cubicBezTo>
                  <a:cubicBezTo>
                    <a:pt x="8503" y="13833"/>
                    <a:pt x="18417" y="8838"/>
                    <a:pt x="26775" y="5368"/>
                  </a:cubicBezTo>
                  <a:cubicBezTo>
                    <a:pt x="31889" y="3237"/>
                    <a:pt x="37209" y="1594"/>
                    <a:pt x="42636" y="4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43"/>
            <p:cNvSpPr/>
            <p:nvPr/>
          </p:nvSpPr>
          <p:spPr>
            <a:xfrm>
              <a:off x="389588" y="4007004"/>
              <a:ext cx="37140" cy="19578"/>
            </a:xfrm>
            <a:custGeom>
              <a:rect b="b" l="l" r="r" t="t"/>
              <a:pathLst>
                <a:path extrusionOk="0" h="13910" w="26387">
                  <a:moveTo>
                    <a:pt x="222" y="6753"/>
                  </a:moveTo>
                  <a:cubicBezTo>
                    <a:pt x="860" y="8289"/>
                    <a:pt x="2665" y="8926"/>
                    <a:pt x="4266" y="9380"/>
                  </a:cubicBezTo>
                  <a:cubicBezTo>
                    <a:pt x="8861" y="10688"/>
                    <a:pt x="13456" y="11975"/>
                    <a:pt x="18062" y="13229"/>
                  </a:cubicBezTo>
                  <a:cubicBezTo>
                    <a:pt x="19586" y="13640"/>
                    <a:pt x="21154" y="14062"/>
                    <a:pt x="22722" y="13857"/>
                  </a:cubicBezTo>
                  <a:cubicBezTo>
                    <a:pt x="24289" y="13651"/>
                    <a:pt x="25857" y="12678"/>
                    <a:pt x="26279" y="11154"/>
                  </a:cubicBezTo>
                  <a:cubicBezTo>
                    <a:pt x="26581" y="10051"/>
                    <a:pt x="26225" y="8861"/>
                    <a:pt x="25576" y="7921"/>
                  </a:cubicBezTo>
                  <a:cubicBezTo>
                    <a:pt x="24927" y="6991"/>
                    <a:pt x="24008" y="6277"/>
                    <a:pt x="23068" y="5629"/>
                  </a:cubicBezTo>
                  <a:cubicBezTo>
                    <a:pt x="18548" y="2526"/>
                    <a:pt x="13261" y="677"/>
                    <a:pt x="7823" y="93"/>
                  </a:cubicBezTo>
                  <a:cubicBezTo>
                    <a:pt x="6104" y="-91"/>
                    <a:pt x="4612" y="-91"/>
                    <a:pt x="3163" y="936"/>
                  </a:cubicBezTo>
                  <a:cubicBezTo>
                    <a:pt x="1444" y="2147"/>
                    <a:pt x="-719" y="4472"/>
                    <a:pt x="233" y="67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5" name="Google Shape;1535;p43"/>
          <p:cNvGrpSpPr/>
          <p:nvPr/>
        </p:nvGrpSpPr>
        <p:grpSpPr>
          <a:xfrm>
            <a:off x="6634691" y="3738180"/>
            <a:ext cx="917688" cy="1400236"/>
            <a:chOff x="1298027" y="4087007"/>
            <a:chExt cx="283780" cy="433000"/>
          </a:xfrm>
        </p:grpSpPr>
        <p:sp>
          <p:nvSpPr>
            <p:cNvPr id="1536" name="Google Shape;1536;p43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43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43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43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43"/>
            <p:cNvSpPr/>
            <p:nvPr/>
          </p:nvSpPr>
          <p:spPr>
            <a:xfrm>
              <a:off x="1445422" y="4394924"/>
              <a:ext cx="51360" cy="81369"/>
            </a:xfrm>
            <a:custGeom>
              <a:rect b="b" l="l" r="r" t="t"/>
              <a:pathLst>
                <a:path extrusionOk="0" h="57811" w="36490">
                  <a:moveTo>
                    <a:pt x="23862" y="0"/>
                  </a:moveTo>
                  <a:lnTo>
                    <a:pt x="23840" y="22"/>
                  </a:lnTo>
                  <a:lnTo>
                    <a:pt x="20197" y="3157"/>
                  </a:lnTo>
                  <a:lnTo>
                    <a:pt x="19570" y="3698"/>
                  </a:lnTo>
                  <a:cubicBezTo>
                    <a:pt x="5514" y="15775"/>
                    <a:pt x="0" y="39831"/>
                    <a:pt x="0" y="57812"/>
                  </a:cubicBezTo>
                  <a:lnTo>
                    <a:pt x="7925" y="57812"/>
                  </a:lnTo>
                  <a:lnTo>
                    <a:pt x="7925" y="55357"/>
                  </a:lnTo>
                  <a:cubicBezTo>
                    <a:pt x="7925" y="35571"/>
                    <a:pt x="16639" y="16791"/>
                    <a:pt x="31755" y="4011"/>
                  </a:cubicBezTo>
                  <a:lnTo>
                    <a:pt x="36490" y="11"/>
                  </a:lnTo>
                  <a:lnTo>
                    <a:pt x="23873" y="11"/>
                  </a:ln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43"/>
            <p:cNvSpPr/>
            <p:nvPr/>
          </p:nvSpPr>
          <p:spPr>
            <a:xfrm>
              <a:off x="1426914" y="4476227"/>
              <a:ext cx="25839" cy="43780"/>
            </a:xfrm>
            <a:custGeom>
              <a:rect b="b" l="l" r="r" t="t"/>
              <a:pathLst>
                <a:path extrusionOk="0" h="31105" w="18358">
                  <a:moveTo>
                    <a:pt x="0" y="0"/>
                  </a:moveTo>
                  <a:lnTo>
                    <a:pt x="18359" y="0"/>
                  </a:lnTo>
                  <a:lnTo>
                    <a:pt x="18359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43"/>
            <p:cNvSpPr/>
            <p:nvPr/>
          </p:nvSpPr>
          <p:spPr>
            <a:xfrm>
              <a:off x="1445422" y="4476227"/>
              <a:ext cx="7319" cy="43780"/>
            </a:xfrm>
            <a:custGeom>
              <a:rect b="b" l="l" r="r" t="t"/>
              <a:pathLst>
                <a:path extrusionOk="0" h="31105" w="5200">
                  <a:moveTo>
                    <a:pt x="0" y="0"/>
                  </a:moveTo>
                  <a:lnTo>
                    <a:pt x="5201" y="0"/>
                  </a:lnTo>
                  <a:lnTo>
                    <a:pt x="5201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43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43"/>
            <p:cNvSpPr/>
            <p:nvPr/>
          </p:nvSpPr>
          <p:spPr>
            <a:xfrm>
              <a:off x="1393685" y="4365481"/>
              <a:ext cx="103115" cy="29476"/>
            </a:xfrm>
            <a:custGeom>
              <a:rect b="b" l="l" r="r" t="t"/>
              <a:pathLst>
                <a:path extrusionOk="0" h="20942" w="73261">
                  <a:moveTo>
                    <a:pt x="55692" y="8736"/>
                  </a:moveTo>
                  <a:lnTo>
                    <a:pt x="60612" y="20943"/>
                  </a:lnTo>
                  <a:lnTo>
                    <a:pt x="73262" y="20943"/>
                  </a:lnTo>
                  <a:lnTo>
                    <a:pt x="67066" y="5579"/>
                  </a:lnTo>
                  <a:cubicBezTo>
                    <a:pt x="65704" y="2206"/>
                    <a:pt x="62439" y="0"/>
                    <a:pt x="58806" y="0"/>
                  </a:cubicBezTo>
                  <a:lnTo>
                    <a:pt x="6790" y="0"/>
                  </a:lnTo>
                  <a:cubicBezTo>
                    <a:pt x="4130" y="0"/>
                    <a:pt x="1665" y="1189"/>
                    <a:pt x="0" y="3157"/>
                  </a:cubicBezTo>
                  <a:lnTo>
                    <a:pt x="47421" y="3157"/>
                  </a:lnTo>
                  <a:cubicBezTo>
                    <a:pt x="51054" y="3157"/>
                    <a:pt x="54319" y="5363"/>
                    <a:pt x="55681" y="8736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43"/>
            <p:cNvSpPr/>
            <p:nvPr/>
          </p:nvSpPr>
          <p:spPr>
            <a:xfrm>
              <a:off x="1298027" y="4087007"/>
              <a:ext cx="283780" cy="283780"/>
            </a:xfrm>
            <a:custGeom>
              <a:rect b="b" l="l" r="r" t="t"/>
              <a:pathLst>
                <a:path extrusionOk="0" h="201620" w="201620">
                  <a:moveTo>
                    <a:pt x="201621" y="100810"/>
                  </a:moveTo>
                  <a:cubicBezTo>
                    <a:pt x="201621" y="156486"/>
                    <a:pt x="156486" y="201621"/>
                    <a:pt x="100810" y="201621"/>
                  </a:cubicBezTo>
                  <a:cubicBezTo>
                    <a:pt x="45134" y="201621"/>
                    <a:pt x="0" y="156486"/>
                    <a:pt x="0" y="100810"/>
                  </a:cubicBezTo>
                  <a:cubicBezTo>
                    <a:pt x="0" y="45134"/>
                    <a:pt x="45134" y="0"/>
                    <a:pt x="100810" y="0"/>
                  </a:cubicBezTo>
                  <a:cubicBezTo>
                    <a:pt x="156486" y="0"/>
                    <a:pt x="201621" y="45134"/>
                    <a:pt x="201621" y="100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43"/>
            <p:cNvSpPr/>
            <p:nvPr/>
          </p:nvSpPr>
          <p:spPr>
            <a:xfrm>
              <a:off x="1298027" y="4120677"/>
              <a:ext cx="277708" cy="250089"/>
            </a:xfrm>
            <a:custGeom>
              <a:rect b="b" l="l" r="r" t="t"/>
              <a:pathLst>
                <a:path extrusionOk="0" h="177683" w="197306">
                  <a:moveTo>
                    <a:pt x="31311" y="29192"/>
                  </a:moveTo>
                  <a:cubicBezTo>
                    <a:pt x="31311" y="19040"/>
                    <a:pt x="32825" y="9245"/>
                    <a:pt x="35625" y="0"/>
                  </a:cubicBezTo>
                  <a:cubicBezTo>
                    <a:pt x="13839" y="18488"/>
                    <a:pt x="0" y="46059"/>
                    <a:pt x="0" y="76873"/>
                  </a:cubicBezTo>
                  <a:cubicBezTo>
                    <a:pt x="0" y="132544"/>
                    <a:pt x="45129" y="177683"/>
                    <a:pt x="100810" y="177683"/>
                  </a:cubicBezTo>
                  <a:cubicBezTo>
                    <a:pt x="146328" y="177683"/>
                    <a:pt x="184787" y="147507"/>
                    <a:pt x="197307" y="106065"/>
                  </a:cubicBezTo>
                  <a:cubicBezTo>
                    <a:pt x="179727" y="120986"/>
                    <a:pt x="156989" y="130003"/>
                    <a:pt x="132122" y="130003"/>
                  </a:cubicBezTo>
                  <a:cubicBezTo>
                    <a:pt x="76451" y="130003"/>
                    <a:pt x="31311" y="84874"/>
                    <a:pt x="31311" y="29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43"/>
            <p:cNvSpPr/>
            <p:nvPr/>
          </p:nvSpPr>
          <p:spPr>
            <a:xfrm rot="-2574653">
              <a:off x="1524568" y="4131532"/>
              <a:ext cx="21438" cy="44549"/>
            </a:xfrm>
            <a:custGeom>
              <a:rect b="b" l="l" r="r" t="t"/>
              <a:pathLst>
                <a:path extrusionOk="0" h="31678" w="15244">
                  <a:moveTo>
                    <a:pt x="15245" y="15839"/>
                  </a:moveTo>
                  <a:cubicBezTo>
                    <a:pt x="15245" y="24587"/>
                    <a:pt x="11832" y="31679"/>
                    <a:pt x="7622" y="31679"/>
                  </a:cubicBezTo>
                  <a:cubicBezTo>
                    <a:pt x="3413" y="31679"/>
                    <a:pt x="0" y="24587"/>
                    <a:pt x="0" y="15839"/>
                  </a:cubicBezTo>
                  <a:cubicBezTo>
                    <a:pt x="0" y="7092"/>
                    <a:pt x="3413" y="0"/>
                    <a:pt x="7622" y="0"/>
                  </a:cubicBezTo>
                  <a:cubicBezTo>
                    <a:pt x="11832" y="0"/>
                    <a:pt x="15245" y="7092"/>
                    <a:pt x="15245" y="158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43"/>
            <p:cNvSpPr/>
            <p:nvPr/>
          </p:nvSpPr>
          <p:spPr>
            <a:xfrm>
              <a:off x="1473638" y="4139074"/>
              <a:ext cx="39205" cy="33324"/>
            </a:xfrm>
            <a:custGeom>
              <a:rect b="b" l="l" r="r" t="t"/>
              <a:pathLst>
                <a:path extrusionOk="0" h="23676" w="27854">
                  <a:moveTo>
                    <a:pt x="26799" y="21077"/>
                  </a:moveTo>
                  <a:cubicBezTo>
                    <a:pt x="23869" y="25164"/>
                    <a:pt x="15728" y="24342"/>
                    <a:pt x="8614" y="19239"/>
                  </a:cubicBezTo>
                  <a:cubicBezTo>
                    <a:pt x="1499" y="14136"/>
                    <a:pt x="-1874" y="6686"/>
                    <a:pt x="1056" y="2599"/>
                  </a:cubicBezTo>
                  <a:cubicBezTo>
                    <a:pt x="3986" y="-1488"/>
                    <a:pt x="12128" y="-666"/>
                    <a:pt x="19242" y="4437"/>
                  </a:cubicBezTo>
                  <a:cubicBezTo>
                    <a:pt x="26345" y="9541"/>
                    <a:pt x="29729" y="16990"/>
                    <a:pt x="26799" y="210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43"/>
            <p:cNvSpPr/>
            <p:nvPr/>
          </p:nvSpPr>
          <p:spPr>
            <a:xfrm>
              <a:off x="1470399" y="4103771"/>
              <a:ext cx="41124" cy="27549"/>
            </a:xfrm>
            <a:custGeom>
              <a:rect b="b" l="l" r="r" t="t"/>
              <a:pathLst>
                <a:path extrusionOk="0" h="19573" w="29218">
                  <a:moveTo>
                    <a:pt x="28821" y="16787"/>
                  </a:moveTo>
                  <a:cubicBezTo>
                    <a:pt x="26962" y="20561"/>
                    <a:pt x="19091" y="20496"/>
                    <a:pt x="11241" y="16625"/>
                  </a:cubicBezTo>
                  <a:cubicBezTo>
                    <a:pt x="3392" y="12755"/>
                    <a:pt x="-1463" y="6559"/>
                    <a:pt x="397" y="2786"/>
                  </a:cubicBezTo>
                  <a:cubicBezTo>
                    <a:pt x="2256" y="-987"/>
                    <a:pt x="10128" y="-922"/>
                    <a:pt x="17977" y="2948"/>
                  </a:cubicBezTo>
                  <a:cubicBezTo>
                    <a:pt x="25826" y="6819"/>
                    <a:pt x="30681" y="13014"/>
                    <a:pt x="28821" y="167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0" name="Google Shape;1550;p43"/>
          <p:cNvSpPr/>
          <p:nvPr/>
        </p:nvSpPr>
        <p:spPr>
          <a:xfrm>
            <a:off x="3647926" y="4873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43"/>
          <p:cNvSpPr/>
          <p:nvPr/>
        </p:nvSpPr>
        <p:spPr>
          <a:xfrm>
            <a:off x="5272503" y="2608899"/>
            <a:ext cx="2039731" cy="236997"/>
          </a:xfrm>
          <a:custGeom>
            <a:rect b="b" l="l" r="r" t="t"/>
            <a:pathLst>
              <a:path extrusionOk="0" h="36858" w="317221">
                <a:moveTo>
                  <a:pt x="317211" y="36858"/>
                </a:moveTo>
                <a:lnTo>
                  <a:pt x="0" y="36858"/>
                </a:lnTo>
                <a:cubicBezTo>
                  <a:pt x="19116" y="23441"/>
                  <a:pt x="48448" y="21830"/>
                  <a:pt x="69131" y="32663"/>
                </a:cubicBezTo>
                <a:cubicBezTo>
                  <a:pt x="100616" y="23278"/>
                  <a:pt x="134965" y="23776"/>
                  <a:pt x="166158" y="34090"/>
                </a:cubicBezTo>
                <a:cubicBezTo>
                  <a:pt x="168676" y="20132"/>
                  <a:pt x="188646" y="11061"/>
                  <a:pt x="201015" y="18002"/>
                </a:cubicBezTo>
                <a:cubicBezTo>
                  <a:pt x="202205" y="12813"/>
                  <a:pt x="206508" y="8466"/>
                  <a:pt x="211687" y="7212"/>
                </a:cubicBezTo>
                <a:cubicBezTo>
                  <a:pt x="216866" y="5958"/>
                  <a:pt x="222671" y="7871"/>
                  <a:pt x="226110" y="11948"/>
                </a:cubicBezTo>
                <a:cubicBezTo>
                  <a:pt x="232013" y="2347"/>
                  <a:pt x="244825" y="-2346"/>
                  <a:pt x="255540" y="1157"/>
                </a:cubicBezTo>
                <a:cubicBezTo>
                  <a:pt x="266244" y="4661"/>
                  <a:pt x="273801" y="16035"/>
                  <a:pt x="272882" y="27268"/>
                </a:cubicBezTo>
                <a:cubicBezTo>
                  <a:pt x="286711" y="20943"/>
                  <a:pt x="306204" y="26382"/>
                  <a:pt x="317222" y="368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Potential </a:t>
            </a:r>
            <a:r>
              <a:rPr lang="en" sz="3600"/>
              <a:t>Solutions</a:t>
            </a:r>
            <a:endParaRPr sz="3600"/>
          </a:p>
        </p:txBody>
      </p:sp>
      <p:sp>
        <p:nvSpPr>
          <p:cNvPr id="1557" name="Google Shape;1557;p44"/>
          <p:cNvSpPr txBox="1"/>
          <p:nvPr>
            <p:ph idx="1" type="body"/>
          </p:nvPr>
        </p:nvSpPr>
        <p:spPr>
          <a:xfrm>
            <a:off x="720000" y="1025189"/>
            <a:ext cx="8027700" cy="30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Dedicate staff member (marshal) to enforce quicker POP during peak hours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Force groups of 3 or 4 during peak hours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Adjust tee time intervals (15 minutes)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Force players to ride in carts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Add pace of play signage to longer / </a:t>
            </a:r>
            <a:r>
              <a:rPr lang="en" sz="2000"/>
              <a:t>bottleneck holes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Adjust tee box positions or pin placements to reduce difficulty during busy times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Improvement Results</a:t>
            </a:r>
            <a:endParaRPr sz="3600"/>
          </a:p>
        </p:txBody>
      </p:sp>
      <p:graphicFrame>
        <p:nvGraphicFramePr>
          <p:cNvPr id="1563" name="Google Shape;1563;p45"/>
          <p:cNvGraphicFramePr/>
          <p:nvPr/>
        </p:nvGraphicFramePr>
        <p:xfrm>
          <a:off x="719963" y="1314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{FE1EFF37-DAAD-421A-9EEE-1AA82B7C3A12}</a:tableStyleId>
              </a:tblPr>
              <a:tblGrid>
                <a:gridCol w="1288975"/>
                <a:gridCol w="1317200"/>
                <a:gridCol w="1908275"/>
                <a:gridCol w="1648750"/>
                <a:gridCol w="1540800"/>
              </a:tblGrid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Improvement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Avg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Total Time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nton"/>
                          <a:ea typeface="Anton"/>
                          <a:cs typeface="Anton"/>
                          <a:sym typeface="Anton"/>
                        </a:rPr>
                        <a:t>Rounds Completed</a:t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Anton"/>
                        <a:ea typeface="Anton"/>
                        <a:cs typeface="Anton"/>
                        <a:sym typeface="Anton"/>
                      </a:endParaRPr>
                    </a:p>
                  </a:txBody>
                  <a:tcPr marT="91425" marB="91425" marR="91425" marL="91425" anchor="b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Current State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Marshal Intervention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128.2 / day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Late Fees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137.6 / day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Adjust tee time interval</a:t>
                      </a:r>
                      <a:endParaRPr b="1"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115.8 / day</a:t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46"/>
          <p:cNvGrpSpPr/>
          <p:nvPr/>
        </p:nvGrpSpPr>
        <p:grpSpPr>
          <a:xfrm flipH="1">
            <a:off x="7814590" y="3834908"/>
            <a:ext cx="1326491" cy="771410"/>
            <a:chOff x="-1" y="3834908"/>
            <a:chExt cx="1326491" cy="771410"/>
          </a:xfrm>
        </p:grpSpPr>
        <p:sp>
          <p:nvSpPr>
            <p:cNvPr id="1569" name="Google Shape;1569;p46"/>
            <p:cNvSpPr/>
            <p:nvPr/>
          </p:nvSpPr>
          <p:spPr>
            <a:xfrm flipH="1">
              <a:off x="180" y="3834908"/>
              <a:ext cx="997812" cy="678320"/>
            </a:xfrm>
            <a:custGeom>
              <a:rect b="b" l="l" r="r" t="t"/>
              <a:pathLst>
                <a:path extrusionOk="0" h="185841" w="226518">
                  <a:moveTo>
                    <a:pt x="194332" y="1391"/>
                  </a:moveTo>
                  <a:cubicBezTo>
                    <a:pt x="175984" y="5326"/>
                    <a:pt x="158987" y="20452"/>
                    <a:pt x="158219" y="39200"/>
                  </a:cubicBezTo>
                  <a:cubicBezTo>
                    <a:pt x="154435" y="32637"/>
                    <a:pt x="146024" y="29156"/>
                    <a:pt x="138704" y="31113"/>
                  </a:cubicBezTo>
                  <a:cubicBezTo>
                    <a:pt x="131395" y="33080"/>
                    <a:pt x="125860" y="40314"/>
                    <a:pt x="125870" y="47882"/>
                  </a:cubicBezTo>
                  <a:cubicBezTo>
                    <a:pt x="119156" y="35200"/>
                    <a:pt x="102798" y="29102"/>
                    <a:pt x="88958" y="32864"/>
                  </a:cubicBezTo>
                  <a:cubicBezTo>
                    <a:pt x="75119" y="36637"/>
                    <a:pt x="64469" y="49114"/>
                    <a:pt x="61345" y="63116"/>
                  </a:cubicBezTo>
                  <a:cubicBezTo>
                    <a:pt x="58220" y="77117"/>
                    <a:pt x="62091" y="92178"/>
                    <a:pt x="70222" y="104007"/>
                  </a:cubicBezTo>
                  <a:cubicBezTo>
                    <a:pt x="61712" y="101055"/>
                    <a:pt x="51625" y="109780"/>
                    <a:pt x="53312" y="118624"/>
                  </a:cubicBezTo>
                  <a:cubicBezTo>
                    <a:pt x="37180" y="119251"/>
                    <a:pt x="21481" y="127328"/>
                    <a:pt x="11589" y="140086"/>
                  </a:cubicBezTo>
                  <a:cubicBezTo>
                    <a:pt x="1695" y="152855"/>
                    <a:pt x="-2208" y="170067"/>
                    <a:pt x="1220" y="185842"/>
                  </a:cubicBezTo>
                  <a:cubicBezTo>
                    <a:pt x="72730" y="158498"/>
                    <a:pt x="150003" y="148530"/>
                    <a:pt x="226518" y="151914"/>
                  </a:cubicBezTo>
                  <a:lnTo>
                    <a:pt x="226518" y="2212"/>
                  </a:lnTo>
                  <a:cubicBezTo>
                    <a:pt x="215847" y="-166"/>
                    <a:pt x="204959" y="-901"/>
                    <a:pt x="194321" y="13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0" name="Google Shape;1570;p46"/>
            <p:cNvGrpSpPr/>
            <p:nvPr/>
          </p:nvGrpSpPr>
          <p:grpSpPr>
            <a:xfrm flipH="1">
              <a:off x="-1" y="4271587"/>
              <a:ext cx="1326491" cy="334731"/>
              <a:chOff x="7814590" y="4271587"/>
              <a:chExt cx="1326491" cy="334731"/>
            </a:xfrm>
          </p:grpSpPr>
          <p:sp>
            <p:nvSpPr>
              <p:cNvPr id="1571" name="Google Shape;1571;p46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46"/>
              <p:cNvSpPr/>
              <p:nvPr/>
            </p:nvSpPr>
            <p:spPr>
              <a:xfrm>
                <a:off x="7814590" y="4271587"/>
                <a:ext cx="1326491" cy="334731"/>
              </a:xfrm>
              <a:custGeom>
                <a:rect b="b" l="l" r="r" t="t"/>
                <a:pathLst>
                  <a:path extrusionOk="0" h="91707" w="301133">
                    <a:moveTo>
                      <a:pt x="252340" y="4768"/>
                    </a:moveTo>
                    <a:cubicBezTo>
                      <a:pt x="222250" y="5319"/>
                      <a:pt x="192009" y="1578"/>
                      <a:pt x="162135" y="5233"/>
                    </a:cubicBezTo>
                    <a:cubicBezTo>
                      <a:pt x="100291" y="12791"/>
                      <a:pt x="47908" y="50437"/>
                      <a:pt x="0" y="91707"/>
                    </a:cubicBezTo>
                    <a:lnTo>
                      <a:pt x="88971" y="91707"/>
                    </a:lnTo>
                    <a:cubicBezTo>
                      <a:pt x="116347" y="70548"/>
                      <a:pt x="145734" y="52741"/>
                      <a:pt x="178851" y="43366"/>
                    </a:cubicBezTo>
                    <a:cubicBezTo>
                      <a:pt x="216768" y="32641"/>
                      <a:pt x="256870" y="33820"/>
                      <a:pt x="296041" y="29614"/>
                    </a:cubicBezTo>
                    <a:cubicBezTo>
                      <a:pt x="297739" y="29430"/>
                      <a:pt x="299436" y="29235"/>
                      <a:pt x="301134" y="29020"/>
                    </a:cubicBezTo>
                    <a:lnTo>
                      <a:pt x="301134" y="0"/>
                    </a:lnTo>
                    <a:cubicBezTo>
                      <a:pt x="285024" y="2854"/>
                      <a:pt x="268698" y="4465"/>
                      <a:pt x="252340" y="47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46"/>
              <p:cNvSpPr/>
              <p:nvPr/>
            </p:nvSpPr>
            <p:spPr>
              <a:xfrm>
                <a:off x="8206349" y="4377411"/>
                <a:ext cx="934574" cy="228808"/>
              </a:xfrm>
              <a:custGeom>
                <a:rect b="b" l="l" r="r" t="t"/>
                <a:pathLst>
                  <a:path extrusionOk="0" h="62687" w="212162">
                    <a:moveTo>
                      <a:pt x="89879" y="14347"/>
                    </a:moveTo>
                    <a:cubicBezTo>
                      <a:pt x="56763" y="23721"/>
                      <a:pt x="27376" y="41529"/>
                      <a:pt x="0" y="62687"/>
                    </a:cubicBezTo>
                    <a:lnTo>
                      <a:pt x="212162" y="62687"/>
                    </a:lnTo>
                    <a:lnTo>
                      <a:pt x="212162" y="0"/>
                    </a:lnTo>
                    <a:cubicBezTo>
                      <a:pt x="210465" y="205"/>
                      <a:pt x="208767" y="411"/>
                      <a:pt x="207070" y="594"/>
                    </a:cubicBezTo>
                    <a:cubicBezTo>
                      <a:pt x="167898" y="4800"/>
                      <a:pt x="127786" y="3622"/>
                      <a:pt x="89879" y="14347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74" name="Google Shape;1574;p46"/>
          <p:cNvGrpSpPr/>
          <p:nvPr/>
        </p:nvGrpSpPr>
        <p:grpSpPr>
          <a:xfrm flipH="1">
            <a:off x="-1" y="3744257"/>
            <a:ext cx="5757520" cy="862356"/>
            <a:chOff x="3383561" y="3744257"/>
            <a:chExt cx="5757520" cy="862356"/>
          </a:xfrm>
        </p:grpSpPr>
        <p:sp>
          <p:nvSpPr>
            <p:cNvPr id="1575" name="Google Shape;1575;p46"/>
            <p:cNvSpPr/>
            <p:nvPr/>
          </p:nvSpPr>
          <p:spPr>
            <a:xfrm flipH="1">
              <a:off x="7415315" y="3805754"/>
              <a:ext cx="1254258" cy="629767"/>
            </a:xfrm>
            <a:custGeom>
              <a:rect b="b" l="l" r="r" t="t"/>
              <a:pathLst>
                <a:path extrusionOk="0" h="172539" w="284735">
                  <a:moveTo>
                    <a:pt x="7229" y="111178"/>
                  </a:moveTo>
                  <a:cubicBezTo>
                    <a:pt x="18073" y="92128"/>
                    <a:pt x="40929" y="80667"/>
                    <a:pt x="62683" y="83380"/>
                  </a:cubicBezTo>
                  <a:cubicBezTo>
                    <a:pt x="62207" y="72406"/>
                    <a:pt x="76922" y="64265"/>
                    <a:pt x="85961" y="70504"/>
                  </a:cubicBezTo>
                  <a:cubicBezTo>
                    <a:pt x="80706" y="53442"/>
                    <a:pt x="91259" y="33148"/>
                    <a:pt x="108244" y="27645"/>
                  </a:cubicBezTo>
                  <a:cubicBezTo>
                    <a:pt x="125230" y="22153"/>
                    <a:pt x="145675" y="32413"/>
                    <a:pt x="151405" y="49323"/>
                  </a:cubicBezTo>
                  <a:cubicBezTo>
                    <a:pt x="157244" y="39322"/>
                    <a:pt x="173473" y="37863"/>
                    <a:pt x="180998" y="46653"/>
                  </a:cubicBezTo>
                  <a:cubicBezTo>
                    <a:pt x="184036" y="17266"/>
                    <a:pt x="216061" y="-5548"/>
                    <a:pt x="244831" y="1188"/>
                  </a:cubicBezTo>
                  <a:cubicBezTo>
                    <a:pt x="273602" y="7924"/>
                    <a:pt x="292177" y="42576"/>
                    <a:pt x="281851" y="70255"/>
                  </a:cubicBezTo>
                  <a:cubicBezTo>
                    <a:pt x="280522" y="73834"/>
                    <a:pt x="252551" y="79380"/>
                    <a:pt x="248053" y="80862"/>
                  </a:cubicBezTo>
                  <a:cubicBezTo>
                    <a:pt x="236030" y="84808"/>
                    <a:pt x="224062" y="88916"/>
                    <a:pt x="212158" y="93187"/>
                  </a:cubicBezTo>
                  <a:cubicBezTo>
                    <a:pt x="188339" y="101728"/>
                    <a:pt x="164758" y="110929"/>
                    <a:pt x="141448" y="120768"/>
                  </a:cubicBezTo>
                  <a:cubicBezTo>
                    <a:pt x="118137" y="130607"/>
                    <a:pt x="95097" y="141084"/>
                    <a:pt x="72360" y="152199"/>
                  </a:cubicBezTo>
                  <a:cubicBezTo>
                    <a:pt x="57180" y="159615"/>
                    <a:pt x="33696" y="178590"/>
                    <a:pt x="15835" y="170622"/>
                  </a:cubicBezTo>
                  <a:cubicBezTo>
                    <a:pt x="-5346" y="161172"/>
                    <a:pt x="-2102" y="127569"/>
                    <a:pt x="7229" y="1111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46"/>
            <p:cNvSpPr/>
            <p:nvPr/>
          </p:nvSpPr>
          <p:spPr>
            <a:xfrm flipH="1">
              <a:off x="3766253" y="3788189"/>
              <a:ext cx="2420451" cy="680926"/>
            </a:xfrm>
            <a:custGeom>
              <a:rect b="b" l="l" r="r" t="t"/>
              <a:pathLst>
                <a:path extrusionOk="0" h="186555" w="549478">
                  <a:moveTo>
                    <a:pt x="0" y="42978"/>
                  </a:moveTo>
                  <a:cubicBezTo>
                    <a:pt x="6076" y="26545"/>
                    <a:pt x="21808" y="14111"/>
                    <a:pt x="39204" y="12002"/>
                  </a:cubicBezTo>
                  <a:cubicBezTo>
                    <a:pt x="56600" y="9894"/>
                    <a:pt x="74851" y="18209"/>
                    <a:pt x="84679" y="32707"/>
                  </a:cubicBezTo>
                  <a:cubicBezTo>
                    <a:pt x="90474" y="25236"/>
                    <a:pt x="105124" y="30231"/>
                    <a:pt x="105157" y="39691"/>
                  </a:cubicBezTo>
                  <a:cubicBezTo>
                    <a:pt x="112292" y="31929"/>
                    <a:pt x="124110" y="28869"/>
                    <a:pt x="134111" y="32199"/>
                  </a:cubicBezTo>
                  <a:cubicBezTo>
                    <a:pt x="144112" y="35518"/>
                    <a:pt x="151756" y="45054"/>
                    <a:pt x="152815" y="55531"/>
                  </a:cubicBezTo>
                  <a:cubicBezTo>
                    <a:pt x="155227" y="24825"/>
                    <a:pt x="184581" y="-1221"/>
                    <a:pt x="215363" y="44"/>
                  </a:cubicBezTo>
                  <a:cubicBezTo>
                    <a:pt x="246133" y="1309"/>
                    <a:pt x="273260" y="29680"/>
                    <a:pt x="273131" y="60483"/>
                  </a:cubicBezTo>
                  <a:cubicBezTo>
                    <a:pt x="277434" y="56720"/>
                    <a:pt x="284851" y="57434"/>
                    <a:pt x="288375" y="61932"/>
                  </a:cubicBezTo>
                  <a:cubicBezTo>
                    <a:pt x="291889" y="66429"/>
                    <a:pt x="290776" y="73803"/>
                    <a:pt x="286094" y="77069"/>
                  </a:cubicBezTo>
                  <a:cubicBezTo>
                    <a:pt x="297803" y="78334"/>
                    <a:pt x="308561" y="86302"/>
                    <a:pt x="313167" y="97146"/>
                  </a:cubicBezTo>
                  <a:cubicBezTo>
                    <a:pt x="317773" y="107991"/>
                    <a:pt x="316043" y="121268"/>
                    <a:pt x="308821" y="130577"/>
                  </a:cubicBezTo>
                  <a:cubicBezTo>
                    <a:pt x="322022" y="114445"/>
                    <a:pt x="346781" y="111818"/>
                    <a:pt x="365627" y="120716"/>
                  </a:cubicBezTo>
                  <a:cubicBezTo>
                    <a:pt x="370946" y="105990"/>
                    <a:pt x="380125" y="92237"/>
                    <a:pt x="393359" y="83880"/>
                  </a:cubicBezTo>
                  <a:cubicBezTo>
                    <a:pt x="406593" y="75522"/>
                    <a:pt x="424184" y="73295"/>
                    <a:pt x="438110" y="80453"/>
                  </a:cubicBezTo>
                  <a:cubicBezTo>
                    <a:pt x="452035" y="87610"/>
                    <a:pt x="460642" y="104974"/>
                    <a:pt x="455712" y="119830"/>
                  </a:cubicBezTo>
                  <a:cubicBezTo>
                    <a:pt x="459290" y="113721"/>
                    <a:pt x="467518" y="110834"/>
                    <a:pt x="474124" y="113342"/>
                  </a:cubicBezTo>
                  <a:cubicBezTo>
                    <a:pt x="480741" y="115862"/>
                    <a:pt x="484958" y="123495"/>
                    <a:pt x="483574" y="130426"/>
                  </a:cubicBezTo>
                  <a:cubicBezTo>
                    <a:pt x="496472" y="118186"/>
                    <a:pt x="518096" y="116489"/>
                    <a:pt x="532747" y="126576"/>
                  </a:cubicBezTo>
                  <a:cubicBezTo>
                    <a:pt x="547396" y="136664"/>
                    <a:pt x="553527" y="157466"/>
                    <a:pt x="546683" y="173889"/>
                  </a:cubicBezTo>
                  <a:cubicBezTo>
                    <a:pt x="477249" y="182906"/>
                    <a:pt x="405404" y="189350"/>
                    <a:pt x="335494" y="185339"/>
                  </a:cubicBezTo>
                  <a:cubicBezTo>
                    <a:pt x="213319" y="178344"/>
                    <a:pt x="92918" y="122597"/>
                    <a:pt x="0" y="429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7" name="Google Shape;1577;p46"/>
            <p:cNvGrpSpPr/>
            <p:nvPr/>
          </p:nvGrpSpPr>
          <p:grpSpPr>
            <a:xfrm flipH="1">
              <a:off x="3383561" y="3744257"/>
              <a:ext cx="5757520" cy="862356"/>
              <a:chOff x="-1" y="3744257"/>
              <a:chExt cx="5757520" cy="862356"/>
            </a:xfrm>
          </p:grpSpPr>
          <p:sp>
            <p:nvSpPr>
              <p:cNvPr id="1578" name="Google Shape;1578;p46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46"/>
              <p:cNvSpPr/>
              <p:nvPr/>
            </p:nvSpPr>
            <p:spPr>
              <a:xfrm>
                <a:off x="-1" y="3924389"/>
                <a:ext cx="5151374" cy="682083"/>
              </a:xfrm>
              <a:custGeom>
                <a:rect b="b" l="l" r="r" t="t"/>
                <a:pathLst>
                  <a:path extrusionOk="0" h="186872" w="1169438">
                    <a:moveTo>
                      <a:pt x="1073559" y="155615"/>
                    </a:moveTo>
                    <a:cubicBezTo>
                      <a:pt x="1047815" y="155962"/>
                      <a:pt x="1022180" y="158643"/>
                      <a:pt x="996664" y="161875"/>
                    </a:cubicBezTo>
                    <a:cubicBezTo>
                      <a:pt x="973332" y="164827"/>
                      <a:pt x="949654" y="165141"/>
                      <a:pt x="926117" y="162730"/>
                    </a:cubicBezTo>
                    <a:cubicBezTo>
                      <a:pt x="787962" y="148609"/>
                      <a:pt x="683724" y="17482"/>
                      <a:pt x="545753" y="1654"/>
                    </a:cubicBezTo>
                    <a:cubicBezTo>
                      <a:pt x="493899" y="-4293"/>
                      <a:pt x="450100" y="5708"/>
                      <a:pt x="405274" y="33127"/>
                    </a:cubicBezTo>
                    <a:cubicBezTo>
                      <a:pt x="369065" y="55281"/>
                      <a:pt x="336683" y="83295"/>
                      <a:pt x="300301" y="105178"/>
                    </a:cubicBezTo>
                    <a:cubicBezTo>
                      <a:pt x="243322" y="139473"/>
                      <a:pt x="176948" y="157984"/>
                      <a:pt x="110444" y="158146"/>
                    </a:cubicBezTo>
                    <a:cubicBezTo>
                      <a:pt x="73067" y="158232"/>
                      <a:pt x="35701" y="152523"/>
                      <a:pt x="0" y="141474"/>
                    </a:cubicBezTo>
                    <a:lnTo>
                      <a:pt x="0" y="186873"/>
                    </a:lnTo>
                    <a:lnTo>
                      <a:pt x="1169439" y="186873"/>
                    </a:lnTo>
                    <a:cubicBezTo>
                      <a:pt x="1154832" y="175909"/>
                      <a:pt x="1139663" y="166157"/>
                      <a:pt x="1122245" y="160892"/>
                    </a:cubicBezTo>
                    <a:cubicBezTo>
                      <a:pt x="1106557" y="156145"/>
                      <a:pt x="1089950" y="155388"/>
                      <a:pt x="1073559" y="155605"/>
                    </a:cubicBezTo>
                    <a:close/>
                  </a:path>
                </a:pathLst>
              </a:custGeom>
              <a:solidFill>
                <a:srgbClr val="496958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46"/>
              <p:cNvSpPr/>
              <p:nvPr/>
            </p:nvSpPr>
            <p:spPr>
              <a:xfrm>
                <a:off x="48" y="3744257"/>
                <a:ext cx="5757472" cy="862356"/>
              </a:xfrm>
              <a:custGeom>
                <a:rect b="b" l="l" r="r" t="t"/>
                <a:pathLst>
                  <a:path extrusionOk="0" h="236262" w="1307031">
                    <a:moveTo>
                      <a:pt x="1109130" y="157584"/>
                    </a:moveTo>
                    <a:cubicBezTo>
                      <a:pt x="1073159" y="160493"/>
                      <a:pt x="1038117" y="171456"/>
                      <a:pt x="1002081" y="173240"/>
                    </a:cubicBezTo>
                    <a:cubicBezTo>
                      <a:pt x="832907" y="181619"/>
                      <a:pt x="702126" y="-7449"/>
                      <a:pt x="532919" y="228"/>
                    </a:cubicBezTo>
                    <a:cubicBezTo>
                      <a:pt x="403771" y="6088"/>
                      <a:pt x="305912" y="124975"/>
                      <a:pt x="179294" y="151086"/>
                    </a:cubicBezTo>
                    <a:cubicBezTo>
                      <a:pt x="118596" y="163606"/>
                      <a:pt x="53865" y="151951"/>
                      <a:pt x="0" y="121505"/>
                    </a:cubicBezTo>
                    <a:lnTo>
                      <a:pt x="0" y="190853"/>
                    </a:lnTo>
                    <a:cubicBezTo>
                      <a:pt x="35701" y="201913"/>
                      <a:pt x="73067" y="207622"/>
                      <a:pt x="110444" y="207525"/>
                    </a:cubicBezTo>
                    <a:cubicBezTo>
                      <a:pt x="176948" y="207362"/>
                      <a:pt x="243311" y="188852"/>
                      <a:pt x="300301" y="154557"/>
                    </a:cubicBezTo>
                    <a:cubicBezTo>
                      <a:pt x="336672" y="132663"/>
                      <a:pt x="369054" y="104660"/>
                      <a:pt x="405274" y="82506"/>
                    </a:cubicBezTo>
                    <a:cubicBezTo>
                      <a:pt x="450089" y="55087"/>
                      <a:pt x="493889" y="45086"/>
                      <a:pt x="545753" y="51033"/>
                    </a:cubicBezTo>
                    <a:cubicBezTo>
                      <a:pt x="683713" y="66861"/>
                      <a:pt x="787962" y="197988"/>
                      <a:pt x="926117" y="212109"/>
                    </a:cubicBezTo>
                    <a:cubicBezTo>
                      <a:pt x="949654" y="214520"/>
                      <a:pt x="973332" y="214206"/>
                      <a:pt x="996664" y="211254"/>
                    </a:cubicBezTo>
                    <a:cubicBezTo>
                      <a:pt x="1022180" y="208032"/>
                      <a:pt x="1047815" y="205341"/>
                      <a:pt x="1073559" y="204994"/>
                    </a:cubicBezTo>
                    <a:cubicBezTo>
                      <a:pt x="1089950" y="204778"/>
                      <a:pt x="1106557" y="205535"/>
                      <a:pt x="1122245" y="210281"/>
                    </a:cubicBezTo>
                    <a:cubicBezTo>
                      <a:pt x="1139674" y="215547"/>
                      <a:pt x="1154843" y="225288"/>
                      <a:pt x="1169439" y="236263"/>
                    </a:cubicBezTo>
                    <a:lnTo>
                      <a:pt x="1307031" y="236263"/>
                    </a:lnTo>
                    <a:cubicBezTo>
                      <a:pt x="1257653" y="181878"/>
                      <a:pt x="1182435" y="151670"/>
                      <a:pt x="1109130" y="15759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81" name="Google Shape;1581;p46"/>
          <p:cNvGrpSpPr/>
          <p:nvPr/>
        </p:nvGrpSpPr>
        <p:grpSpPr>
          <a:xfrm>
            <a:off x="3947927" y="3523125"/>
            <a:ext cx="393151" cy="888374"/>
            <a:chOff x="2371457" y="352177"/>
            <a:chExt cx="567236" cy="1281740"/>
          </a:xfrm>
        </p:grpSpPr>
        <p:sp>
          <p:nvSpPr>
            <p:cNvPr id="1582" name="Google Shape;1582;p46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46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46"/>
            <p:cNvSpPr/>
            <p:nvPr/>
          </p:nvSpPr>
          <p:spPr>
            <a:xfrm>
              <a:off x="2390160" y="371096"/>
              <a:ext cx="548533" cy="275488"/>
            </a:xfrm>
            <a:custGeom>
              <a:rect b="b" l="l" r="r" t="t"/>
              <a:pathLst>
                <a:path extrusionOk="0" h="28511" w="56784">
                  <a:moveTo>
                    <a:pt x="52103" y="24738"/>
                  </a:moveTo>
                  <a:cubicBezTo>
                    <a:pt x="49941" y="24143"/>
                    <a:pt x="47898" y="22943"/>
                    <a:pt x="46178" y="21483"/>
                  </a:cubicBezTo>
                  <a:cubicBezTo>
                    <a:pt x="43237" y="18996"/>
                    <a:pt x="40978" y="15807"/>
                    <a:pt x="38285" y="13039"/>
                  </a:cubicBezTo>
                  <a:cubicBezTo>
                    <a:pt x="35604" y="10271"/>
                    <a:pt x="32252" y="7828"/>
                    <a:pt x="28414" y="7503"/>
                  </a:cubicBezTo>
                  <a:cubicBezTo>
                    <a:pt x="25733" y="7276"/>
                    <a:pt x="23095" y="8098"/>
                    <a:pt x="20424" y="8509"/>
                  </a:cubicBezTo>
                  <a:cubicBezTo>
                    <a:pt x="20251" y="8531"/>
                    <a:pt x="20078" y="8563"/>
                    <a:pt x="19905" y="8585"/>
                  </a:cubicBezTo>
                  <a:cubicBezTo>
                    <a:pt x="18943" y="8714"/>
                    <a:pt x="17970" y="8758"/>
                    <a:pt x="16997" y="8747"/>
                  </a:cubicBezTo>
                  <a:cubicBezTo>
                    <a:pt x="16251" y="8736"/>
                    <a:pt x="15504" y="8682"/>
                    <a:pt x="14769" y="8585"/>
                  </a:cubicBezTo>
                  <a:cubicBezTo>
                    <a:pt x="14532" y="9698"/>
                    <a:pt x="14412" y="10844"/>
                    <a:pt x="14456" y="11990"/>
                  </a:cubicBezTo>
                  <a:cubicBezTo>
                    <a:pt x="14499" y="13212"/>
                    <a:pt x="14693" y="14434"/>
                    <a:pt x="14651" y="15656"/>
                  </a:cubicBezTo>
                  <a:cubicBezTo>
                    <a:pt x="14608" y="16877"/>
                    <a:pt x="14294" y="18153"/>
                    <a:pt x="13461" y="19051"/>
                  </a:cubicBezTo>
                  <a:cubicBezTo>
                    <a:pt x="12056" y="20543"/>
                    <a:pt x="9504" y="20489"/>
                    <a:pt x="7828" y="19310"/>
                  </a:cubicBezTo>
                  <a:cubicBezTo>
                    <a:pt x="6152" y="18131"/>
                    <a:pt x="5255" y="16099"/>
                    <a:pt x="4920" y="14077"/>
                  </a:cubicBezTo>
                  <a:cubicBezTo>
                    <a:pt x="4585" y="12055"/>
                    <a:pt x="4714" y="9990"/>
                    <a:pt x="4671" y="7947"/>
                  </a:cubicBezTo>
                  <a:cubicBezTo>
                    <a:pt x="4650" y="6725"/>
                    <a:pt x="4541" y="5492"/>
                    <a:pt x="4250" y="4303"/>
                  </a:cubicBezTo>
                  <a:cubicBezTo>
                    <a:pt x="4044" y="4152"/>
                    <a:pt x="3839" y="3990"/>
                    <a:pt x="3644" y="3827"/>
                  </a:cubicBezTo>
                  <a:cubicBezTo>
                    <a:pt x="2271" y="2714"/>
                    <a:pt x="1038" y="1438"/>
                    <a:pt x="0" y="0"/>
                  </a:cubicBezTo>
                  <a:lnTo>
                    <a:pt x="0" y="19807"/>
                  </a:lnTo>
                  <a:cubicBezTo>
                    <a:pt x="584" y="20683"/>
                    <a:pt x="1233" y="21526"/>
                    <a:pt x="1958" y="22305"/>
                  </a:cubicBezTo>
                  <a:cubicBezTo>
                    <a:pt x="4368" y="24867"/>
                    <a:pt x="7894" y="26673"/>
                    <a:pt x="11375" y="26132"/>
                  </a:cubicBezTo>
                  <a:cubicBezTo>
                    <a:pt x="17689" y="25159"/>
                    <a:pt x="21376" y="17288"/>
                    <a:pt x="27744" y="16780"/>
                  </a:cubicBezTo>
                  <a:cubicBezTo>
                    <a:pt x="30739" y="16542"/>
                    <a:pt x="33614" y="18077"/>
                    <a:pt x="35961" y="19959"/>
                  </a:cubicBezTo>
                  <a:cubicBezTo>
                    <a:pt x="38307" y="21840"/>
                    <a:pt x="40350" y="24111"/>
                    <a:pt x="42848" y="25786"/>
                  </a:cubicBezTo>
                  <a:cubicBezTo>
                    <a:pt x="44978" y="27203"/>
                    <a:pt x="47421" y="28122"/>
                    <a:pt x="49941" y="28511"/>
                  </a:cubicBezTo>
                  <a:cubicBezTo>
                    <a:pt x="52070" y="27992"/>
                    <a:pt x="54427" y="26835"/>
                    <a:pt x="56785" y="24932"/>
                  </a:cubicBezTo>
                  <a:cubicBezTo>
                    <a:pt x="55217" y="25267"/>
                    <a:pt x="53628" y="25149"/>
                    <a:pt x="52093" y="247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46"/>
            <p:cNvSpPr/>
            <p:nvPr/>
          </p:nvSpPr>
          <p:spPr>
            <a:xfrm>
              <a:off x="2390160" y="533178"/>
              <a:ext cx="482527" cy="190061"/>
            </a:xfrm>
            <a:custGeom>
              <a:rect b="b" l="l" r="r" t="t"/>
              <a:pathLst>
                <a:path extrusionOk="0" h="19670" w="49951">
                  <a:moveTo>
                    <a:pt x="35961" y="3203"/>
                  </a:moveTo>
                  <a:cubicBezTo>
                    <a:pt x="33614" y="1322"/>
                    <a:pt x="30739" y="-213"/>
                    <a:pt x="27744" y="24"/>
                  </a:cubicBezTo>
                  <a:cubicBezTo>
                    <a:pt x="21376" y="522"/>
                    <a:pt x="17689" y="8404"/>
                    <a:pt x="11375" y="9377"/>
                  </a:cubicBezTo>
                  <a:cubicBezTo>
                    <a:pt x="7894" y="9917"/>
                    <a:pt x="4368" y="8122"/>
                    <a:pt x="1958" y="5549"/>
                  </a:cubicBezTo>
                  <a:cubicBezTo>
                    <a:pt x="1233" y="4771"/>
                    <a:pt x="584" y="3938"/>
                    <a:pt x="0" y="3052"/>
                  </a:cubicBezTo>
                  <a:lnTo>
                    <a:pt x="0" y="17486"/>
                  </a:lnTo>
                  <a:cubicBezTo>
                    <a:pt x="4120" y="21270"/>
                    <a:pt x="11580" y="20081"/>
                    <a:pt x="18943" y="14361"/>
                  </a:cubicBezTo>
                  <a:cubicBezTo>
                    <a:pt x="19203" y="14156"/>
                    <a:pt x="19461" y="13950"/>
                    <a:pt x="19732" y="13734"/>
                  </a:cubicBezTo>
                  <a:cubicBezTo>
                    <a:pt x="22327" y="11626"/>
                    <a:pt x="24933" y="9128"/>
                    <a:pt x="27582" y="7679"/>
                  </a:cubicBezTo>
                  <a:cubicBezTo>
                    <a:pt x="27636" y="7647"/>
                    <a:pt x="27700" y="7625"/>
                    <a:pt x="27754" y="7593"/>
                  </a:cubicBezTo>
                  <a:cubicBezTo>
                    <a:pt x="31160" y="5776"/>
                    <a:pt x="34123" y="5971"/>
                    <a:pt x="36556" y="6955"/>
                  </a:cubicBezTo>
                  <a:cubicBezTo>
                    <a:pt x="36890" y="7095"/>
                    <a:pt x="37226" y="7247"/>
                    <a:pt x="37550" y="7409"/>
                  </a:cubicBezTo>
                  <a:cubicBezTo>
                    <a:pt x="39215" y="8263"/>
                    <a:pt x="40685" y="9420"/>
                    <a:pt x="42286" y="10382"/>
                  </a:cubicBezTo>
                  <a:cubicBezTo>
                    <a:pt x="43227" y="10945"/>
                    <a:pt x="44221" y="11453"/>
                    <a:pt x="45313" y="11777"/>
                  </a:cubicBezTo>
                  <a:cubicBezTo>
                    <a:pt x="46643" y="12177"/>
                    <a:pt x="48222" y="12177"/>
                    <a:pt x="49951" y="11766"/>
                  </a:cubicBezTo>
                  <a:cubicBezTo>
                    <a:pt x="47421" y="11366"/>
                    <a:pt x="44978" y="10458"/>
                    <a:pt x="42859" y="9042"/>
                  </a:cubicBezTo>
                  <a:cubicBezTo>
                    <a:pt x="40361" y="7366"/>
                    <a:pt x="38318" y="5095"/>
                    <a:pt x="35972" y="321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46"/>
            <p:cNvSpPr/>
            <p:nvPr/>
          </p:nvSpPr>
          <p:spPr>
            <a:xfrm>
              <a:off x="2431237" y="412801"/>
              <a:ext cx="101614" cy="153440"/>
            </a:xfrm>
            <a:custGeom>
              <a:rect b="b" l="l" r="r" t="t"/>
              <a:pathLst>
                <a:path extrusionOk="0" h="15880" w="10519">
                  <a:moveTo>
                    <a:pt x="670" y="9774"/>
                  </a:moveTo>
                  <a:cubicBezTo>
                    <a:pt x="1016" y="11796"/>
                    <a:pt x="1913" y="13828"/>
                    <a:pt x="3578" y="15007"/>
                  </a:cubicBezTo>
                  <a:cubicBezTo>
                    <a:pt x="5254" y="16185"/>
                    <a:pt x="7806" y="16240"/>
                    <a:pt x="9211" y="14747"/>
                  </a:cubicBezTo>
                  <a:cubicBezTo>
                    <a:pt x="10055" y="13850"/>
                    <a:pt x="10368" y="12585"/>
                    <a:pt x="10401" y="11353"/>
                  </a:cubicBezTo>
                  <a:cubicBezTo>
                    <a:pt x="10443" y="10131"/>
                    <a:pt x="10239" y="8909"/>
                    <a:pt x="10206" y="7687"/>
                  </a:cubicBezTo>
                  <a:cubicBezTo>
                    <a:pt x="10173" y="6541"/>
                    <a:pt x="10282" y="5406"/>
                    <a:pt x="10519" y="4281"/>
                  </a:cubicBezTo>
                  <a:cubicBezTo>
                    <a:pt x="6725" y="3817"/>
                    <a:pt x="3048" y="2314"/>
                    <a:pt x="0" y="0"/>
                  </a:cubicBezTo>
                  <a:cubicBezTo>
                    <a:pt x="291" y="1178"/>
                    <a:pt x="389" y="2422"/>
                    <a:pt x="421" y="3644"/>
                  </a:cubicBezTo>
                  <a:cubicBezTo>
                    <a:pt x="465" y="5687"/>
                    <a:pt x="335" y="7763"/>
                    <a:pt x="670" y="9774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46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46"/>
            <p:cNvSpPr/>
            <p:nvPr/>
          </p:nvSpPr>
          <p:spPr>
            <a:xfrm>
              <a:off x="2371457" y="352177"/>
              <a:ext cx="29347" cy="1281740"/>
            </a:xfrm>
            <a:custGeom>
              <a:rect b="b" l="l" r="r" t="t"/>
              <a:pathLst>
                <a:path extrusionOk="0" h="132651" w="3038">
                  <a:moveTo>
                    <a:pt x="1514" y="0"/>
                  </a:moveTo>
                  <a:cubicBezTo>
                    <a:pt x="670" y="0"/>
                    <a:pt x="0" y="205"/>
                    <a:pt x="0" y="465"/>
                  </a:cubicBezTo>
                  <a:lnTo>
                    <a:pt x="0" y="132068"/>
                  </a:lnTo>
                  <a:cubicBezTo>
                    <a:pt x="876" y="132316"/>
                    <a:pt x="1904" y="132522"/>
                    <a:pt x="3039" y="132652"/>
                  </a:cubicBezTo>
                  <a:lnTo>
                    <a:pt x="3039" y="465"/>
                  </a:lnTo>
                  <a:cubicBezTo>
                    <a:pt x="3039" y="205"/>
                    <a:pt x="2358" y="0"/>
                    <a:pt x="1525" y="0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9" name="Google Shape;1589;p46"/>
          <p:cNvSpPr/>
          <p:nvPr/>
        </p:nvSpPr>
        <p:spPr>
          <a:xfrm>
            <a:off x="8507389" y="57846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46"/>
          <p:cNvSpPr txBox="1"/>
          <p:nvPr>
            <p:ph type="title"/>
          </p:nvPr>
        </p:nvSpPr>
        <p:spPr>
          <a:xfrm>
            <a:off x="2386575" y="1124975"/>
            <a:ext cx="53145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Control </a:t>
            </a:r>
            <a:r>
              <a:rPr lang="en" sz="6000"/>
              <a:t>Phase</a:t>
            </a:r>
            <a:endParaRPr sz="6000"/>
          </a:p>
        </p:txBody>
      </p:sp>
      <p:sp>
        <p:nvSpPr>
          <p:cNvPr id="1591" name="Google Shape;1591;p46"/>
          <p:cNvSpPr txBox="1"/>
          <p:nvPr>
            <p:ph idx="2" type="title"/>
          </p:nvPr>
        </p:nvSpPr>
        <p:spPr>
          <a:xfrm>
            <a:off x="842725" y="936125"/>
            <a:ext cx="1288800" cy="1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06.</a:t>
            </a:r>
            <a:endParaRPr/>
          </a:p>
        </p:txBody>
      </p:sp>
      <p:grpSp>
        <p:nvGrpSpPr>
          <p:cNvPr id="1592" name="Google Shape;1592;p46"/>
          <p:cNvGrpSpPr/>
          <p:nvPr/>
        </p:nvGrpSpPr>
        <p:grpSpPr>
          <a:xfrm>
            <a:off x="6243974" y="1418213"/>
            <a:ext cx="3054570" cy="3168317"/>
            <a:chOff x="239073" y="3411907"/>
            <a:chExt cx="944576" cy="979750"/>
          </a:xfrm>
        </p:grpSpPr>
        <p:sp>
          <p:nvSpPr>
            <p:cNvPr id="1593" name="Google Shape;1593;p46"/>
            <p:cNvSpPr/>
            <p:nvPr/>
          </p:nvSpPr>
          <p:spPr>
            <a:xfrm>
              <a:off x="945325" y="3411907"/>
              <a:ext cx="238325" cy="504894"/>
            </a:xfrm>
            <a:custGeom>
              <a:rect b="b" l="l" r="r" t="t"/>
              <a:pathLst>
                <a:path extrusionOk="0" h="358717" w="169325">
                  <a:moveTo>
                    <a:pt x="0" y="346652"/>
                  </a:moveTo>
                  <a:lnTo>
                    <a:pt x="28706" y="358718"/>
                  </a:lnTo>
                  <a:lnTo>
                    <a:pt x="169325" y="11201"/>
                  </a:lnTo>
                  <a:lnTo>
                    <a:pt x="140263" y="0"/>
                  </a:lnTo>
                  <a:lnTo>
                    <a:pt x="0" y="34665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46"/>
            <p:cNvSpPr/>
            <p:nvPr/>
          </p:nvSpPr>
          <p:spPr>
            <a:xfrm>
              <a:off x="239073" y="3933512"/>
              <a:ext cx="739517" cy="458145"/>
            </a:xfrm>
            <a:custGeom>
              <a:rect b="b" l="l" r="r" t="t"/>
              <a:pathLst>
                <a:path extrusionOk="0" h="325503" w="525412">
                  <a:moveTo>
                    <a:pt x="467050" y="40188"/>
                  </a:moveTo>
                  <a:cubicBezTo>
                    <a:pt x="438928" y="109698"/>
                    <a:pt x="359785" y="143247"/>
                    <a:pt x="290275" y="115115"/>
                  </a:cubicBezTo>
                  <a:lnTo>
                    <a:pt x="138973" y="53898"/>
                  </a:lnTo>
                  <a:cubicBezTo>
                    <a:pt x="80318" y="30165"/>
                    <a:pt x="15339" y="69499"/>
                    <a:pt x="9165" y="132468"/>
                  </a:cubicBezTo>
                  <a:lnTo>
                    <a:pt x="461" y="221255"/>
                  </a:lnTo>
                  <a:cubicBezTo>
                    <a:pt x="-4999" y="276915"/>
                    <a:pt x="38703" y="325168"/>
                    <a:pt x="94633" y="325233"/>
                  </a:cubicBezTo>
                  <a:lnTo>
                    <a:pt x="331847" y="325504"/>
                  </a:lnTo>
                  <a:cubicBezTo>
                    <a:pt x="373602" y="325547"/>
                    <a:pt x="411206" y="300236"/>
                    <a:pt x="426873" y="261530"/>
                  </a:cubicBezTo>
                  <a:lnTo>
                    <a:pt x="458562" y="183208"/>
                  </a:lnTo>
                  <a:lnTo>
                    <a:pt x="525412" y="18002"/>
                  </a:lnTo>
                  <a:lnTo>
                    <a:pt x="483322" y="0"/>
                  </a:lnTo>
                  <a:lnTo>
                    <a:pt x="467061" y="4018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46"/>
            <p:cNvSpPr/>
            <p:nvPr/>
          </p:nvSpPr>
          <p:spPr>
            <a:xfrm>
              <a:off x="940580" y="3860605"/>
              <a:ext cx="67049" cy="44664"/>
            </a:xfrm>
            <a:custGeom>
              <a:rect b="b" l="l" r="r" t="t"/>
              <a:pathLst>
                <a:path extrusionOk="0" h="31733" w="47637">
                  <a:moveTo>
                    <a:pt x="47637" y="18002"/>
                  </a:moveTo>
                  <a:lnTo>
                    <a:pt x="5557" y="0"/>
                  </a:lnTo>
                  <a:lnTo>
                    <a:pt x="0" y="13731"/>
                  </a:lnTo>
                  <a:lnTo>
                    <a:pt x="42080" y="31733"/>
                  </a:lnTo>
                  <a:lnTo>
                    <a:pt x="47637" y="1800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46"/>
            <p:cNvSpPr/>
            <p:nvPr/>
          </p:nvSpPr>
          <p:spPr>
            <a:xfrm>
              <a:off x="918893" y="3879919"/>
              <a:ext cx="80927" cy="78964"/>
            </a:xfrm>
            <a:custGeom>
              <a:rect b="b" l="l" r="r" t="t"/>
              <a:pathLst>
                <a:path extrusionOk="0" h="56102" w="57497">
                  <a:moveTo>
                    <a:pt x="15418" y="0"/>
                  </a:moveTo>
                  <a:lnTo>
                    <a:pt x="0" y="38101"/>
                  </a:lnTo>
                  <a:lnTo>
                    <a:pt x="42091" y="56103"/>
                  </a:lnTo>
                  <a:lnTo>
                    <a:pt x="57498" y="18002"/>
                  </a:lnTo>
                  <a:lnTo>
                    <a:pt x="154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46"/>
            <p:cNvSpPr/>
            <p:nvPr/>
          </p:nvSpPr>
          <p:spPr>
            <a:xfrm>
              <a:off x="268788" y="4029231"/>
              <a:ext cx="550036" cy="332630"/>
            </a:xfrm>
            <a:custGeom>
              <a:rect b="b" l="l" r="r" t="t"/>
              <a:pathLst>
                <a:path extrusionOk="0" h="236327" w="390789">
                  <a:moveTo>
                    <a:pt x="73520" y="236046"/>
                  </a:moveTo>
                  <a:cubicBezTo>
                    <a:pt x="52501" y="236025"/>
                    <a:pt x="33159" y="227429"/>
                    <a:pt x="19060" y="211860"/>
                  </a:cubicBezTo>
                  <a:cubicBezTo>
                    <a:pt x="4950" y="196280"/>
                    <a:pt x="-1688" y="176191"/>
                    <a:pt x="366" y="155270"/>
                  </a:cubicBezTo>
                  <a:lnTo>
                    <a:pt x="9070" y="66483"/>
                  </a:lnTo>
                  <a:cubicBezTo>
                    <a:pt x="12789" y="28576"/>
                    <a:pt x="44263" y="0"/>
                    <a:pt x="82288" y="0"/>
                  </a:cubicBezTo>
                  <a:cubicBezTo>
                    <a:pt x="91694" y="0"/>
                    <a:pt x="100993" y="1827"/>
                    <a:pt x="109923" y="5439"/>
                  </a:cubicBezTo>
                  <a:lnTo>
                    <a:pt x="351181" y="103060"/>
                  </a:lnTo>
                  <a:cubicBezTo>
                    <a:pt x="383616" y="116185"/>
                    <a:pt x="399272" y="153119"/>
                    <a:pt x="386146" y="185554"/>
                  </a:cubicBezTo>
                  <a:lnTo>
                    <a:pt x="386146" y="185554"/>
                  </a:lnTo>
                  <a:cubicBezTo>
                    <a:pt x="373669" y="216390"/>
                    <a:pt x="344109" y="236327"/>
                    <a:pt x="310841" y="236327"/>
                  </a:cubicBezTo>
                  <a:cubicBezTo>
                    <a:pt x="310841" y="236327"/>
                    <a:pt x="73530" y="236057"/>
                    <a:pt x="73530" y="2360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46"/>
            <p:cNvSpPr/>
            <p:nvPr/>
          </p:nvSpPr>
          <p:spPr>
            <a:xfrm>
              <a:off x="380943" y="4332176"/>
              <a:ext cx="301753" cy="7791"/>
            </a:xfrm>
            <a:custGeom>
              <a:rect b="b" l="l" r="r" t="t"/>
              <a:pathLst>
                <a:path extrusionOk="0" h="5535" w="214389">
                  <a:moveTo>
                    <a:pt x="211622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211622" y="5536"/>
                  </a:lnTo>
                  <a:cubicBezTo>
                    <a:pt x="213146" y="5536"/>
                    <a:pt x="214390" y="4292"/>
                    <a:pt x="214390" y="2768"/>
                  </a:cubicBezTo>
                  <a:lnTo>
                    <a:pt x="214390" y="2768"/>
                  </a:lnTo>
                  <a:cubicBezTo>
                    <a:pt x="214390" y="1243"/>
                    <a:pt x="213146" y="0"/>
                    <a:pt x="211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46"/>
            <p:cNvSpPr/>
            <p:nvPr/>
          </p:nvSpPr>
          <p:spPr>
            <a:xfrm>
              <a:off x="356702" y="4307888"/>
              <a:ext cx="350282" cy="7791"/>
            </a:xfrm>
            <a:custGeom>
              <a:rect b="b" l="l" r="r" t="t"/>
              <a:pathLst>
                <a:path extrusionOk="0" h="5535" w="248868">
                  <a:moveTo>
                    <a:pt x="24610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46101" y="5536"/>
                  </a:lnTo>
                  <a:cubicBezTo>
                    <a:pt x="247625" y="5536"/>
                    <a:pt x="248869" y="4293"/>
                    <a:pt x="248869" y="2768"/>
                  </a:cubicBezTo>
                  <a:lnTo>
                    <a:pt x="248869" y="2768"/>
                  </a:lnTo>
                  <a:cubicBezTo>
                    <a:pt x="248869" y="1243"/>
                    <a:pt x="247625" y="0"/>
                    <a:pt x="246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46"/>
            <p:cNvSpPr/>
            <p:nvPr/>
          </p:nvSpPr>
          <p:spPr>
            <a:xfrm>
              <a:off x="321328" y="4283602"/>
              <a:ext cx="399800" cy="7791"/>
            </a:xfrm>
            <a:custGeom>
              <a:rect b="b" l="l" r="r" t="t"/>
              <a:pathLst>
                <a:path extrusionOk="0" h="5535" w="284050">
                  <a:moveTo>
                    <a:pt x="28128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81283" y="5535"/>
                  </a:lnTo>
                  <a:cubicBezTo>
                    <a:pt x="282807" y="5535"/>
                    <a:pt x="284051" y="4292"/>
                    <a:pt x="284051" y="2768"/>
                  </a:cubicBezTo>
                  <a:lnTo>
                    <a:pt x="284051" y="2768"/>
                  </a:lnTo>
                  <a:cubicBezTo>
                    <a:pt x="284051" y="1243"/>
                    <a:pt x="282807" y="0"/>
                    <a:pt x="2812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46"/>
            <p:cNvSpPr/>
            <p:nvPr/>
          </p:nvSpPr>
          <p:spPr>
            <a:xfrm>
              <a:off x="316568" y="4259314"/>
              <a:ext cx="417422" cy="7791"/>
            </a:xfrm>
            <a:custGeom>
              <a:rect b="b" l="l" r="r" t="t"/>
              <a:pathLst>
                <a:path extrusionOk="0" h="5535" w="296570">
                  <a:moveTo>
                    <a:pt x="29380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3803" y="5536"/>
                  </a:lnTo>
                  <a:cubicBezTo>
                    <a:pt x="295328" y="5536"/>
                    <a:pt x="296571" y="4293"/>
                    <a:pt x="296571" y="2768"/>
                  </a:cubicBezTo>
                  <a:lnTo>
                    <a:pt x="296571" y="2768"/>
                  </a:lnTo>
                  <a:cubicBezTo>
                    <a:pt x="296571" y="1243"/>
                    <a:pt x="295328" y="0"/>
                    <a:pt x="293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46"/>
            <p:cNvSpPr/>
            <p:nvPr/>
          </p:nvSpPr>
          <p:spPr>
            <a:xfrm>
              <a:off x="322834" y="4235028"/>
              <a:ext cx="423570" cy="7791"/>
            </a:xfrm>
            <a:custGeom>
              <a:rect b="b" l="l" r="r" t="t"/>
              <a:pathLst>
                <a:path extrusionOk="0" h="5535" w="300938">
                  <a:moveTo>
                    <a:pt x="298171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7"/>
                  </a:cubicBezTo>
                  <a:lnTo>
                    <a:pt x="0" y="2767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298171" y="5535"/>
                  </a:lnTo>
                  <a:cubicBezTo>
                    <a:pt x="299696" y="5535"/>
                    <a:pt x="300939" y="4292"/>
                    <a:pt x="300939" y="2767"/>
                  </a:cubicBezTo>
                  <a:lnTo>
                    <a:pt x="300939" y="2767"/>
                  </a:lnTo>
                  <a:cubicBezTo>
                    <a:pt x="300939" y="1243"/>
                    <a:pt x="299696" y="0"/>
                    <a:pt x="298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46"/>
            <p:cNvSpPr/>
            <p:nvPr/>
          </p:nvSpPr>
          <p:spPr>
            <a:xfrm>
              <a:off x="327594" y="4210740"/>
              <a:ext cx="424636" cy="7791"/>
            </a:xfrm>
            <a:custGeom>
              <a:rect b="b" l="l" r="r" t="t"/>
              <a:pathLst>
                <a:path extrusionOk="0" h="5535" w="301695">
                  <a:moveTo>
                    <a:pt x="298928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98928" y="5536"/>
                  </a:lnTo>
                  <a:cubicBezTo>
                    <a:pt x="300452" y="5536"/>
                    <a:pt x="301696" y="4293"/>
                    <a:pt x="301696" y="2768"/>
                  </a:cubicBezTo>
                  <a:lnTo>
                    <a:pt x="301696" y="2768"/>
                  </a:lnTo>
                  <a:cubicBezTo>
                    <a:pt x="301696" y="1243"/>
                    <a:pt x="300452" y="0"/>
                    <a:pt x="298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46"/>
            <p:cNvSpPr/>
            <p:nvPr/>
          </p:nvSpPr>
          <p:spPr>
            <a:xfrm>
              <a:off x="329738" y="4186452"/>
              <a:ext cx="404244" cy="7791"/>
            </a:xfrm>
            <a:custGeom>
              <a:rect b="b" l="l" r="r" t="t"/>
              <a:pathLst>
                <a:path extrusionOk="0" h="5535" w="287207">
                  <a:moveTo>
                    <a:pt x="284440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84440" y="5536"/>
                  </a:lnTo>
                  <a:cubicBezTo>
                    <a:pt x="285965" y="5536"/>
                    <a:pt x="287208" y="4293"/>
                    <a:pt x="287208" y="2768"/>
                  </a:cubicBezTo>
                  <a:lnTo>
                    <a:pt x="287208" y="2768"/>
                  </a:lnTo>
                  <a:cubicBezTo>
                    <a:pt x="287208" y="1244"/>
                    <a:pt x="285965" y="0"/>
                    <a:pt x="2844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46"/>
            <p:cNvSpPr/>
            <p:nvPr/>
          </p:nvSpPr>
          <p:spPr>
            <a:xfrm>
              <a:off x="334864" y="4162180"/>
              <a:ext cx="299881" cy="7791"/>
            </a:xfrm>
            <a:custGeom>
              <a:rect b="b" l="l" r="r" t="t"/>
              <a:pathLst>
                <a:path extrusionOk="0" h="5535" w="213059">
                  <a:moveTo>
                    <a:pt x="210292" y="0"/>
                  </a:moveTo>
                  <a:lnTo>
                    <a:pt x="2768" y="0"/>
                  </a:lnTo>
                  <a:cubicBezTo>
                    <a:pt x="1243" y="0"/>
                    <a:pt x="0" y="1244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210292" y="5536"/>
                  </a:lnTo>
                  <a:cubicBezTo>
                    <a:pt x="211816" y="5536"/>
                    <a:pt x="213060" y="4293"/>
                    <a:pt x="213060" y="2768"/>
                  </a:cubicBezTo>
                  <a:lnTo>
                    <a:pt x="213060" y="2768"/>
                  </a:lnTo>
                  <a:cubicBezTo>
                    <a:pt x="213060" y="1244"/>
                    <a:pt x="211816" y="0"/>
                    <a:pt x="210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46"/>
            <p:cNvSpPr/>
            <p:nvPr/>
          </p:nvSpPr>
          <p:spPr>
            <a:xfrm>
              <a:off x="337737" y="4137894"/>
              <a:ext cx="267224" cy="7791"/>
            </a:xfrm>
            <a:custGeom>
              <a:rect b="b" l="l" r="r" t="t"/>
              <a:pathLst>
                <a:path extrusionOk="0" h="5535" w="189857">
                  <a:moveTo>
                    <a:pt x="18708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6"/>
                    <a:pt x="2768" y="5536"/>
                  </a:cubicBezTo>
                  <a:lnTo>
                    <a:pt x="187089" y="5536"/>
                  </a:lnTo>
                  <a:cubicBezTo>
                    <a:pt x="188614" y="5536"/>
                    <a:pt x="189857" y="4292"/>
                    <a:pt x="189857" y="2768"/>
                  </a:cubicBezTo>
                  <a:lnTo>
                    <a:pt x="189857" y="2768"/>
                  </a:lnTo>
                  <a:cubicBezTo>
                    <a:pt x="189857" y="1243"/>
                    <a:pt x="188614" y="0"/>
                    <a:pt x="1870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46"/>
            <p:cNvSpPr/>
            <p:nvPr/>
          </p:nvSpPr>
          <p:spPr>
            <a:xfrm>
              <a:off x="341693" y="4113606"/>
              <a:ext cx="203370" cy="7791"/>
            </a:xfrm>
            <a:custGeom>
              <a:rect b="b" l="l" r="r" t="t"/>
              <a:pathLst>
                <a:path extrusionOk="0" h="5535" w="144490">
                  <a:moveTo>
                    <a:pt x="141723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141723" y="5536"/>
                  </a:lnTo>
                  <a:cubicBezTo>
                    <a:pt x="143247" y="5536"/>
                    <a:pt x="144490" y="4293"/>
                    <a:pt x="144490" y="2768"/>
                  </a:cubicBezTo>
                  <a:lnTo>
                    <a:pt x="144490" y="2768"/>
                  </a:lnTo>
                  <a:cubicBezTo>
                    <a:pt x="144490" y="1243"/>
                    <a:pt x="143247" y="0"/>
                    <a:pt x="141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46"/>
            <p:cNvSpPr/>
            <p:nvPr/>
          </p:nvSpPr>
          <p:spPr>
            <a:xfrm>
              <a:off x="349645" y="4089319"/>
              <a:ext cx="143792" cy="7791"/>
            </a:xfrm>
            <a:custGeom>
              <a:rect b="b" l="l" r="r" t="t"/>
              <a:pathLst>
                <a:path extrusionOk="0" h="5535" w="102161">
                  <a:moveTo>
                    <a:pt x="99394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2"/>
                    <a:pt x="1243" y="5535"/>
                    <a:pt x="2768" y="5535"/>
                  </a:cubicBezTo>
                  <a:lnTo>
                    <a:pt x="99394" y="5535"/>
                  </a:lnTo>
                  <a:cubicBezTo>
                    <a:pt x="100918" y="5535"/>
                    <a:pt x="102162" y="4292"/>
                    <a:pt x="102162" y="2768"/>
                  </a:cubicBezTo>
                  <a:lnTo>
                    <a:pt x="102162" y="2768"/>
                  </a:lnTo>
                  <a:cubicBezTo>
                    <a:pt x="102162" y="1243"/>
                    <a:pt x="100918" y="0"/>
                    <a:pt x="993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46"/>
            <p:cNvSpPr/>
            <p:nvPr/>
          </p:nvSpPr>
          <p:spPr>
            <a:xfrm>
              <a:off x="380943" y="4065032"/>
              <a:ext cx="72101" cy="7791"/>
            </a:xfrm>
            <a:custGeom>
              <a:rect b="b" l="l" r="r" t="t"/>
              <a:pathLst>
                <a:path extrusionOk="0" h="5535" w="51226">
                  <a:moveTo>
                    <a:pt x="48459" y="0"/>
                  </a:moveTo>
                  <a:lnTo>
                    <a:pt x="2768" y="0"/>
                  </a:lnTo>
                  <a:cubicBezTo>
                    <a:pt x="1243" y="0"/>
                    <a:pt x="0" y="1243"/>
                    <a:pt x="0" y="2768"/>
                  </a:cubicBezTo>
                  <a:lnTo>
                    <a:pt x="0" y="2768"/>
                  </a:lnTo>
                  <a:cubicBezTo>
                    <a:pt x="0" y="4293"/>
                    <a:pt x="1243" y="5536"/>
                    <a:pt x="2768" y="5536"/>
                  </a:cubicBezTo>
                  <a:lnTo>
                    <a:pt x="48459" y="5536"/>
                  </a:lnTo>
                  <a:cubicBezTo>
                    <a:pt x="49983" y="5536"/>
                    <a:pt x="51227" y="4293"/>
                    <a:pt x="51227" y="2768"/>
                  </a:cubicBezTo>
                  <a:lnTo>
                    <a:pt x="51227" y="2768"/>
                  </a:lnTo>
                  <a:cubicBezTo>
                    <a:pt x="51227" y="1243"/>
                    <a:pt x="49983" y="0"/>
                    <a:pt x="48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46"/>
            <p:cNvSpPr/>
            <p:nvPr/>
          </p:nvSpPr>
          <p:spPr>
            <a:xfrm>
              <a:off x="762633" y="4079223"/>
              <a:ext cx="95979" cy="57700"/>
            </a:xfrm>
            <a:custGeom>
              <a:rect b="b" l="l" r="r" t="t"/>
              <a:pathLst>
                <a:path extrusionOk="0" h="40995" w="68191">
                  <a:moveTo>
                    <a:pt x="55605" y="4312"/>
                  </a:moveTo>
                  <a:cubicBezTo>
                    <a:pt x="57303" y="2788"/>
                    <a:pt x="59011" y="1177"/>
                    <a:pt x="61152" y="399"/>
                  </a:cubicBezTo>
                  <a:cubicBezTo>
                    <a:pt x="63292" y="-380"/>
                    <a:pt x="66028" y="-67"/>
                    <a:pt x="67379" y="1772"/>
                  </a:cubicBezTo>
                  <a:cubicBezTo>
                    <a:pt x="69261" y="4323"/>
                    <a:pt x="67531" y="7913"/>
                    <a:pt x="65649" y="10465"/>
                  </a:cubicBezTo>
                  <a:cubicBezTo>
                    <a:pt x="53659" y="26747"/>
                    <a:pt x="34976" y="37937"/>
                    <a:pt x="14963" y="40802"/>
                  </a:cubicBezTo>
                  <a:cubicBezTo>
                    <a:pt x="10292" y="41473"/>
                    <a:pt x="-1925" y="40760"/>
                    <a:pt x="259" y="32737"/>
                  </a:cubicBezTo>
                  <a:cubicBezTo>
                    <a:pt x="1621" y="27764"/>
                    <a:pt x="12174" y="27526"/>
                    <a:pt x="16217" y="26326"/>
                  </a:cubicBezTo>
                  <a:cubicBezTo>
                    <a:pt x="30749" y="21990"/>
                    <a:pt x="44317" y="14443"/>
                    <a:pt x="55605" y="43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46"/>
            <p:cNvSpPr/>
            <p:nvPr/>
          </p:nvSpPr>
          <p:spPr>
            <a:xfrm>
              <a:off x="865239" y="4046830"/>
              <a:ext cx="18448" cy="19910"/>
            </a:xfrm>
            <a:custGeom>
              <a:rect b="b" l="l" r="r" t="t"/>
              <a:pathLst>
                <a:path extrusionOk="0" h="14146" w="13107">
                  <a:moveTo>
                    <a:pt x="877" y="8032"/>
                  </a:moveTo>
                  <a:cubicBezTo>
                    <a:pt x="401" y="8940"/>
                    <a:pt x="22" y="9924"/>
                    <a:pt x="1" y="10951"/>
                  </a:cubicBezTo>
                  <a:cubicBezTo>
                    <a:pt x="-21" y="11978"/>
                    <a:pt x="379" y="13059"/>
                    <a:pt x="1212" y="13643"/>
                  </a:cubicBezTo>
                  <a:cubicBezTo>
                    <a:pt x="1947" y="14162"/>
                    <a:pt x="2931" y="14248"/>
                    <a:pt x="3817" y="14043"/>
                  </a:cubicBezTo>
                  <a:cubicBezTo>
                    <a:pt x="4704" y="13838"/>
                    <a:pt x="5493" y="13373"/>
                    <a:pt x="6250" y="12865"/>
                  </a:cubicBezTo>
                  <a:cubicBezTo>
                    <a:pt x="8153" y="11589"/>
                    <a:pt x="9861" y="10042"/>
                    <a:pt x="11310" y="8270"/>
                  </a:cubicBezTo>
                  <a:cubicBezTo>
                    <a:pt x="13224" y="5934"/>
                    <a:pt x="14716" y="-499"/>
                    <a:pt x="9732" y="31"/>
                  </a:cubicBezTo>
                  <a:cubicBezTo>
                    <a:pt x="6218" y="409"/>
                    <a:pt x="2358" y="5156"/>
                    <a:pt x="877" y="80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46"/>
            <p:cNvSpPr/>
            <p:nvPr/>
          </p:nvSpPr>
          <p:spPr>
            <a:xfrm>
              <a:off x="300745" y="4009059"/>
              <a:ext cx="72869" cy="42429"/>
            </a:xfrm>
            <a:custGeom>
              <a:rect b="b" l="l" r="r" t="t"/>
              <a:pathLst>
                <a:path extrusionOk="0" h="30145" w="51772">
                  <a:moveTo>
                    <a:pt x="42636" y="459"/>
                  </a:moveTo>
                  <a:cubicBezTo>
                    <a:pt x="44496" y="70"/>
                    <a:pt x="46442" y="-244"/>
                    <a:pt x="48269" y="264"/>
                  </a:cubicBezTo>
                  <a:cubicBezTo>
                    <a:pt x="50096" y="773"/>
                    <a:pt x="51761" y="2340"/>
                    <a:pt x="51772" y="4243"/>
                  </a:cubicBezTo>
                  <a:cubicBezTo>
                    <a:pt x="51783" y="7270"/>
                    <a:pt x="48150" y="8719"/>
                    <a:pt x="45220" y="9509"/>
                  </a:cubicBezTo>
                  <a:cubicBezTo>
                    <a:pt x="33511" y="12687"/>
                    <a:pt x="22461" y="18299"/>
                    <a:pt x="12979" y="25889"/>
                  </a:cubicBezTo>
                  <a:cubicBezTo>
                    <a:pt x="10071" y="28224"/>
                    <a:pt x="5432" y="32008"/>
                    <a:pt x="1637" y="29078"/>
                  </a:cubicBezTo>
                  <a:cubicBezTo>
                    <a:pt x="-1325" y="26786"/>
                    <a:pt x="243" y="22948"/>
                    <a:pt x="2329" y="20645"/>
                  </a:cubicBezTo>
                  <a:cubicBezTo>
                    <a:pt x="8503" y="13833"/>
                    <a:pt x="18417" y="8838"/>
                    <a:pt x="26775" y="5368"/>
                  </a:cubicBezTo>
                  <a:cubicBezTo>
                    <a:pt x="31889" y="3237"/>
                    <a:pt x="37209" y="1594"/>
                    <a:pt x="42636" y="4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46"/>
            <p:cNvSpPr/>
            <p:nvPr/>
          </p:nvSpPr>
          <p:spPr>
            <a:xfrm>
              <a:off x="389588" y="4007004"/>
              <a:ext cx="37140" cy="19578"/>
            </a:xfrm>
            <a:custGeom>
              <a:rect b="b" l="l" r="r" t="t"/>
              <a:pathLst>
                <a:path extrusionOk="0" h="13910" w="26387">
                  <a:moveTo>
                    <a:pt x="222" y="6753"/>
                  </a:moveTo>
                  <a:cubicBezTo>
                    <a:pt x="860" y="8289"/>
                    <a:pt x="2665" y="8926"/>
                    <a:pt x="4266" y="9380"/>
                  </a:cubicBezTo>
                  <a:cubicBezTo>
                    <a:pt x="8861" y="10688"/>
                    <a:pt x="13456" y="11975"/>
                    <a:pt x="18062" y="13229"/>
                  </a:cubicBezTo>
                  <a:cubicBezTo>
                    <a:pt x="19586" y="13640"/>
                    <a:pt x="21154" y="14062"/>
                    <a:pt x="22722" y="13857"/>
                  </a:cubicBezTo>
                  <a:cubicBezTo>
                    <a:pt x="24289" y="13651"/>
                    <a:pt x="25857" y="12678"/>
                    <a:pt x="26279" y="11154"/>
                  </a:cubicBezTo>
                  <a:cubicBezTo>
                    <a:pt x="26581" y="10051"/>
                    <a:pt x="26225" y="8861"/>
                    <a:pt x="25576" y="7921"/>
                  </a:cubicBezTo>
                  <a:cubicBezTo>
                    <a:pt x="24927" y="6991"/>
                    <a:pt x="24008" y="6277"/>
                    <a:pt x="23068" y="5629"/>
                  </a:cubicBezTo>
                  <a:cubicBezTo>
                    <a:pt x="18548" y="2526"/>
                    <a:pt x="13261" y="677"/>
                    <a:pt x="7823" y="93"/>
                  </a:cubicBezTo>
                  <a:cubicBezTo>
                    <a:pt x="6104" y="-91"/>
                    <a:pt x="4612" y="-91"/>
                    <a:pt x="3163" y="936"/>
                  </a:cubicBezTo>
                  <a:cubicBezTo>
                    <a:pt x="1444" y="2147"/>
                    <a:pt x="-719" y="4472"/>
                    <a:pt x="233" y="67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4" name="Google Shape;1614;p46"/>
          <p:cNvGrpSpPr/>
          <p:nvPr/>
        </p:nvGrpSpPr>
        <p:grpSpPr>
          <a:xfrm>
            <a:off x="6634691" y="3738180"/>
            <a:ext cx="917688" cy="1400236"/>
            <a:chOff x="1298027" y="4087007"/>
            <a:chExt cx="283780" cy="433000"/>
          </a:xfrm>
        </p:grpSpPr>
        <p:sp>
          <p:nvSpPr>
            <p:cNvPr id="1615" name="Google Shape;1615;p46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46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46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46"/>
            <p:cNvSpPr/>
            <p:nvPr/>
          </p:nvSpPr>
          <p:spPr>
            <a:xfrm>
              <a:off x="1382903" y="4394924"/>
              <a:ext cx="113934" cy="81354"/>
            </a:xfrm>
            <a:custGeom>
              <a:rect b="b" l="l" r="r" t="t"/>
              <a:pathLst>
                <a:path extrusionOk="0" h="57800" w="80948">
                  <a:moveTo>
                    <a:pt x="40469" y="0"/>
                  </a:moveTo>
                  <a:lnTo>
                    <a:pt x="0" y="0"/>
                  </a:lnTo>
                  <a:lnTo>
                    <a:pt x="4736" y="4001"/>
                  </a:lnTo>
                  <a:cubicBezTo>
                    <a:pt x="19840" y="16770"/>
                    <a:pt x="28565" y="35561"/>
                    <a:pt x="28565" y="55346"/>
                  </a:cubicBezTo>
                  <a:lnTo>
                    <a:pt x="28565" y="57800"/>
                  </a:lnTo>
                  <a:lnTo>
                    <a:pt x="52384" y="57800"/>
                  </a:lnTo>
                  <a:lnTo>
                    <a:pt x="52384" y="55346"/>
                  </a:lnTo>
                  <a:cubicBezTo>
                    <a:pt x="52384" y="35561"/>
                    <a:pt x="61098" y="16780"/>
                    <a:pt x="76213" y="4001"/>
                  </a:cubicBezTo>
                  <a:lnTo>
                    <a:pt x="80949" y="0"/>
                  </a:lnTo>
                  <a:lnTo>
                    <a:pt x="40480" y="0"/>
                  </a:ln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46"/>
            <p:cNvSpPr/>
            <p:nvPr/>
          </p:nvSpPr>
          <p:spPr>
            <a:xfrm>
              <a:off x="1445422" y="4394924"/>
              <a:ext cx="51360" cy="81369"/>
            </a:xfrm>
            <a:custGeom>
              <a:rect b="b" l="l" r="r" t="t"/>
              <a:pathLst>
                <a:path extrusionOk="0" h="57811" w="36490">
                  <a:moveTo>
                    <a:pt x="23862" y="0"/>
                  </a:moveTo>
                  <a:lnTo>
                    <a:pt x="23840" y="22"/>
                  </a:lnTo>
                  <a:lnTo>
                    <a:pt x="20197" y="3157"/>
                  </a:lnTo>
                  <a:lnTo>
                    <a:pt x="19570" y="3698"/>
                  </a:lnTo>
                  <a:cubicBezTo>
                    <a:pt x="5514" y="15775"/>
                    <a:pt x="0" y="39831"/>
                    <a:pt x="0" y="57812"/>
                  </a:cubicBezTo>
                  <a:lnTo>
                    <a:pt x="7925" y="57812"/>
                  </a:lnTo>
                  <a:lnTo>
                    <a:pt x="7925" y="55357"/>
                  </a:lnTo>
                  <a:cubicBezTo>
                    <a:pt x="7925" y="35571"/>
                    <a:pt x="16639" y="16791"/>
                    <a:pt x="31755" y="4011"/>
                  </a:cubicBezTo>
                  <a:lnTo>
                    <a:pt x="36490" y="11"/>
                  </a:lnTo>
                  <a:lnTo>
                    <a:pt x="23873" y="11"/>
                  </a:ln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46"/>
            <p:cNvSpPr/>
            <p:nvPr/>
          </p:nvSpPr>
          <p:spPr>
            <a:xfrm>
              <a:off x="1426914" y="4476227"/>
              <a:ext cx="25839" cy="43780"/>
            </a:xfrm>
            <a:custGeom>
              <a:rect b="b" l="l" r="r" t="t"/>
              <a:pathLst>
                <a:path extrusionOk="0" h="31105" w="18358">
                  <a:moveTo>
                    <a:pt x="0" y="0"/>
                  </a:moveTo>
                  <a:lnTo>
                    <a:pt x="18359" y="0"/>
                  </a:lnTo>
                  <a:lnTo>
                    <a:pt x="18359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46"/>
            <p:cNvSpPr/>
            <p:nvPr/>
          </p:nvSpPr>
          <p:spPr>
            <a:xfrm>
              <a:off x="1445422" y="4476227"/>
              <a:ext cx="7319" cy="43780"/>
            </a:xfrm>
            <a:custGeom>
              <a:rect b="b" l="l" r="r" t="t"/>
              <a:pathLst>
                <a:path extrusionOk="0" h="31105" w="5200">
                  <a:moveTo>
                    <a:pt x="0" y="0"/>
                  </a:moveTo>
                  <a:lnTo>
                    <a:pt x="5201" y="0"/>
                  </a:lnTo>
                  <a:lnTo>
                    <a:pt x="5201" y="31106"/>
                  </a:lnTo>
                  <a:lnTo>
                    <a:pt x="0" y="3110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46"/>
            <p:cNvSpPr/>
            <p:nvPr/>
          </p:nvSpPr>
          <p:spPr>
            <a:xfrm>
              <a:off x="1382917" y="4365467"/>
              <a:ext cx="113905" cy="29476"/>
            </a:xfrm>
            <a:custGeom>
              <a:rect b="b" l="l" r="r" t="t"/>
              <a:pathLst>
                <a:path extrusionOk="0" h="20942" w="80927">
                  <a:moveTo>
                    <a:pt x="80927" y="20942"/>
                  </a:moveTo>
                  <a:lnTo>
                    <a:pt x="0" y="20942"/>
                  </a:lnTo>
                  <a:lnTo>
                    <a:pt x="6195" y="5579"/>
                  </a:lnTo>
                  <a:cubicBezTo>
                    <a:pt x="7558" y="2205"/>
                    <a:pt x="10823" y="0"/>
                    <a:pt x="14456" y="0"/>
                  </a:cubicBezTo>
                  <a:lnTo>
                    <a:pt x="66472" y="0"/>
                  </a:lnTo>
                  <a:cubicBezTo>
                    <a:pt x="70105" y="0"/>
                    <a:pt x="73370" y="2205"/>
                    <a:pt x="74732" y="5579"/>
                  </a:cubicBezTo>
                  <a:lnTo>
                    <a:pt x="80927" y="20942"/>
                  </a:lnTo>
                  <a:close/>
                </a:path>
              </a:pathLst>
            </a:custGeom>
            <a:solidFill>
              <a:srgbClr val="FFFFFF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46"/>
            <p:cNvSpPr/>
            <p:nvPr/>
          </p:nvSpPr>
          <p:spPr>
            <a:xfrm>
              <a:off x="1393685" y="4365481"/>
              <a:ext cx="103115" cy="29476"/>
            </a:xfrm>
            <a:custGeom>
              <a:rect b="b" l="l" r="r" t="t"/>
              <a:pathLst>
                <a:path extrusionOk="0" h="20942" w="73261">
                  <a:moveTo>
                    <a:pt x="55692" y="8736"/>
                  </a:moveTo>
                  <a:lnTo>
                    <a:pt x="60612" y="20943"/>
                  </a:lnTo>
                  <a:lnTo>
                    <a:pt x="73262" y="20943"/>
                  </a:lnTo>
                  <a:lnTo>
                    <a:pt x="67066" y="5579"/>
                  </a:lnTo>
                  <a:cubicBezTo>
                    <a:pt x="65704" y="2206"/>
                    <a:pt x="62439" y="0"/>
                    <a:pt x="58806" y="0"/>
                  </a:cubicBezTo>
                  <a:lnTo>
                    <a:pt x="6790" y="0"/>
                  </a:lnTo>
                  <a:cubicBezTo>
                    <a:pt x="4130" y="0"/>
                    <a:pt x="1665" y="1189"/>
                    <a:pt x="0" y="3157"/>
                  </a:cubicBezTo>
                  <a:lnTo>
                    <a:pt x="47421" y="3157"/>
                  </a:lnTo>
                  <a:cubicBezTo>
                    <a:pt x="51054" y="3157"/>
                    <a:pt x="54319" y="5363"/>
                    <a:pt x="55681" y="8736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46"/>
            <p:cNvSpPr/>
            <p:nvPr/>
          </p:nvSpPr>
          <p:spPr>
            <a:xfrm>
              <a:off x="1298027" y="4087007"/>
              <a:ext cx="283780" cy="283780"/>
            </a:xfrm>
            <a:custGeom>
              <a:rect b="b" l="l" r="r" t="t"/>
              <a:pathLst>
                <a:path extrusionOk="0" h="201620" w="201620">
                  <a:moveTo>
                    <a:pt x="201621" y="100810"/>
                  </a:moveTo>
                  <a:cubicBezTo>
                    <a:pt x="201621" y="156486"/>
                    <a:pt x="156486" y="201621"/>
                    <a:pt x="100810" y="201621"/>
                  </a:cubicBezTo>
                  <a:cubicBezTo>
                    <a:pt x="45134" y="201621"/>
                    <a:pt x="0" y="156486"/>
                    <a:pt x="0" y="100810"/>
                  </a:cubicBezTo>
                  <a:cubicBezTo>
                    <a:pt x="0" y="45134"/>
                    <a:pt x="45134" y="0"/>
                    <a:pt x="100810" y="0"/>
                  </a:cubicBezTo>
                  <a:cubicBezTo>
                    <a:pt x="156486" y="0"/>
                    <a:pt x="201621" y="45134"/>
                    <a:pt x="201621" y="100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46"/>
            <p:cNvSpPr/>
            <p:nvPr/>
          </p:nvSpPr>
          <p:spPr>
            <a:xfrm>
              <a:off x="1298027" y="4120677"/>
              <a:ext cx="277708" cy="250089"/>
            </a:xfrm>
            <a:custGeom>
              <a:rect b="b" l="l" r="r" t="t"/>
              <a:pathLst>
                <a:path extrusionOk="0" h="177683" w="197306">
                  <a:moveTo>
                    <a:pt x="31311" y="29192"/>
                  </a:moveTo>
                  <a:cubicBezTo>
                    <a:pt x="31311" y="19040"/>
                    <a:pt x="32825" y="9245"/>
                    <a:pt x="35625" y="0"/>
                  </a:cubicBezTo>
                  <a:cubicBezTo>
                    <a:pt x="13839" y="18488"/>
                    <a:pt x="0" y="46059"/>
                    <a:pt x="0" y="76873"/>
                  </a:cubicBezTo>
                  <a:cubicBezTo>
                    <a:pt x="0" y="132544"/>
                    <a:pt x="45129" y="177683"/>
                    <a:pt x="100810" y="177683"/>
                  </a:cubicBezTo>
                  <a:cubicBezTo>
                    <a:pt x="146328" y="177683"/>
                    <a:pt x="184787" y="147507"/>
                    <a:pt x="197307" y="106065"/>
                  </a:cubicBezTo>
                  <a:cubicBezTo>
                    <a:pt x="179727" y="120986"/>
                    <a:pt x="156989" y="130003"/>
                    <a:pt x="132122" y="130003"/>
                  </a:cubicBezTo>
                  <a:cubicBezTo>
                    <a:pt x="76451" y="130003"/>
                    <a:pt x="31311" y="84874"/>
                    <a:pt x="31311" y="2919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46"/>
            <p:cNvSpPr/>
            <p:nvPr/>
          </p:nvSpPr>
          <p:spPr>
            <a:xfrm rot="-2574653">
              <a:off x="1524568" y="4131532"/>
              <a:ext cx="21438" cy="44549"/>
            </a:xfrm>
            <a:custGeom>
              <a:rect b="b" l="l" r="r" t="t"/>
              <a:pathLst>
                <a:path extrusionOk="0" h="31678" w="15244">
                  <a:moveTo>
                    <a:pt x="15245" y="15839"/>
                  </a:moveTo>
                  <a:cubicBezTo>
                    <a:pt x="15245" y="24587"/>
                    <a:pt x="11832" y="31679"/>
                    <a:pt x="7622" y="31679"/>
                  </a:cubicBezTo>
                  <a:cubicBezTo>
                    <a:pt x="3413" y="31679"/>
                    <a:pt x="0" y="24587"/>
                    <a:pt x="0" y="15839"/>
                  </a:cubicBezTo>
                  <a:cubicBezTo>
                    <a:pt x="0" y="7092"/>
                    <a:pt x="3413" y="0"/>
                    <a:pt x="7622" y="0"/>
                  </a:cubicBezTo>
                  <a:cubicBezTo>
                    <a:pt x="11832" y="0"/>
                    <a:pt x="15245" y="7092"/>
                    <a:pt x="15245" y="158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46"/>
            <p:cNvSpPr/>
            <p:nvPr/>
          </p:nvSpPr>
          <p:spPr>
            <a:xfrm>
              <a:off x="1473638" y="4139074"/>
              <a:ext cx="39205" cy="33324"/>
            </a:xfrm>
            <a:custGeom>
              <a:rect b="b" l="l" r="r" t="t"/>
              <a:pathLst>
                <a:path extrusionOk="0" h="23676" w="27854">
                  <a:moveTo>
                    <a:pt x="26799" y="21077"/>
                  </a:moveTo>
                  <a:cubicBezTo>
                    <a:pt x="23869" y="25164"/>
                    <a:pt x="15728" y="24342"/>
                    <a:pt x="8614" y="19239"/>
                  </a:cubicBezTo>
                  <a:cubicBezTo>
                    <a:pt x="1499" y="14136"/>
                    <a:pt x="-1874" y="6686"/>
                    <a:pt x="1056" y="2599"/>
                  </a:cubicBezTo>
                  <a:cubicBezTo>
                    <a:pt x="3986" y="-1488"/>
                    <a:pt x="12128" y="-666"/>
                    <a:pt x="19242" y="4437"/>
                  </a:cubicBezTo>
                  <a:cubicBezTo>
                    <a:pt x="26345" y="9541"/>
                    <a:pt x="29729" y="16990"/>
                    <a:pt x="26799" y="210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46"/>
            <p:cNvSpPr/>
            <p:nvPr/>
          </p:nvSpPr>
          <p:spPr>
            <a:xfrm>
              <a:off x="1470399" y="4103771"/>
              <a:ext cx="41124" cy="27549"/>
            </a:xfrm>
            <a:custGeom>
              <a:rect b="b" l="l" r="r" t="t"/>
              <a:pathLst>
                <a:path extrusionOk="0" h="19573" w="29218">
                  <a:moveTo>
                    <a:pt x="28821" y="16787"/>
                  </a:moveTo>
                  <a:cubicBezTo>
                    <a:pt x="26962" y="20561"/>
                    <a:pt x="19091" y="20496"/>
                    <a:pt x="11241" y="16625"/>
                  </a:cubicBezTo>
                  <a:cubicBezTo>
                    <a:pt x="3392" y="12755"/>
                    <a:pt x="-1463" y="6559"/>
                    <a:pt x="397" y="2786"/>
                  </a:cubicBezTo>
                  <a:cubicBezTo>
                    <a:pt x="2256" y="-987"/>
                    <a:pt x="10128" y="-922"/>
                    <a:pt x="17977" y="2948"/>
                  </a:cubicBezTo>
                  <a:cubicBezTo>
                    <a:pt x="25826" y="6819"/>
                    <a:pt x="30681" y="13014"/>
                    <a:pt x="28821" y="167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9" name="Google Shape;1629;p46"/>
          <p:cNvSpPr/>
          <p:nvPr/>
        </p:nvSpPr>
        <p:spPr>
          <a:xfrm>
            <a:off x="3647926" y="487312"/>
            <a:ext cx="572154" cy="104365"/>
          </a:xfrm>
          <a:custGeom>
            <a:rect b="b" l="l" r="r" t="t"/>
            <a:pathLst>
              <a:path extrusionOk="0" h="16231" w="88982">
                <a:moveTo>
                  <a:pt x="88982" y="16232"/>
                </a:moveTo>
                <a:lnTo>
                  <a:pt x="0" y="16232"/>
                </a:lnTo>
                <a:cubicBezTo>
                  <a:pt x="3406" y="7399"/>
                  <a:pt x="9558" y="1127"/>
                  <a:pt x="18975" y="133"/>
                </a:cubicBezTo>
                <a:cubicBezTo>
                  <a:pt x="28392" y="-862"/>
                  <a:pt x="38188" y="3798"/>
                  <a:pt x="43356" y="11723"/>
                </a:cubicBezTo>
                <a:cubicBezTo>
                  <a:pt x="57660" y="4209"/>
                  <a:pt x="77273" y="5085"/>
                  <a:pt x="88971" y="1623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46"/>
          <p:cNvSpPr/>
          <p:nvPr/>
        </p:nvSpPr>
        <p:spPr>
          <a:xfrm>
            <a:off x="5272503" y="2608899"/>
            <a:ext cx="2039731" cy="236997"/>
          </a:xfrm>
          <a:custGeom>
            <a:rect b="b" l="l" r="r" t="t"/>
            <a:pathLst>
              <a:path extrusionOk="0" h="36858" w="317221">
                <a:moveTo>
                  <a:pt x="317211" y="36858"/>
                </a:moveTo>
                <a:lnTo>
                  <a:pt x="0" y="36858"/>
                </a:lnTo>
                <a:cubicBezTo>
                  <a:pt x="19116" y="23441"/>
                  <a:pt x="48448" y="21830"/>
                  <a:pt x="69131" y="32663"/>
                </a:cubicBezTo>
                <a:cubicBezTo>
                  <a:pt x="100616" y="23278"/>
                  <a:pt x="134965" y="23776"/>
                  <a:pt x="166158" y="34090"/>
                </a:cubicBezTo>
                <a:cubicBezTo>
                  <a:pt x="168676" y="20132"/>
                  <a:pt x="188646" y="11061"/>
                  <a:pt x="201015" y="18002"/>
                </a:cubicBezTo>
                <a:cubicBezTo>
                  <a:pt x="202205" y="12813"/>
                  <a:pt x="206508" y="8466"/>
                  <a:pt x="211687" y="7212"/>
                </a:cubicBezTo>
                <a:cubicBezTo>
                  <a:pt x="216866" y="5958"/>
                  <a:pt x="222671" y="7871"/>
                  <a:pt x="226110" y="11948"/>
                </a:cubicBezTo>
                <a:cubicBezTo>
                  <a:pt x="232013" y="2347"/>
                  <a:pt x="244825" y="-2346"/>
                  <a:pt x="255540" y="1157"/>
                </a:cubicBezTo>
                <a:cubicBezTo>
                  <a:pt x="266244" y="4661"/>
                  <a:pt x="273801" y="16035"/>
                  <a:pt x="272882" y="27268"/>
                </a:cubicBezTo>
                <a:cubicBezTo>
                  <a:pt x="286711" y="20943"/>
                  <a:pt x="306204" y="26382"/>
                  <a:pt x="317222" y="3685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Steps</a:t>
            </a:r>
            <a:endParaRPr/>
          </a:p>
        </p:txBody>
      </p:sp>
      <p:sp>
        <p:nvSpPr>
          <p:cNvPr id="1636" name="Google Shape;1636;p47"/>
          <p:cNvSpPr txBox="1"/>
          <p:nvPr>
            <p:ph idx="1" type="body"/>
          </p:nvPr>
        </p:nvSpPr>
        <p:spPr>
          <a:xfrm>
            <a:off x="720000" y="1063350"/>
            <a:ext cx="3737400" cy="32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Steps</a:t>
            </a:r>
            <a:endParaRPr/>
          </a:p>
        </p:txBody>
      </p:sp>
      <p:sp>
        <p:nvSpPr>
          <p:cNvPr id="1642" name="Google Shape;1642;p48"/>
          <p:cNvSpPr/>
          <p:nvPr/>
        </p:nvSpPr>
        <p:spPr>
          <a:xfrm>
            <a:off x="1538025" y="133404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48"/>
          <p:cNvSpPr/>
          <p:nvPr/>
        </p:nvSpPr>
        <p:spPr>
          <a:xfrm>
            <a:off x="3501925" y="133404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48"/>
          <p:cNvSpPr/>
          <p:nvPr/>
        </p:nvSpPr>
        <p:spPr>
          <a:xfrm>
            <a:off x="5465825" y="133404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48"/>
          <p:cNvSpPr/>
          <p:nvPr/>
        </p:nvSpPr>
        <p:spPr>
          <a:xfrm>
            <a:off x="7429725" y="133404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48"/>
          <p:cNvSpPr txBox="1"/>
          <p:nvPr/>
        </p:nvSpPr>
        <p:spPr>
          <a:xfrm flipH="1">
            <a:off x="871900" y="1695425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01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47" name="Google Shape;1647;p48"/>
          <p:cNvSpPr txBox="1"/>
          <p:nvPr/>
        </p:nvSpPr>
        <p:spPr>
          <a:xfrm flipH="1">
            <a:off x="871950" y="1954276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Identifying objectives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8" name="Google Shape;1648;p48"/>
          <p:cNvSpPr txBox="1"/>
          <p:nvPr/>
        </p:nvSpPr>
        <p:spPr>
          <a:xfrm flipH="1">
            <a:off x="2835817" y="1695425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02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49" name="Google Shape;1649;p48"/>
          <p:cNvSpPr txBox="1"/>
          <p:nvPr/>
        </p:nvSpPr>
        <p:spPr>
          <a:xfrm flipH="1">
            <a:off x="2834613" y="1954279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Research and preparation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0" name="Google Shape;1650;p48"/>
          <p:cNvSpPr txBox="1"/>
          <p:nvPr/>
        </p:nvSpPr>
        <p:spPr>
          <a:xfrm flipH="1">
            <a:off x="4799733" y="1695425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03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51" name="Google Shape;1651;p48"/>
          <p:cNvSpPr txBox="1"/>
          <p:nvPr/>
        </p:nvSpPr>
        <p:spPr>
          <a:xfrm flipH="1">
            <a:off x="4799800" y="1954276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Developing strategies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2" name="Google Shape;1652;p48"/>
          <p:cNvSpPr txBox="1"/>
          <p:nvPr/>
        </p:nvSpPr>
        <p:spPr>
          <a:xfrm flipH="1">
            <a:off x="6763650" y="1695425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04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53" name="Google Shape;1653;p48"/>
          <p:cNvSpPr txBox="1"/>
          <p:nvPr/>
        </p:nvSpPr>
        <p:spPr>
          <a:xfrm flipH="1">
            <a:off x="6763700" y="1954276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Plans of action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54" name="Google Shape;1654;p48"/>
          <p:cNvCxnSpPr>
            <a:stCxn id="1642" idx="3"/>
            <a:endCxn id="1643" idx="1"/>
          </p:cNvCxnSpPr>
          <p:nvPr/>
        </p:nvCxnSpPr>
        <p:spPr>
          <a:xfrm>
            <a:off x="1714425" y="1422247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5" name="Google Shape;1655;p48"/>
          <p:cNvCxnSpPr>
            <a:stCxn id="1643" idx="3"/>
            <a:endCxn id="1644" idx="1"/>
          </p:cNvCxnSpPr>
          <p:nvPr/>
        </p:nvCxnSpPr>
        <p:spPr>
          <a:xfrm>
            <a:off x="3678325" y="1422247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48"/>
          <p:cNvCxnSpPr>
            <a:stCxn id="1644" idx="3"/>
            <a:endCxn id="1645" idx="1"/>
          </p:cNvCxnSpPr>
          <p:nvPr/>
        </p:nvCxnSpPr>
        <p:spPr>
          <a:xfrm>
            <a:off x="5642225" y="1422247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48"/>
          <p:cNvCxnSpPr>
            <a:stCxn id="1642" idx="2"/>
            <a:endCxn id="1646" idx="0"/>
          </p:cNvCxnSpPr>
          <p:nvPr/>
        </p:nvCxnSpPr>
        <p:spPr>
          <a:xfrm>
            <a:off x="1626225" y="151044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48"/>
          <p:cNvCxnSpPr>
            <a:stCxn id="1643" idx="2"/>
            <a:endCxn id="1648" idx="0"/>
          </p:cNvCxnSpPr>
          <p:nvPr/>
        </p:nvCxnSpPr>
        <p:spPr>
          <a:xfrm>
            <a:off x="3590125" y="151044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9" name="Google Shape;1659;p48"/>
          <p:cNvCxnSpPr>
            <a:stCxn id="1644" idx="2"/>
            <a:endCxn id="1650" idx="0"/>
          </p:cNvCxnSpPr>
          <p:nvPr/>
        </p:nvCxnSpPr>
        <p:spPr>
          <a:xfrm>
            <a:off x="5554025" y="151044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48"/>
          <p:cNvCxnSpPr>
            <a:stCxn id="1645" idx="2"/>
            <a:endCxn id="1652" idx="0"/>
          </p:cNvCxnSpPr>
          <p:nvPr/>
        </p:nvCxnSpPr>
        <p:spPr>
          <a:xfrm>
            <a:off x="7517925" y="151044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1" name="Google Shape;1661;p48"/>
          <p:cNvSpPr/>
          <p:nvPr/>
        </p:nvSpPr>
        <p:spPr>
          <a:xfrm>
            <a:off x="1538025" y="293989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48"/>
          <p:cNvSpPr/>
          <p:nvPr/>
        </p:nvSpPr>
        <p:spPr>
          <a:xfrm>
            <a:off x="3501925" y="293989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48"/>
          <p:cNvSpPr/>
          <p:nvPr/>
        </p:nvSpPr>
        <p:spPr>
          <a:xfrm>
            <a:off x="5465825" y="293989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48"/>
          <p:cNvSpPr/>
          <p:nvPr/>
        </p:nvSpPr>
        <p:spPr>
          <a:xfrm>
            <a:off x="7429725" y="2939897"/>
            <a:ext cx="176400" cy="17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48"/>
          <p:cNvSpPr txBox="1"/>
          <p:nvPr/>
        </p:nvSpPr>
        <p:spPr>
          <a:xfrm flipH="1">
            <a:off x="871900" y="3301277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05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66" name="Google Shape;1666;p48"/>
          <p:cNvSpPr txBox="1"/>
          <p:nvPr/>
        </p:nvSpPr>
        <p:spPr>
          <a:xfrm flipH="1">
            <a:off x="871950" y="3560125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Measuring progress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7" name="Google Shape;1667;p48"/>
          <p:cNvSpPr txBox="1"/>
          <p:nvPr/>
        </p:nvSpPr>
        <p:spPr>
          <a:xfrm flipH="1">
            <a:off x="2834598" y="3301275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06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68" name="Google Shape;1668;p48"/>
          <p:cNvSpPr txBox="1"/>
          <p:nvPr/>
        </p:nvSpPr>
        <p:spPr>
          <a:xfrm flipH="1">
            <a:off x="2834613" y="3560126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Continuous improvement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9" name="Google Shape;1669;p48"/>
          <p:cNvSpPr txBox="1"/>
          <p:nvPr/>
        </p:nvSpPr>
        <p:spPr>
          <a:xfrm flipH="1">
            <a:off x="4799750" y="3301277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07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70" name="Google Shape;1670;p48"/>
          <p:cNvSpPr txBox="1"/>
          <p:nvPr/>
        </p:nvSpPr>
        <p:spPr>
          <a:xfrm flipH="1">
            <a:off x="4799800" y="3560125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Analyzing outcomes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1" name="Google Shape;1671;p48"/>
          <p:cNvSpPr txBox="1"/>
          <p:nvPr/>
        </p:nvSpPr>
        <p:spPr>
          <a:xfrm flipH="1">
            <a:off x="6763650" y="3301277"/>
            <a:ext cx="15084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rPr>
              <a:t>Step 08</a:t>
            </a:r>
            <a:endParaRPr sz="2000">
              <a:solidFill>
                <a:schemeClr val="dk1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72" name="Google Shape;1672;p48"/>
          <p:cNvSpPr txBox="1"/>
          <p:nvPr/>
        </p:nvSpPr>
        <p:spPr>
          <a:xfrm flipH="1">
            <a:off x="6763700" y="3560125"/>
            <a:ext cx="1508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Focusing on the future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673" name="Google Shape;1673;p48"/>
          <p:cNvCxnSpPr>
            <a:stCxn id="1661" idx="3"/>
            <a:endCxn id="1662" idx="1"/>
          </p:cNvCxnSpPr>
          <p:nvPr/>
        </p:nvCxnSpPr>
        <p:spPr>
          <a:xfrm>
            <a:off x="1714425" y="3028097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4" name="Google Shape;1674;p48"/>
          <p:cNvCxnSpPr>
            <a:stCxn id="1662" idx="3"/>
            <a:endCxn id="1663" idx="1"/>
          </p:cNvCxnSpPr>
          <p:nvPr/>
        </p:nvCxnSpPr>
        <p:spPr>
          <a:xfrm>
            <a:off x="3678325" y="3028097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48"/>
          <p:cNvCxnSpPr>
            <a:stCxn id="1663" idx="3"/>
            <a:endCxn id="1664" idx="1"/>
          </p:cNvCxnSpPr>
          <p:nvPr/>
        </p:nvCxnSpPr>
        <p:spPr>
          <a:xfrm>
            <a:off x="5642225" y="3028097"/>
            <a:ext cx="178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48"/>
          <p:cNvCxnSpPr>
            <a:stCxn id="1661" idx="2"/>
            <a:endCxn id="1665" idx="0"/>
          </p:cNvCxnSpPr>
          <p:nvPr/>
        </p:nvCxnSpPr>
        <p:spPr>
          <a:xfrm>
            <a:off x="1626225" y="311629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7" name="Google Shape;1677;p48"/>
          <p:cNvCxnSpPr>
            <a:stCxn id="1662" idx="2"/>
            <a:endCxn id="1667" idx="0"/>
          </p:cNvCxnSpPr>
          <p:nvPr/>
        </p:nvCxnSpPr>
        <p:spPr>
          <a:xfrm flipH="1">
            <a:off x="3588925" y="3116297"/>
            <a:ext cx="120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48"/>
          <p:cNvCxnSpPr>
            <a:stCxn id="1663" idx="2"/>
            <a:endCxn id="1669" idx="0"/>
          </p:cNvCxnSpPr>
          <p:nvPr/>
        </p:nvCxnSpPr>
        <p:spPr>
          <a:xfrm>
            <a:off x="5554025" y="311629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48"/>
          <p:cNvCxnSpPr>
            <a:stCxn id="1664" idx="2"/>
            <a:endCxn id="1671" idx="0"/>
          </p:cNvCxnSpPr>
          <p:nvPr/>
        </p:nvCxnSpPr>
        <p:spPr>
          <a:xfrm>
            <a:off x="7517925" y="3116297"/>
            <a:ext cx="0" cy="18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48"/>
          <p:cNvCxnSpPr>
            <a:stCxn id="1645" idx="3"/>
            <a:endCxn id="1661" idx="1"/>
          </p:cNvCxnSpPr>
          <p:nvPr/>
        </p:nvCxnSpPr>
        <p:spPr>
          <a:xfrm flipH="1">
            <a:off x="1538025" y="1422247"/>
            <a:ext cx="6068100" cy="1605900"/>
          </a:xfrm>
          <a:prstGeom prst="bentConnector5">
            <a:avLst>
              <a:gd fmla="val -12131" name="adj1"/>
              <a:gd fmla="val 74128" name="adj2"/>
              <a:gd fmla="val 110396" name="adj3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49"/>
          <p:cNvGrpSpPr/>
          <p:nvPr/>
        </p:nvGrpSpPr>
        <p:grpSpPr>
          <a:xfrm>
            <a:off x="-124" y="2230441"/>
            <a:ext cx="9144021" cy="3504919"/>
            <a:chOff x="-124" y="2078041"/>
            <a:chExt cx="9144021" cy="3504919"/>
          </a:xfrm>
        </p:grpSpPr>
        <p:grpSp>
          <p:nvGrpSpPr>
            <p:cNvPr id="1686" name="Google Shape;1686;p49"/>
            <p:cNvGrpSpPr/>
            <p:nvPr/>
          </p:nvGrpSpPr>
          <p:grpSpPr>
            <a:xfrm>
              <a:off x="-124" y="2078041"/>
              <a:ext cx="9144015" cy="3504919"/>
              <a:chOff x="-124" y="2078041"/>
              <a:chExt cx="9144015" cy="3504919"/>
            </a:xfrm>
          </p:grpSpPr>
          <p:grpSp>
            <p:nvGrpSpPr>
              <p:cNvPr id="1687" name="Google Shape;1687;p49"/>
              <p:cNvGrpSpPr/>
              <p:nvPr/>
            </p:nvGrpSpPr>
            <p:grpSpPr>
              <a:xfrm>
                <a:off x="-124" y="2078041"/>
                <a:ext cx="9143915" cy="3504919"/>
                <a:chOff x="5983798" y="3202809"/>
                <a:chExt cx="1955876" cy="749699"/>
              </a:xfrm>
            </p:grpSpPr>
            <p:sp>
              <p:nvSpPr>
                <p:cNvPr id="1688" name="Google Shape;1688;p49"/>
                <p:cNvSpPr/>
                <p:nvPr/>
              </p:nvSpPr>
              <p:spPr>
                <a:xfrm>
                  <a:off x="5983798" y="3202809"/>
                  <a:ext cx="1955876" cy="749699"/>
                </a:xfrm>
                <a:custGeom>
                  <a:rect b="b" l="l" r="r" t="t"/>
                  <a:pathLst>
                    <a:path extrusionOk="0" h="497313" w="1297430">
                      <a:moveTo>
                        <a:pt x="22" y="497313"/>
                      </a:moveTo>
                      <a:lnTo>
                        <a:pt x="22" y="75292"/>
                      </a:lnTo>
                      <a:cubicBezTo>
                        <a:pt x="8217" y="74827"/>
                        <a:pt x="16467" y="75421"/>
                        <a:pt x="24499" y="77130"/>
                      </a:cubicBezTo>
                      <a:cubicBezTo>
                        <a:pt x="50578" y="82687"/>
                        <a:pt x="73932" y="99900"/>
                        <a:pt x="86949" y="123167"/>
                      </a:cubicBezTo>
                      <a:cubicBezTo>
                        <a:pt x="96064" y="113631"/>
                        <a:pt x="114930" y="117869"/>
                        <a:pt x="119093" y="130389"/>
                      </a:cubicBezTo>
                      <a:cubicBezTo>
                        <a:pt x="122077" y="115717"/>
                        <a:pt x="143377" y="108960"/>
                        <a:pt x="154275" y="119210"/>
                      </a:cubicBezTo>
                      <a:cubicBezTo>
                        <a:pt x="167822" y="91899"/>
                        <a:pt x="199674" y="74935"/>
                        <a:pt x="229894" y="78935"/>
                      </a:cubicBezTo>
                      <a:cubicBezTo>
                        <a:pt x="260113" y="82936"/>
                        <a:pt x="286461" y="107597"/>
                        <a:pt x="292441" y="137493"/>
                      </a:cubicBezTo>
                      <a:cubicBezTo>
                        <a:pt x="326531" y="119080"/>
                        <a:pt x="368318" y="99835"/>
                        <a:pt x="407069" y="100072"/>
                      </a:cubicBezTo>
                      <a:cubicBezTo>
                        <a:pt x="445819" y="100310"/>
                        <a:pt x="486742" y="121070"/>
                        <a:pt x="499835" y="157538"/>
                      </a:cubicBezTo>
                      <a:cubicBezTo>
                        <a:pt x="513382" y="149429"/>
                        <a:pt x="533612" y="157170"/>
                        <a:pt x="538272" y="172253"/>
                      </a:cubicBezTo>
                      <a:cubicBezTo>
                        <a:pt x="547916" y="158457"/>
                        <a:pt x="565593" y="152965"/>
                        <a:pt x="582384" y="154208"/>
                      </a:cubicBezTo>
                      <a:cubicBezTo>
                        <a:pt x="599175" y="155440"/>
                        <a:pt x="614971" y="166036"/>
                        <a:pt x="622496" y="181097"/>
                      </a:cubicBezTo>
                      <a:cubicBezTo>
                        <a:pt x="635406" y="158663"/>
                        <a:pt x="669495" y="152229"/>
                        <a:pt x="689692" y="168426"/>
                      </a:cubicBezTo>
                      <a:cubicBezTo>
                        <a:pt x="700493" y="132876"/>
                        <a:pt x="745547" y="112431"/>
                        <a:pt x="779410" y="127719"/>
                      </a:cubicBezTo>
                      <a:cubicBezTo>
                        <a:pt x="784989" y="105987"/>
                        <a:pt x="800514" y="87023"/>
                        <a:pt x="820711" y="77270"/>
                      </a:cubicBezTo>
                      <a:cubicBezTo>
                        <a:pt x="840908" y="67518"/>
                        <a:pt x="865418" y="67139"/>
                        <a:pt x="885907" y="76276"/>
                      </a:cubicBezTo>
                      <a:cubicBezTo>
                        <a:pt x="881679" y="74394"/>
                        <a:pt x="907606" y="38769"/>
                        <a:pt x="911066" y="35547"/>
                      </a:cubicBezTo>
                      <a:cubicBezTo>
                        <a:pt x="923500" y="23957"/>
                        <a:pt x="937620" y="13923"/>
                        <a:pt x="953557" y="7771"/>
                      </a:cubicBezTo>
                      <a:cubicBezTo>
                        <a:pt x="992307" y="-7160"/>
                        <a:pt x="1033630" y="7436"/>
                        <a:pt x="1052357" y="45083"/>
                      </a:cubicBezTo>
                      <a:cubicBezTo>
                        <a:pt x="1064347" y="31395"/>
                        <a:pt x="1091593" y="39947"/>
                        <a:pt x="1093604" y="58047"/>
                      </a:cubicBezTo>
                      <a:cubicBezTo>
                        <a:pt x="1104394" y="38683"/>
                        <a:pt x="1127964" y="28670"/>
                        <a:pt x="1150085" y="30065"/>
                      </a:cubicBezTo>
                      <a:cubicBezTo>
                        <a:pt x="1172206" y="31460"/>
                        <a:pt x="1192749" y="42737"/>
                        <a:pt x="1209378" y="57387"/>
                      </a:cubicBezTo>
                      <a:cubicBezTo>
                        <a:pt x="1218071" y="22973"/>
                        <a:pt x="1262118" y="-3225"/>
                        <a:pt x="1297430" y="322"/>
                      </a:cubicBezTo>
                      <a:lnTo>
                        <a:pt x="1297430" y="497313"/>
                      </a:lnTo>
                      <a:lnTo>
                        <a:pt x="0" y="497313"/>
                      </a:lnTo>
                      <a:close/>
                    </a:path>
                  </a:pathLst>
                </a:custGeom>
                <a:solidFill>
                  <a:srgbClr val="FFFFFF">
                    <a:alpha val="498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9" name="Google Shape;1689;p49"/>
                <p:cNvSpPr/>
                <p:nvPr/>
              </p:nvSpPr>
              <p:spPr>
                <a:xfrm>
                  <a:off x="7670661" y="3375025"/>
                  <a:ext cx="146999" cy="57502"/>
                </a:xfrm>
                <a:custGeom>
                  <a:rect b="b" l="l" r="r" t="t"/>
                  <a:pathLst>
                    <a:path extrusionOk="0" h="38144" w="97512">
                      <a:moveTo>
                        <a:pt x="97513" y="5882"/>
                      </a:moveTo>
                      <a:cubicBezTo>
                        <a:pt x="93480" y="2876"/>
                        <a:pt x="87771" y="616"/>
                        <a:pt x="81349" y="119"/>
                      </a:cubicBezTo>
                      <a:cubicBezTo>
                        <a:pt x="74948" y="-411"/>
                        <a:pt x="67877" y="822"/>
                        <a:pt x="61606" y="3936"/>
                      </a:cubicBezTo>
                      <a:cubicBezTo>
                        <a:pt x="56860" y="6292"/>
                        <a:pt x="52708" y="9666"/>
                        <a:pt x="49475" y="13515"/>
                      </a:cubicBezTo>
                      <a:cubicBezTo>
                        <a:pt x="45702" y="12066"/>
                        <a:pt x="41636" y="11147"/>
                        <a:pt x="37463" y="10931"/>
                      </a:cubicBezTo>
                      <a:cubicBezTo>
                        <a:pt x="28587" y="10455"/>
                        <a:pt x="19839" y="13169"/>
                        <a:pt x="13201" y="17678"/>
                      </a:cubicBezTo>
                      <a:cubicBezTo>
                        <a:pt x="6498" y="22165"/>
                        <a:pt x="1946" y="28436"/>
                        <a:pt x="0" y="34317"/>
                      </a:cubicBezTo>
                      <a:lnTo>
                        <a:pt x="0" y="34317"/>
                      </a:lnTo>
                      <a:cubicBezTo>
                        <a:pt x="0" y="34317"/>
                        <a:pt x="0" y="34317"/>
                        <a:pt x="0" y="34317"/>
                      </a:cubicBezTo>
                      <a:cubicBezTo>
                        <a:pt x="5006" y="30630"/>
                        <a:pt x="10758" y="27376"/>
                        <a:pt x="17072" y="25181"/>
                      </a:cubicBezTo>
                      <a:cubicBezTo>
                        <a:pt x="23375" y="22975"/>
                        <a:pt x="30197" y="21829"/>
                        <a:pt x="36858" y="22176"/>
                      </a:cubicBezTo>
                      <a:cubicBezTo>
                        <a:pt x="39150" y="22305"/>
                        <a:pt x="41442" y="22619"/>
                        <a:pt x="43702" y="23073"/>
                      </a:cubicBezTo>
                      <a:cubicBezTo>
                        <a:pt x="45529" y="23441"/>
                        <a:pt x="47345" y="23905"/>
                        <a:pt x="49118" y="24467"/>
                      </a:cubicBezTo>
                      <a:cubicBezTo>
                        <a:pt x="51551" y="25235"/>
                        <a:pt x="53930" y="26176"/>
                        <a:pt x="56211" y="27257"/>
                      </a:cubicBezTo>
                      <a:cubicBezTo>
                        <a:pt x="62266" y="30111"/>
                        <a:pt x="67639" y="33949"/>
                        <a:pt x="72223" y="38145"/>
                      </a:cubicBezTo>
                      <a:lnTo>
                        <a:pt x="72223" y="38145"/>
                      </a:lnTo>
                      <a:cubicBezTo>
                        <a:pt x="72223" y="38145"/>
                        <a:pt x="72223" y="38145"/>
                        <a:pt x="72223" y="38145"/>
                      </a:cubicBezTo>
                      <a:cubicBezTo>
                        <a:pt x="70915" y="32090"/>
                        <a:pt x="67044" y="25376"/>
                        <a:pt x="60849" y="20208"/>
                      </a:cubicBezTo>
                      <a:cubicBezTo>
                        <a:pt x="59681" y="19213"/>
                        <a:pt x="58428" y="18283"/>
                        <a:pt x="57097" y="17418"/>
                      </a:cubicBezTo>
                      <a:cubicBezTo>
                        <a:pt x="59790" y="15418"/>
                        <a:pt x="62644" y="13623"/>
                        <a:pt x="65650" y="12120"/>
                      </a:cubicBezTo>
                      <a:cubicBezTo>
                        <a:pt x="70677" y="9634"/>
                        <a:pt x="76148" y="7936"/>
                        <a:pt x="81587" y="6963"/>
                      </a:cubicBezTo>
                      <a:cubicBezTo>
                        <a:pt x="87036" y="5979"/>
                        <a:pt x="92442" y="5752"/>
                        <a:pt x="97480" y="5871"/>
                      </a:cubicBezTo>
                      <a:lnTo>
                        <a:pt x="97480" y="5871"/>
                      </a:lnTo>
                      <a:lnTo>
                        <a:pt x="97480" y="587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0" name="Google Shape;1690;p49"/>
                <p:cNvSpPr/>
                <p:nvPr/>
              </p:nvSpPr>
              <p:spPr>
                <a:xfrm>
                  <a:off x="6687751" y="3559709"/>
                  <a:ext cx="156046" cy="51733"/>
                </a:xfrm>
                <a:custGeom>
                  <a:rect b="b" l="l" r="r" t="t"/>
                  <a:pathLst>
                    <a:path extrusionOk="0" h="34317" w="103513">
                      <a:moveTo>
                        <a:pt x="75273" y="8542"/>
                      </a:moveTo>
                      <a:cubicBezTo>
                        <a:pt x="69694" y="8845"/>
                        <a:pt x="64179" y="10261"/>
                        <a:pt x="59477" y="12531"/>
                      </a:cubicBezTo>
                      <a:cubicBezTo>
                        <a:pt x="58266" y="13115"/>
                        <a:pt x="57108" y="13742"/>
                        <a:pt x="56017" y="14423"/>
                      </a:cubicBezTo>
                      <a:cubicBezTo>
                        <a:pt x="51681" y="10477"/>
                        <a:pt x="46513" y="7082"/>
                        <a:pt x="40902" y="4628"/>
                      </a:cubicBezTo>
                      <a:cubicBezTo>
                        <a:pt x="33852" y="1557"/>
                        <a:pt x="26154" y="-32"/>
                        <a:pt x="18975" y="0"/>
                      </a:cubicBezTo>
                      <a:cubicBezTo>
                        <a:pt x="11774" y="0"/>
                        <a:pt x="5136" y="1611"/>
                        <a:pt x="0" y="4152"/>
                      </a:cubicBezTo>
                      <a:cubicBezTo>
                        <a:pt x="5698" y="5039"/>
                        <a:pt x="11818" y="6120"/>
                        <a:pt x="18045" y="7753"/>
                      </a:cubicBezTo>
                      <a:cubicBezTo>
                        <a:pt x="24273" y="9374"/>
                        <a:pt x="30609" y="11515"/>
                        <a:pt x="36739" y="14175"/>
                      </a:cubicBezTo>
                      <a:cubicBezTo>
                        <a:pt x="40934" y="16013"/>
                        <a:pt x="44999" y="18110"/>
                        <a:pt x="48892" y="20348"/>
                      </a:cubicBezTo>
                      <a:cubicBezTo>
                        <a:pt x="48665" y="20597"/>
                        <a:pt x="48438" y="20857"/>
                        <a:pt x="48232" y="21105"/>
                      </a:cubicBezTo>
                      <a:cubicBezTo>
                        <a:pt x="48675" y="20987"/>
                        <a:pt x="49140" y="20857"/>
                        <a:pt x="49583" y="20738"/>
                      </a:cubicBezTo>
                      <a:cubicBezTo>
                        <a:pt x="51141" y="21646"/>
                        <a:pt x="52665" y="22565"/>
                        <a:pt x="54146" y="23527"/>
                      </a:cubicBezTo>
                      <a:cubicBezTo>
                        <a:pt x="59574" y="26987"/>
                        <a:pt x="64526" y="30739"/>
                        <a:pt x="69056" y="34317"/>
                      </a:cubicBezTo>
                      <a:cubicBezTo>
                        <a:pt x="67499" y="29052"/>
                        <a:pt x="64364" y="23354"/>
                        <a:pt x="59801" y="18251"/>
                      </a:cubicBezTo>
                      <a:cubicBezTo>
                        <a:pt x="60298" y="18143"/>
                        <a:pt x="60795" y="18035"/>
                        <a:pt x="61304" y="17937"/>
                      </a:cubicBezTo>
                      <a:cubicBezTo>
                        <a:pt x="65931" y="17040"/>
                        <a:pt x="70796" y="16402"/>
                        <a:pt x="75683" y="16132"/>
                      </a:cubicBezTo>
                      <a:cubicBezTo>
                        <a:pt x="80570" y="15883"/>
                        <a:pt x="85469" y="16002"/>
                        <a:pt x="90171" y="16402"/>
                      </a:cubicBezTo>
                      <a:cubicBezTo>
                        <a:pt x="94875" y="16802"/>
                        <a:pt x="99361" y="17494"/>
                        <a:pt x="103514" y="18175"/>
                      </a:cubicBezTo>
                      <a:cubicBezTo>
                        <a:pt x="100529" y="15234"/>
                        <a:pt x="96345" y="12575"/>
                        <a:pt x="91415" y="10834"/>
                      </a:cubicBezTo>
                      <a:cubicBezTo>
                        <a:pt x="86495" y="9082"/>
                        <a:pt x="80862" y="8250"/>
                        <a:pt x="75283" y="854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1" name="Google Shape;1691;p49"/>
                <p:cNvSpPr/>
                <p:nvPr/>
              </p:nvSpPr>
              <p:spPr>
                <a:xfrm>
                  <a:off x="6559426" y="3443027"/>
                  <a:ext cx="99308" cy="42041"/>
                </a:xfrm>
                <a:custGeom>
                  <a:rect b="b" l="l" r="r" t="t"/>
                  <a:pathLst>
                    <a:path extrusionOk="0" h="27888" w="65876">
                      <a:moveTo>
                        <a:pt x="37777" y="1961"/>
                      </a:moveTo>
                      <a:cubicBezTo>
                        <a:pt x="30781" y="-169"/>
                        <a:pt x="23321" y="-515"/>
                        <a:pt x="16682" y="685"/>
                      </a:cubicBezTo>
                      <a:cubicBezTo>
                        <a:pt x="10023" y="1864"/>
                        <a:pt x="4195" y="4578"/>
                        <a:pt x="0" y="7908"/>
                      </a:cubicBezTo>
                      <a:cubicBezTo>
                        <a:pt x="5363" y="7605"/>
                        <a:pt x="11147" y="7486"/>
                        <a:pt x="17094" y="7962"/>
                      </a:cubicBezTo>
                      <a:cubicBezTo>
                        <a:pt x="23029" y="8437"/>
                        <a:pt x="29116" y="9497"/>
                        <a:pt x="34954" y="11259"/>
                      </a:cubicBezTo>
                      <a:cubicBezTo>
                        <a:pt x="40793" y="13044"/>
                        <a:pt x="46437" y="15530"/>
                        <a:pt x="51637" y="18438"/>
                      </a:cubicBezTo>
                      <a:cubicBezTo>
                        <a:pt x="56849" y="21336"/>
                        <a:pt x="61595" y="24655"/>
                        <a:pt x="65877" y="27888"/>
                      </a:cubicBezTo>
                      <a:cubicBezTo>
                        <a:pt x="64244" y="22785"/>
                        <a:pt x="60914" y="17292"/>
                        <a:pt x="56027" y="12611"/>
                      </a:cubicBezTo>
                      <a:cubicBezTo>
                        <a:pt x="51172" y="7918"/>
                        <a:pt x="44783" y="4069"/>
                        <a:pt x="37777" y="195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2" name="Google Shape;1692;p49"/>
                <p:cNvSpPr/>
                <p:nvPr/>
              </p:nvSpPr>
              <p:spPr>
                <a:xfrm>
                  <a:off x="6162295" y="3399991"/>
                  <a:ext cx="112328" cy="72444"/>
                </a:xfrm>
                <a:custGeom>
                  <a:rect b="b" l="l" r="r" t="t"/>
                  <a:pathLst>
                    <a:path extrusionOk="0" h="48056" w="74513">
                      <a:moveTo>
                        <a:pt x="25243" y="5523"/>
                      </a:moveTo>
                      <a:cubicBezTo>
                        <a:pt x="16615" y="10042"/>
                        <a:pt x="9620" y="17211"/>
                        <a:pt x="5371" y="25006"/>
                      </a:cubicBezTo>
                      <a:cubicBezTo>
                        <a:pt x="1046" y="32801"/>
                        <a:pt x="-522" y="41169"/>
                        <a:pt x="149" y="48057"/>
                      </a:cubicBezTo>
                      <a:cubicBezTo>
                        <a:pt x="3598" y="42035"/>
                        <a:pt x="7825" y="35947"/>
                        <a:pt x="13037" y="30487"/>
                      </a:cubicBezTo>
                      <a:cubicBezTo>
                        <a:pt x="18226" y="25028"/>
                        <a:pt x="24357" y="20194"/>
                        <a:pt x="31093" y="16648"/>
                      </a:cubicBezTo>
                      <a:cubicBezTo>
                        <a:pt x="37839" y="13123"/>
                        <a:pt x="45299" y="10821"/>
                        <a:pt x="52738" y="9664"/>
                      </a:cubicBezTo>
                      <a:cubicBezTo>
                        <a:pt x="60187" y="8485"/>
                        <a:pt x="67605" y="8453"/>
                        <a:pt x="74513" y="9047"/>
                      </a:cubicBezTo>
                      <a:cubicBezTo>
                        <a:pt x="69226" y="4582"/>
                        <a:pt x="61442" y="1122"/>
                        <a:pt x="52576" y="247"/>
                      </a:cubicBezTo>
                      <a:cubicBezTo>
                        <a:pt x="43742" y="-683"/>
                        <a:pt x="33882" y="1003"/>
                        <a:pt x="25254" y="553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3" name="Google Shape;1693;p49"/>
                <p:cNvSpPr/>
                <p:nvPr/>
              </p:nvSpPr>
              <p:spPr>
                <a:xfrm>
                  <a:off x="7776339" y="3295485"/>
                  <a:ext cx="118428" cy="63708"/>
                </a:xfrm>
                <a:custGeom>
                  <a:rect b="b" l="l" r="r" t="t"/>
                  <a:pathLst>
                    <a:path extrusionOk="0" h="42261" w="78559">
                      <a:moveTo>
                        <a:pt x="30090" y="3101"/>
                      </a:moveTo>
                      <a:cubicBezTo>
                        <a:pt x="20975" y="6539"/>
                        <a:pt x="13169" y="12799"/>
                        <a:pt x="7990" y="20022"/>
                      </a:cubicBezTo>
                      <a:cubicBezTo>
                        <a:pt x="2757" y="27233"/>
                        <a:pt x="173" y="35353"/>
                        <a:pt x="0" y="42262"/>
                      </a:cubicBezTo>
                      <a:cubicBezTo>
                        <a:pt x="4152" y="36704"/>
                        <a:pt x="9093" y="31179"/>
                        <a:pt x="14931" y="26389"/>
                      </a:cubicBezTo>
                      <a:cubicBezTo>
                        <a:pt x="20748" y="21600"/>
                        <a:pt x="27419" y="17556"/>
                        <a:pt x="34533" y="14853"/>
                      </a:cubicBezTo>
                      <a:cubicBezTo>
                        <a:pt x="41658" y="12172"/>
                        <a:pt x="49335" y="10799"/>
                        <a:pt x="56871" y="10550"/>
                      </a:cubicBezTo>
                      <a:cubicBezTo>
                        <a:pt x="64417" y="10280"/>
                        <a:pt x="71769" y="11156"/>
                        <a:pt x="78560" y="12583"/>
                      </a:cubicBezTo>
                      <a:cubicBezTo>
                        <a:pt x="73856" y="7512"/>
                        <a:pt x="66558" y="3122"/>
                        <a:pt x="57854" y="1176"/>
                      </a:cubicBezTo>
                      <a:cubicBezTo>
                        <a:pt x="49194" y="-813"/>
                        <a:pt x="39204" y="-348"/>
                        <a:pt x="30090" y="310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94" name="Google Shape;1694;p49"/>
              <p:cNvGrpSpPr/>
              <p:nvPr/>
            </p:nvGrpSpPr>
            <p:grpSpPr>
              <a:xfrm>
                <a:off x="7320964" y="2744708"/>
                <a:ext cx="1822927" cy="1182758"/>
                <a:chOff x="7493260" y="2493663"/>
                <a:chExt cx="785677" cy="509765"/>
              </a:xfrm>
            </p:grpSpPr>
            <p:sp>
              <p:nvSpPr>
                <p:cNvPr id="1695" name="Google Shape;1695;p49"/>
                <p:cNvSpPr/>
                <p:nvPr/>
              </p:nvSpPr>
              <p:spPr>
                <a:xfrm>
                  <a:off x="7493260" y="2493663"/>
                  <a:ext cx="785677" cy="509765"/>
                </a:xfrm>
                <a:custGeom>
                  <a:rect b="b" l="l" r="r" t="t"/>
                  <a:pathLst>
                    <a:path extrusionOk="0" h="167824" w="258659">
                      <a:moveTo>
                        <a:pt x="59548" y="139183"/>
                      </a:moveTo>
                      <a:cubicBezTo>
                        <a:pt x="60239" y="134286"/>
                        <a:pt x="67105" y="131604"/>
                        <a:pt x="70933" y="134729"/>
                      </a:cubicBezTo>
                      <a:cubicBezTo>
                        <a:pt x="73809" y="125603"/>
                        <a:pt x="86221" y="121106"/>
                        <a:pt x="94275" y="126263"/>
                      </a:cubicBezTo>
                      <a:cubicBezTo>
                        <a:pt x="92643" y="109440"/>
                        <a:pt x="106807" y="93578"/>
                        <a:pt x="123403" y="90400"/>
                      </a:cubicBezTo>
                      <a:cubicBezTo>
                        <a:pt x="139999" y="87221"/>
                        <a:pt x="157428" y="95006"/>
                        <a:pt x="168824" y="107483"/>
                      </a:cubicBezTo>
                      <a:cubicBezTo>
                        <a:pt x="168910" y="102304"/>
                        <a:pt x="171948" y="97265"/>
                        <a:pt x="176500" y="94779"/>
                      </a:cubicBezTo>
                      <a:cubicBezTo>
                        <a:pt x="181052" y="92292"/>
                        <a:pt x="186923" y="92433"/>
                        <a:pt x="191334" y="95136"/>
                      </a:cubicBezTo>
                      <a:cubicBezTo>
                        <a:pt x="191702" y="87070"/>
                        <a:pt x="197724" y="79588"/>
                        <a:pt x="205530" y="77501"/>
                      </a:cubicBezTo>
                      <a:cubicBezTo>
                        <a:pt x="213326" y="75415"/>
                        <a:pt x="222289" y="78875"/>
                        <a:pt x="226646" y="85675"/>
                      </a:cubicBezTo>
                      <a:cubicBezTo>
                        <a:pt x="226732" y="73242"/>
                        <a:pt x="238269" y="63705"/>
                        <a:pt x="250075" y="59813"/>
                      </a:cubicBezTo>
                      <a:cubicBezTo>
                        <a:pt x="252876" y="58894"/>
                        <a:pt x="255751" y="58191"/>
                        <a:pt x="258660" y="57705"/>
                      </a:cubicBezTo>
                      <a:lnTo>
                        <a:pt x="258660" y="1"/>
                      </a:lnTo>
                      <a:cubicBezTo>
                        <a:pt x="249945" y="-63"/>
                        <a:pt x="241220" y="2056"/>
                        <a:pt x="233609" y="6294"/>
                      </a:cubicBezTo>
                      <a:cubicBezTo>
                        <a:pt x="220386" y="13657"/>
                        <a:pt x="210817" y="27258"/>
                        <a:pt x="208352" y="42190"/>
                      </a:cubicBezTo>
                      <a:cubicBezTo>
                        <a:pt x="204990" y="38092"/>
                        <a:pt x="199173" y="36189"/>
                        <a:pt x="194037" y="37486"/>
                      </a:cubicBezTo>
                      <a:cubicBezTo>
                        <a:pt x="188901" y="38784"/>
                        <a:pt x="184696" y="43239"/>
                        <a:pt x="183690" y="48439"/>
                      </a:cubicBezTo>
                      <a:cubicBezTo>
                        <a:pt x="181928" y="43703"/>
                        <a:pt x="177268" y="40189"/>
                        <a:pt x="172229" y="39789"/>
                      </a:cubicBezTo>
                      <a:cubicBezTo>
                        <a:pt x="167191" y="39389"/>
                        <a:pt x="162034" y="42125"/>
                        <a:pt x="159547" y="46525"/>
                      </a:cubicBezTo>
                      <a:cubicBezTo>
                        <a:pt x="152000" y="36232"/>
                        <a:pt x="130571" y="36232"/>
                        <a:pt x="118927" y="41444"/>
                      </a:cubicBezTo>
                      <a:cubicBezTo>
                        <a:pt x="107282" y="46655"/>
                        <a:pt x="99314" y="58116"/>
                        <a:pt x="95670" y="70344"/>
                      </a:cubicBezTo>
                      <a:cubicBezTo>
                        <a:pt x="92027" y="82572"/>
                        <a:pt x="92199" y="95590"/>
                        <a:pt x="93130" y="108315"/>
                      </a:cubicBezTo>
                      <a:cubicBezTo>
                        <a:pt x="86242" y="106272"/>
                        <a:pt x="78750" y="104802"/>
                        <a:pt x="71982" y="107213"/>
                      </a:cubicBezTo>
                      <a:cubicBezTo>
                        <a:pt x="65213" y="109624"/>
                        <a:pt x="59850" y="117203"/>
                        <a:pt x="62229" y="123971"/>
                      </a:cubicBezTo>
                      <a:cubicBezTo>
                        <a:pt x="48281" y="118003"/>
                        <a:pt x="31307" y="119797"/>
                        <a:pt x="18905" y="128545"/>
                      </a:cubicBezTo>
                      <a:cubicBezTo>
                        <a:pt x="6504" y="137291"/>
                        <a:pt x="-870" y="152688"/>
                        <a:pt x="82" y="167824"/>
                      </a:cubicBezTo>
                      <a:cubicBezTo>
                        <a:pt x="3931" y="166689"/>
                        <a:pt x="7780" y="165586"/>
                        <a:pt x="11618" y="164483"/>
                      </a:cubicBezTo>
                      <a:cubicBezTo>
                        <a:pt x="15294" y="157477"/>
                        <a:pt x="19219" y="150676"/>
                        <a:pt x="24776" y="145108"/>
                      </a:cubicBezTo>
                      <a:cubicBezTo>
                        <a:pt x="33848" y="136015"/>
                        <a:pt x="49320" y="131398"/>
                        <a:pt x="59548" y="13917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6" name="Google Shape;1696;p49"/>
                <p:cNvSpPr/>
                <p:nvPr/>
              </p:nvSpPr>
              <p:spPr>
                <a:xfrm>
                  <a:off x="7528504" y="2668884"/>
                  <a:ext cx="750354" cy="324372"/>
                </a:xfrm>
                <a:custGeom>
                  <a:rect b="b" l="l" r="r" t="t"/>
                  <a:pathLst>
                    <a:path extrusionOk="0" h="106789" w="247030">
                      <a:moveTo>
                        <a:pt x="238457" y="2108"/>
                      </a:moveTo>
                      <a:cubicBezTo>
                        <a:pt x="226651" y="6000"/>
                        <a:pt x="215114" y="15537"/>
                        <a:pt x="215028" y="27971"/>
                      </a:cubicBezTo>
                      <a:cubicBezTo>
                        <a:pt x="210670" y="21180"/>
                        <a:pt x="201707" y="17710"/>
                        <a:pt x="193912" y="19797"/>
                      </a:cubicBezTo>
                      <a:cubicBezTo>
                        <a:pt x="186117" y="21883"/>
                        <a:pt x="180094" y="29376"/>
                        <a:pt x="179716" y="37431"/>
                      </a:cubicBezTo>
                      <a:cubicBezTo>
                        <a:pt x="175294" y="34717"/>
                        <a:pt x="169423" y="34576"/>
                        <a:pt x="164882" y="37074"/>
                      </a:cubicBezTo>
                      <a:cubicBezTo>
                        <a:pt x="160341" y="39572"/>
                        <a:pt x="157303" y="44599"/>
                        <a:pt x="157206" y="49778"/>
                      </a:cubicBezTo>
                      <a:cubicBezTo>
                        <a:pt x="145810" y="37290"/>
                        <a:pt x="128392" y="29516"/>
                        <a:pt x="111785" y="32695"/>
                      </a:cubicBezTo>
                      <a:cubicBezTo>
                        <a:pt x="95188" y="35874"/>
                        <a:pt x="81024" y="51735"/>
                        <a:pt x="82657" y="68558"/>
                      </a:cubicBezTo>
                      <a:cubicBezTo>
                        <a:pt x="74602" y="63401"/>
                        <a:pt x="62190" y="67910"/>
                        <a:pt x="59315" y="77024"/>
                      </a:cubicBezTo>
                      <a:cubicBezTo>
                        <a:pt x="55487" y="73900"/>
                        <a:pt x="48621" y="76581"/>
                        <a:pt x="47929" y="81478"/>
                      </a:cubicBezTo>
                      <a:cubicBezTo>
                        <a:pt x="37701" y="73705"/>
                        <a:pt x="22229" y="78321"/>
                        <a:pt x="13158" y="87414"/>
                      </a:cubicBezTo>
                      <a:cubicBezTo>
                        <a:pt x="7601" y="92983"/>
                        <a:pt x="3665" y="99783"/>
                        <a:pt x="0" y="106789"/>
                      </a:cubicBezTo>
                      <a:cubicBezTo>
                        <a:pt x="81630" y="83317"/>
                        <a:pt x="163455" y="66839"/>
                        <a:pt x="247031" y="53043"/>
                      </a:cubicBezTo>
                      <a:lnTo>
                        <a:pt x="247031" y="0"/>
                      </a:lnTo>
                      <a:cubicBezTo>
                        <a:pt x="244122" y="486"/>
                        <a:pt x="241257" y="1189"/>
                        <a:pt x="238446" y="21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7" name="Google Shape;1697;p49"/>
                <p:cNvSpPr/>
                <p:nvPr/>
              </p:nvSpPr>
              <p:spPr>
                <a:xfrm>
                  <a:off x="7493260" y="2493663"/>
                  <a:ext cx="785677" cy="509765"/>
                </a:xfrm>
                <a:custGeom>
                  <a:rect b="b" l="l" r="r" t="t"/>
                  <a:pathLst>
                    <a:path extrusionOk="0" h="167824" w="258659">
                      <a:moveTo>
                        <a:pt x="59548" y="139183"/>
                      </a:moveTo>
                      <a:cubicBezTo>
                        <a:pt x="60239" y="134286"/>
                        <a:pt x="67105" y="131604"/>
                        <a:pt x="70933" y="134729"/>
                      </a:cubicBezTo>
                      <a:cubicBezTo>
                        <a:pt x="73809" y="125603"/>
                        <a:pt x="86221" y="121106"/>
                        <a:pt x="94275" y="126263"/>
                      </a:cubicBezTo>
                      <a:cubicBezTo>
                        <a:pt x="92643" y="109440"/>
                        <a:pt x="106807" y="93578"/>
                        <a:pt x="123403" y="90400"/>
                      </a:cubicBezTo>
                      <a:cubicBezTo>
                        <a:pt x="139999" y="87221"/>
                        <a:pt x="157428" y="95006"/>
                        <a:pt x="168824" y="107483"/>
                      </a:cubicBezTo>
                      <a:cubicBezTo>
                        <a:pt x="168910" y="102304"/>
                        <a:pt x="171948" y="97265"/>
                        <a:pt x="176500" y="94779"/>
                      </a:cubicBezTo>
                      <a:cubicBezTo>
                        <a:pt x="181052" y="92292"/>
                        <a:pt x="186923" y="92433"/>
                        <a:pt x="191334" y="95136"/>
                      </a:cubicBezTo>
                      <a:cubicBezTo>
                        <a:pt x="191702" y="87070"/>
                        <a:pt x="197724" y="79588"/>
                        <a:pt x="205530" y="77501"/>
                      </a:cubicBezTo>
                      <a:cubicBezTo>
                        <a:pt x="213326" y="75415"/>
                        <a:pt x="222289" y="78875"/>
                        <a:pt x="226646" y="85675"/>
                      </a:cubicBezTo>
                      <a:cubicBezTo>
                        <a:pt x="226732" y="73242"/>
                        <a:pt x="238269" y="63705"/>
                        <a:pt x="250075" y="59813"/>
                      </a:cubicBezTo>
                      <a:cubicBezTo>
                        <a:pt x="252876" y="58894"/>
                        <a:pt x="255751" y="58191"/>
                        <a:pt x="258660" y="57705"/>
                      </a:cubicBezTo>
                      <a:lnTo>
                        <a:pt x="258660" y="1"/>
                      </a:lnTo>
                      <a:cubicBezTo>
                        <a:pt x="249945" y="-63"/>
                        <a:pt x="241220" y="2056"/>
                        <a:pt x="233609" y="6294"/>
                      </a:cubicBezTo>
                      <a:cubicBezTo>
                        <a:pt x="220386" y="13657"/>
                        <a:pt x="210817" y="27258"/>
                        <a:pt x="208352" y="42190"/>
                      </a:cubicBezTo>
                      <a:cubicBezTo>
                        <a:pt x="204990" y="38092"/>
                        <a:pt x="199173" y="36189"/>
                        <a:pt x="194037" y="37486"/>
                      </a:cubicBezTo>
                      <a:cubicBezTo>
                        <a:pt x="188901" y="38784"/>
                        <a:pt x="184696" y="43239"/>
                        <a:pt x="183690" y="48439"/>
                      </a:cubicBezTo>
                      <a:cubicBezTo>
                        <a:pt x="181928" y="43703"/>
                        <a:pt x="177268" y="40189"/>
                        <a:pt x="172229" y="39789"/>
                      </a:cubicBezTo>
                      <a:cubicBezTo>
                        <a:pt x="167191" y="39389"/>
                        <a:pt x="162034" y="42125"/>
                        <a:pt x="159547" y="46525"/>
                      </a:cubicBezTo>
                      <a:cubicBezTo>
                        <a:pt x="152000" y="36232"/>
                        <a:pt x="130571" y="36232"/>
                        <a:pt x="118927" y="41444"/>
                      </a:cubicBezTo>
                      <a:cubicBezTo>
                        <a:pt x="107282" y="46655"/>
                        <a:pt x="99314" y="58116"/>
                        <a:pt x="95670" y="70344"/>
                      </a:cubicBezTo>
                      <a:cubicBezTo>
                        <a:pt x="92027" y="82572"/>
                        <a:pt x="92199" y="95590"/>
                        <a:pt x="93130" y="108315"/>
                      </a:cubicBezTo>
                      <a:cubicBezTo>
                        <a:pt x="86242" y="106272"/>
                        <a:pt x="78750" y="104802"/>
                        <a:pt x="71982" y="107213"/>
                      </a:cubicBezTo>
                      <a:cubicBezTo>
                        <a:pt x="65213" y="109624"/>
                        <a:pt x="59850" y="117203"/>
                        <a:pt x="62229" y="123971"/>
                      </a:cubicBezTo>
                      <a:cubicBezTo>
                        <a:pt x="48281" y="118003"/>
                        <a:pt x="31307" y="119797"/>
                        <a:pt x="18905" y="128545"/>
                      </a:cubicBezTo>
                      <a:cubicBezTo>
                        <a:pt x="6504" y="137291"/>
                        <a:pt x="-870" y="152688"/>
                        <a:pt x="82" y="167824"/>
                      </a:cubicBezTo>
                      <a:cubicBezTo>
                        <a:pt x="3931" y="166689"/>
                        <a:pt x="7780" y="165586"/>
                        <a:pt x="11618" y="164483"/>
                      </a:cubicBezTo>
                      <a:cubicBezTo>
                        <a:pt x="15294" y="157477"/>
                        <a:pt x="19219" y="150676"/>
                        <a:pt x="24776" y="145108"/>
                      </a:cubicBezTo>
                      <a:cubicBezTo>
                        <a:pt x="33848" y="136015"/>
                        <a:pt x="49320" y="131398"/>
                        <a:pt x="59548" y="139173"/>
                      </a:cubicBezTo>
                      <a:close/>
                    </a:path>
                  </a:pathLst>
                </a:custGeom>
                <a:solidFill>
                  <a:srgbClr val="496958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98" name="Google Shape;1698;p49"/>
              <p:cNvGrpSpPr/>
              <p:nvPr/>
            </p:nvGrpSpPr>
            <p:grpSpPr>
              <a:xfrm>
                <a:off x="3391341" y="3770136"/>
                <a:ext cx="2080503" cy="845671"/>
                <a:chOff x="5808977" y="2935620"/>
                <a:chExt cx="896691" cy="364482"/>
              </a:xfrm>
            </p:grpSpPr>
            <p:sp>
              <p:nvSpPr>
                <p:cNvPr id="1699" name="Google Shape;1699;p49"/>
                <p:cNvSpPr/>
                <p:nvPr/>
              </p:nvSpPr>
              <p:spPr>
                <a:xfrm>
                  <a:off x="5808977" y="2935620"/>
                  <a:ext cx="896691" cy="364482"/>
                </a:xfrm>
                <a:custGeom>
                  <a:rect b="b" l="l" r="r" t="t"/>
                  <a:pathLst>
                    <a:path extrusionOk="0" h="119994" w="295207">
                      <a:moveTo>
                        <a:pt x="291695" y="97603"/>
                      </a:moveTo>
                      <a:cubicBezTo>
                        <a:pt x="287824" y="90910"/>
                        <a:pt x="280861" y="86099"/>
                        <a:pt x="273228" y="84844"/>
                      </a:cubicBezTo>
                      <a:cubicBezTo>
                        <a:pt x="276569" y="73827"/>
                        <a:pt x="268968" y="60766"/>
                        <a:pt x="257734" y="58248"/>
                      </a:cubicBezTo>
                      <a:cubicBezTo>
                        <a:pt x="260632" y="52842"/>
                        <a:pt x="257908" y="45208"/>
                        <a:pt x="252242" y="42862"/>
                      </a:cubicBezTo>
                      <a:cubicBezTo>
                        <a:pt x="246577" y="40516"/>
                        <a:pt x="235797" y="43186"/>
                        <a:pt x="234024" y="49057"/>
                      </a:cubicBezTo>
                      <a:cubicBezTo>
                        <a:pt x="228369" y="37002"/>
                        <a:pt x="209578" y="34104"/>
                        <a:pt x="200550" y="43900"/>
                      </a:cubicBezTo>
                      <a:cubicBezTo>
                        <a:pt x="199480" y="24157"/>
                        <a:pt x="184419" y="5982"/>
                        <a:pt x="165228" y="1247"/>
                      </a:cubicBezTo>
                      <a:cubicBezTo>
                        <a:pt x="146026" y="-3489"/>
                        <a:pt x="124250" y="5615"/>
                        <a:pt x="114131" y="22600"/>
                      </a:cubicBezTo>
                      <a:cubicBezTo>
                        <a:pt x="109352" y="17843"/>
                        <a:pt x="101870" y="16016"/>
                        <a:pt x="95437" y="18038"/>
                      </a:cubicBezTo>
                      <a:cubicBezTo>
                        <a:pt x="89004" y="20060"/>
                        <a:pt x="83911" y="25833"/>
                        <a:pt x="82711" y="32472"/>
                      </a:cubicBezTo>
                      <a:cubicBezTo>
                        <a:pt x="80224" y="27077"/>
                        <a:pt x="72343" y="25141"/>
                        <a:pt x="67639" y="28774"/>
                      </a:cubicBezTo>
                      <a:cubicBezTo>
                        <a:pt x="57022" y="19584"/>
                        <a:pt x="41593" y="16308"/>
                        <a:pt x="28154" y="20395"/>
                      </a:cubicBezTo>
                      <a:cubicBezTo>
                        <a:pt x="14715" y="24482"/>
                        <a:pt x="3719" y="35780"/>
                        <a:pt x="0" y="49328"/>
                      </a:cubicBezTo>
                      <a:cubicBezTo>
                        <a:pt x="8574" y="51631"/>
                        <a:pt x="17202" y="53868"/>
                        <a:pt x="25840" y="56064"/>
                      </a:cubicBezTo>
                      <a:cubicBezTo>
                        <a:pt x="43475" y="46668"/>
                        <a:pt x="64082" y="42808"/>
                        <a:pt x="83771" y="46376"/>
                      </a:cubicBezTo>
                      <a:cubicBezTo>
                        <a:pt x="87814" y="43338"/>
                        <a:pt x="94118" y="43922"/>
                        <a:pt x="97545" y="47641"/>
                      </a:cubicBezTo>
                      <a:cubicBezTo>
                        <a:pt x="99848" y="41716"/>
                        <a:pt x="106130" y="37575"/>
                        <a:pt x="112487" y="37802"/>
                      </a:cubicBezTo>
                      <a:cubicBezTo>
                        <a:pt x="118845" y="38029"/>
                        <a:pt x="124813" y="42603"/>
                        <a:pt x="126694" y="48679"/>
                      </a:cubicBezTo>
                      <a:cubicBezTo>
                        <a:pt x="137679" y="42072"/>
                        <a:pt x="151280" y="38829"/>
                        <a:pt x="163595" y="42419"/>
                      </a:cubicBezTo>
                      <a:cubicBezTo>
                        <a:pt x="175899" y="46008"/>
                        <a:pt x="186559" y="54928"/>
                        <a:pt x="192268" y="66410"/>
                      </a:cubicBezTo>
                      <a:cubicBezTo>
                        <a:pt x="198572" y="60615"/>
                        <a:pt x="210054" y="62161"/>
                        <a:pt x="214595" y="69416"/>
                      </a:cubicBezTo>
                      <a:cubicBezTo>
                        <a:pt x="231148" y="64615"/>
                        <a:pt x="249085" y="74908"/>
                        <a:pt x="258621" y="89267"/>
                      </a:cubicBezTo>
                      <a:cubicBezTo>
                        <a:pt x="263551" y="96684"/>
                        <a:pt x="266730" y="104966"/>
                        <a:pt x="269055" y="113583"/>
                      </a:cubicBezTo>
                      <a:cubicBezTo>
                        <a:pt x="277261" y="115680"/>
                        <a:pt x="285445" y="117799"/>
                        <a:pt x="293587" y="119994"/>
                      </a:cubicBezTo>
                      <a:cubicBezTo>
                        <a:pt x="296290" y="112750"/>
                        <a:pt x="295576" y="104317"/>
                        <a:pt x="291705" y="9762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0" name="Google Shape;1700;p49"/>
                <p:cNvSpPr/>
                <p:nvPr/>
              </p:nvSpPr>
              <p:spPr>
                <a:xfrm>
                  <a:off x="5887410" y="3050345"/>
                  <a:ext cx="738729" cy="230176"/>
                </a:xfrm>
                <a:custGeom>
                  <a:rect b="b" l="l" r="r" t="t"/>
                  <a:pathLst>
                    <a:path extrusionOk="0" h="75778" w="243203">
                      <a:moveTo>
                        <a:pt x="188754" y="31623"/>
                      </a:moveTo>
                      <a:cubicBezTo>
                        <a:pt x="184202" y="24357"/>
                        <a:pt x="172731" y="22812"/>
                        <a:pt x="166428" y="28617"/>
                      </a:cubicBezTo>
                      <a:cubicBezTo>
                        <a:pt x="160719" y="17135"/>
                        <a:pt x="150069" y="8226"/>
                        <a:pt x="137754" y="4626"/>
                      </a:cubicBezTo>
                      <a:cubicBezTo>
                        <a:pt x="125450" y="1036"/>
                        <a:pt x="111838" y="4269"/>
                        <a:pt x="100853" y="10886"/>
                      </a:cubicBezTo>
                      <a:cubicBezTo>
                        <a:pt x="98983" y="4810"/>
                        <a:pt x="93004" y="236"/>
                        <a:pt x="86646" y="9"/>
                      </a:cubicBezTo>
                      <a:cubicBezTo>
                        <a:pt x="80289" y="-218"/>
                        <a:pt x="74007" y="3923"/>
                        <a:pt x="71704" y="9848"/>
                      </a:cubicBezTo>
                      <a:cubicBezTo>
                        <a:pt x="68288" y="6129"/>
                        <a:pt x="61974" y="5545"/>
                        <a:pt x="57930" y="8583"/>
                      </a:cubicBezTo>
                      <a:cubicBezTo>
                        <a:pt x="38241" y="5015"/>
                        <a:pt x="17634" y="8875"/>
                        <a:pt x="0" y="18270"/>
                      </a:cubicBezTo>
                      <a:cubicBezTo>
                        <a:pt x="80257" y="38726"/>
                        <a:pt x="162968" y="55280"/>
                        <a:pt x="243203" y="75779"/>
                      </a:cubicBezTo>
                      <a:cubicBezTo>
                        <a:pt x="240878" y="67162"/>
                        <a:pt x="237700" y="58880"/>
                        <a:pt x="232769" y="51463"/>
                      </a:cubicBezTo>
                      <a:cubicBezTo>
                        <a:pt x="223233" y="37105"/>
                        <a:pt x="205297" y="26812"/>
                        <a:pt x="188743" y="3161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1" name="Google Shape;1701;p49"/>
                <p:cNvSpPr/>
                <p:nvPr/>
              </p:nvSpPr>
              <p:spPr>
                <a:xfrm>
                  <a:off x="5808977" y="2935620"/>
                  <a:ext cx="896691" cy="364482"/>
                </a:xfrm>
                <a:custGeom>
                  <a:rect b="b" l="l" r="r" t="t"/>
                  <a:pathLst>
                    <a:path extrusionOk="0" h="119994" w="295207">
                      <a:moveTo>
                        <a:pt x="291695" y="97603"/>
                      </a:moveTo>
                      <a:cubicBezTo>
                        <a:pt x="287824" y="90910"/>
                        <a:pt x="280861" y="86099"/>
                        <a:pt x="273228" y="84844"/>
                      </a:cubicBezTo>
                      <a:cubicBezTo>
                        <a:pt x="276569" y="73827"/>
                        <a:pt x="268968" y="60766"/>
                        <a:pt x="257734" y="58248"/>
                      </a:cubicBezTo>
                      <a:cubicBezTo>
                        <a:pt x="260632" y="52842"/>
                        <a:pt x="257908" y="45208"/>
                        <a:pt x="252242" y="42862"/>
                      </a:cubicBezTo>
                      <a:cubicBezTo>
                        <a:pt x="246577" y="40516"/>
                        <a:pt x="235797" y="43186"/>
                        <a:pt x="234024" y="49057"/>
                      </a:cubicBezTo>
                      <a:cubicBezTo>
                        <a:pt x="228369" y="37002"/>
                        <a:pt x="209578" y="34104"/>
                        <a:pt x="200550" y="43900"/>
                      </a:cubicBezTo>
                      <a:cubicBezTo>
                        <a:pt x="199480" y="24157"/>
                        <a:pt x="184419" y="5982"/>
                        <a:pt x="165228" y="1247"/>
                      </a:cubicBezTo>
                      <a:cubicBezTo>
                        <a:pt x="146026" y="-3489"/>
                        <a:pt x="124250" y="5615"/>
                        <a:pt x="114131" y="22600"/>
                      </a:cubicBezTo>
                      <a:cubicBezTo>
                        <a:pt x="109352" y="17843"/>
                        <a:pt x="101870" y="16016"/>
                        <a:pt x="95437" y="18038"/>
                      </a:cubicBezTo>
                      <a:cubicBezTo>
                        <a:pt x="89004" y="20060"/>
                        <a:pt x="83911" y="25833"/>
                        <a:pt x="82711" y="32472"/>
                      </a:cubicBezTo>
                      <a:cubicBezTo>
                        <a:pt x="80224" y="27077"/>
                        <a:pt x="72343" y="25141"/>
                        <a:pt x="67639" y="28774"/>
                      </a:cubicBezTo>
                      <a:cubicBezTo>
                        <a:pt x="57022" y="19584"/>
                        <a:pt x="41593" y="16308"/>
                        <a:pt x="28154" y="20395"/>
                      </a:cubicBezTo>
                      <a:cubicBezTo>
                        <a:pt x="14715" y="24482"/>
                        <a:pt x="3719" y="35780"/>
                        <a:pt x="0" y="49328"/>
                      </a:cubicBezTo>
                      <a:cubicBezTo>
                        <a:pt x="8574" y="51631"/>
                        <a:pt x="17202" y="53868"/>
                        <a:pt x="25840" y="56064"/>
                      </a:cubicBezTo>
                      <a:cubicBezTo>
                        <a:pt x="43475" y="46668"/>
                        <a:pt x="64082" y="42808"/>
                        <a:pt x="83771" y="46376"/>
                      </a:cubicBezTo>
                      <a:cubicBezTo>
                        <a:pt x="87814" y="43338"/>
                        <a:pt x="94118" y="43922"/>
                        <a:pt x="97545" y="47641"/>
                      </a:cubicBezTo>
                      <a:cubicBezTo>
                        <a:pt x="99848" y="41716"/>
                        <a:pt x="106130" y="37575"/>
                        <a:pt x="112487" y="37802"/>
                      </a:cubicBezTo>
                      <a:cubicBezTo>
                        <a:pt x="118845" y="38029"/>
                        <a:pt x="124813" y="42603"/>
                        <a:pt x="126694" y="48679"/>
                      </a:cubicBezTo>
                      <a:cubicBezTo>
                        <a:pt x="137679" y="42072"/>
                        <a:pt x="151280" y="38829"/>
                        <a:pt x="163595" y="42419"/>
                      </a:cubicBezTo>
                      <a:cubicBezTo>
                        <a:pt x="175899" y="46008"/>
                        <a:pt x="186559" y="54928"/>
                        <a:pt x="192268" y="66410"/>
                      </a:cubicBezTo>
                      <a:cubicBezTo>
                        <a:pt x="198572" y="60615"/>
                        <a:pt x="210054" y="62161"/>
                        <a:pt x="214595" y="69416"/>
                      </a:cubicBezTo>
                      <a:cubicBezTo>
                        <a:pt x="231148" y="64615"/>
                        <a:pt x="249085" y="74908"/>
                        <a:pt x="258621" y="89267"/>
                      </a:cubicBezTo>
                      <a:cubicBezTo>
                        <a:pt x="263551" y="96684"/>
                        <a:pt x="266730" y="104966"/>
                        <a:pt x="269055" y="113583"/>
                      </a:cubicBezTo>
                      <a:cubicBezTo>
                        <a:pt x="277261" y="115680"/>
                        <a:pt x="285445" y="117799"/>
                        <a:pt x="293587" y="119994"/>
                      </a:cubicBezTo>
                      <a:cubicBezTo>
                        <a:pt x="296290" y="112750"/>
                        <a:pt x="295576" y="104317"/>
                        <a:pt x="291705" y="97625"/>
                      </a:cubicBezTo>
                      <a:close/>
                    </a:path>
                  </a:pathLst>
                </a:custGeom>
                <a:solidFill>
                  <a:srgbClr val="496958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02" name="Google Shape;1702;p49"/>
              <p:cNvGrpSpPr/>
              <p:nvPr/>
            </p:nvGrpSpPr>
            <p:grpSpPr>
              <a:xfrm>
                <a:off x="114" y="3043471"/>
                <a:ext cx="1911882" cy="879757"/>
                <a:chOff x="4338929" y="2622429"/>
                <a:chExt cx="824016" cy="379173"/>
              </a:xfrm>
            </p:grpSpPr>
            <p:sp>
              <p:nvSpPr>
                <p:cNvPr id="1703" name="Google Shape;1703;p49"/>
                <p:cNvSpPr/>
                <p:nvPr/>
              </p:nvSpPr>
              <p:spPr>
                <a:xfrm>
                  <a:off x="4339026" y="2622429"/>
                  <a:ext cx="823919" cy="278293"/>
                </a:xfrm>
                <a:custGeom>
                  <a:rect b="b" l="l" r="r" t="t"/>
                  <a:pathLst>
                    <a:path extrusionOk="0" h="91619" w="271249">
                      <a:moveTo>
                        <a:pt x="16910" y="44545"/>
                      </a:moveTo>
                      <a:cubicBezTo>
                        <a:pt x="24284" y="46783"/>
                        <a:pt x="29636" y="54449"/>
                        <a:pt x="29192" y="62147"/>
                      </a:cubicBezTo>
                      <a:cubicBezTo>
                        <a:pt x="32360" y="59800"/>
                        <a:pt x="36858" y="59401"/>
                        <a:pt x="40383" y="61152"/>
                      </a:cubicBezTo>
                      <a:cubicBezTo>
                        <a:pt x="43908" y="62903"/>
                        <a:pt x="46319" y="66720"/>
                        <a:pt x="46384" y="70655"/>
                      </a:cubicBezTo>
                      <a:cubicBezTo>
                        <a:pt x="54579" y="63087"/>
                        <a:pt x="68818" y="63433"/>
                        <a:pt x="76635" y="71402"/>
                      </a:cubicBezTo>
                      <a:cubicBezTo>
                        <a:pt x="80419" y="60893"/>
                        <a:pt x="91534" y="53508"/>
                        <a:pt x="102692" y="54103"/>
                      </a:cubicBezTo>
                      <a:cubicBezTo>
                        <a:pt x="113850" y="54697"/>
                        <a:pt x="124121" y="63206"/>
                        <a:pt x="126770" y="74062"/>
                      </a:cubicBezTo>
                      <a:cubicBezTo>
                        <a:pt x="129559" y="68515"/>
                        <a:pt x="135679" y="64828"/>
                        <a:pt x="141885" y="64958"/>
                      </a:cubicBezTo>
                      <a:cubicBezTo>
                        <a:pt x="148091" y="65087"/>
                        <a:pt x="154048" y="69034"/>
                        <a:pt x="156600" y="74688"/>
                      </a:cubicBezTo>
                      <a:cubicBezTo>
                        <a:pt x="161033" y="69942"/>
                        <a:pt x="170353" y="72137"/>
                        <a:pt x="174559" y="77099"/>
                      </a:cubicBezTo>
                      <a:cubicBezTo>
                        <a:pt x="186106" y="72342"/>
                        <a:pt x="199534" y="72353"/>
                        <a:pt x="211081" y="77121"/>
                      </a:cubicBezTo>
                      <a:cubicBezTo>
                        <a:pt x="218563" y="80214"/>
                        <a:pt x="225169" y="85295"/>
                        <a:pt x="230218" y="91620"/>
                      </a:cubicBezTo>
                      <a:cubicBezTo>
                        <a:pt x="243885" y="89663"/>
                        <a:pt x="257562" y="87717"/>
                        <a:pt x="271250" y="85782"/>
                      </a:cubicBezTo>
                      <a:cubicBezTo>
                        <a:pt x="258546" y="63660"/>
                        <a:pt x="228802" y="53140"/>
                        <a:pt x="205016" y="62352"/>
                      </a:cubicBezTo>
                      <a:cubicBezTo>
                        <a:pt x="204259" y="56730"/>
                        <a:pt x="199858" y="51778"/>
                        <a:pt x="194366" y="50351"/>
                      </a:cubicBezTo>
                      <a:cubicBezTo>
                        <a:pt x="188873" y="48934"/>
                        <a:pt x="182624" y="51130"/>
                        <a:pt x="179240" y="55681"/>
                      </a:cubicBezTo>
                      <a:cubicBezTo>
                        <a:pt x="180624" y="48167"/>
                        <a:pt x="176494" y="39971"/>
                        <a:pt x="169618" y="36609"/>
                      </a:cubicBezTo>
                      <a:cubicBezTo>
                        <a:pt x="162752" y="33257"/>
                        <a:pt x="153746" y="35041"/>
                        <a:pt x="148664" y="40750"/>
                      </a:cubicBezTo>
                      <a:cubicBezTo>
                        <a:pt x="149616" y="22737"/>
                        <a:pt x="134360" y="5417"/>
                        <a:pt x="116369" y="4076"/>
                      </a:cubicBezTo>
                      <a:cubicBezTo>
                        <a:pt x="98378" y="2746"/>
                        <a:pt x="80744" y="17623"/>
                        <a:pt x="79025" y="35582"/>
                      </a:cubicBezTo>
                      <a:cubicBezTo>
                        <a:pt x="75294" y="26987"/>
                        <a:pt x="61001" y="26208"/>
                        <a:pt x="56363" y="34338"/>
                      </a:cubicBezTo>
                      <a:cubicBezTo>
                        <a:pt x="57314" y="26695"/>
                        <a:pt x="46708" y="20640"/>
                        <a:pt x="40610" y="25343"/>
                      </a:cubicBezTo>
                      <a:cubicBezTo>
                        <a:pt x="33820" y="11644"/>
                        <a:pt x="19732" y="1838"/>
                        <a:pt x="4530" y="238"/>
                      </a:cubicBezTo>
                      <a:cubicBezTo>
                        <a:pt x="3028" y="75"/>
                        <a:pt x="1514" y="0"/>
                        <a:pt x="0" y="0"/>
                      </a:cubicBezTo>
                      <a:lnTo>
                        <a:pt x="0" y="48567"/>
                      </a:lnTo>
                      <a:cubicBezTo>
                        <a:pt x="4466" y="44491"/>
                        <a:pt x="11104" y="42750"/>
                        <a:pt x="16932" y="4451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4" name="Google Shape;1704;p49"/>
                <p:cNvSpPr/>
                <p:nvPr/>
              </p:nvSpPr>
              <p:spPr>
                <a:xfrm>
                  <a:off x="4338929" y="2755564"/>
                  <a:ext cx="699287" cy="246038"/>
                </a:xfrm>
                <a:custGeom>
                  <a:rect b="b" l="l" r="r" t="t"/>
                  <a:pathLst>
                    <a:path extrusionOk="0" h="81000" w="230218">
                      <a:moveTo>
                        <a:pt x="211103" y="33266"/>
                      </a:moveTo>
                      <a:cubicBezTo>
                        <a:pt x="199566" y="28487"/>
                        <a:pt x="186127" y="28476"/>
                        <a:pt x="174580" y="33244"/>
                      </a:cubicBezTo>
                      <a:cubicBezTo>
                        <a:pt x="170374" y="28282"/>
                        <a:pt x="161065" y="26086"/>
                        <a:pt x="156621" y="30833"/>
                      </a:cubicBezTo>
                      <a:cubicBezTo>
                        <a:pt x="154070" y="25178"/>
                        <a:pt x="148112" y="21232"/>
                        <a:pt x="141906" y="21102"/>
                      </a:cubicBezTo>
                      <a:cubicBezTo>
                        <a:pt x="135700" y="20972"/>
                        <a:pt x="129581" y="24659"/>
                        <a:pt x="126791" y="30206"/>
                      </a:cubicBezTo>
                      <a:cubicBezTo>
                        <a:pt x="124142" y="19362"/>
                        <a:pt x="113871" y="10842"/>
                        <a:pt x="102713" y="10247"/>
                      </a:cubicBezTo>
                      <a:cubicBezTo>
                        <a:pt x="91556" y="9653"/>
                        <a:pt x="80441" y="17037"/>
                        <a:pt x="76656" y="27546"/>
                      </a:cubicBezTo>
                      <a:cubicBezTo>
                        <a:pt x="68839" y="19578"/>
                        <a:pt x="54600" y="19232"/>
                        <a:pt x="46405" y="26800"/>
                      </a:cubicBezTo>
                      <a:cubicBezTo>
                        <a:pt x="46351" y="22865"/>
                        <a:pt x="43940" y="19048"/>
                        <a:pt x="40404" y="17296"/>
                      </a:cubicBezTo>
                      <a:cubicBezTo>
                        <a:pt x="36869" y="15545"/>
                        <a:pt x="32381" y="15945"/>
                        <a:pt x="29214" y="18291"/>
                      </a:cubicBezTo>
                      <a:cubicBezTo>
                        <a:pt x="29657" y="10593"/>
                        <a:pt x="24305" y="2938"/>
                        <a:pt x="16932" y="690"/>
                      </a:cubicBezTo>
                      <a:cubicBezTo>
                        <a:pt x="11104" y="-1084"/>
                        <a:pt x="4476" y="668"/>
                        <a:pt x="0" y="4744"/>
                      </a:cubicBezTo>
                      <a:lnTo>
                        <a:pt x="0" y="81000"/>
                      </a:lnTo>
                      <a:cubicBezTo>
                        <a:pt x="76830" y="70058"/>
                        <a:pt x="153421" y="58760"/>
                        <a:pt x="230218" y="47775"/>
                      </a:cubicBezTo>
                      <a:cubicBezTo>
                        <a:pt x="225169" y="41450"/>
                        <a:pt x="218563" y="36369"/>
                        <a:pt x="211081" y="3327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5" name="Google Shape;1705;p49"/>
                <p:cNvSpPr/>
                <p:nvPr/>
              </p:nvSpPr>
              <p:spPr>
                <a:xfrm>
                  <a:off x="4339026" y="2622429"/>
                  <a:ext cx="823919" cy="278293"/>
                </a:xfrm>
                <a:custGeom>
                  <a:rect b="b" l="l" r="r" t="t"/>
                  <a:pathLst>
                    <a:path extrusionOk="0" h="91619" w="271249">
                      <a:moveTo>
                        <a:pt x="16910" y="44545"/>
                      </a:moveTo>
                      <a:cubicBezTo>
                        <a:pt x="24284" y="46783"/>
                        <a:pt x="29636" y="54449"/>
                        <a:pt x="29192" y="62147"/>
                      </a:cubicBezTo>
                      <a:cubicBezTo>
                        <a:pt x="32360" y="59800"/>
                        <a:pt x="36858" y="59401"/>
                        <a:pt x="40383" y="61152"/>
                      </a:cubicBezTo>
                      <a:cubicBezTo>
                        <a:pt x="43908" y="62903"/>
                        <a:pt x="46319" y="66720"/>
                        <a:pt x="46384" y="70655"/>
                      </a:cubicBezTo>
                      <a:cubicBezTo>
                        <a:pt x="54579" y="63087"/>
                        <a:pt x="68818" y="63433"/>
                        <a:pt x="76635" y="71402"/>
                      </a:cubicBezTo>
                      <a:cubicBezTo>
                        <a:pt x="80419" y="60893"/>
                        <a:pt x="91534" y="53508"/>
                        <a:pt x="102692" y="54103"/>
                      </a:cubicBezTo>
                      <a:cubicBezTo>
                        <a:pt x="113850" y="54697"/>
                        <a:pt x="124121" y="63206"/>
                        <a:pt x="126770" y="74062"/>
                      </a:cubicBezTo>
                      <a:cubicBezTo>
                        <a:pt x="129559" y="68515"/>
                        <a:pt x="135679" y="64828"/>
                        <a:pt x="141885" y="64958"/>
                      </a:cubicBezTo>
                      <a:cubicBezTo>
                        <a:pt x="148091" y="65087"/>
                        <a:pt x="154048" y="69034"/>
                        <a:pt x="156600" y="74688"/>
                      </a:cubicBezTo>
                      <a:cubicBezTo>
                        <a:pt x="161033" y="69942"/>
                        <a:pt x="170353" y="72137"/>
                        <a:pt x="174559" y="77099"/>
                      </a:cubicBezTo>
                      <a:cubicBezTo>
                        <a:pt x="186106" y="72342"/>
                        <a:pt x="199534" y="72353"/>
                        <a:pt x="211081" y="77121"/>
                      </a:cubicBezTo>
                      <a:cubicBezTo>
                        <a:pt x="218563" y="80214"/>
                        <a:pt x="225169" y="85295"/>
                        <a:pt x="230218" y="91620"/>
                      </a:cubicBezTo>
                      <a:cubicBezTo>
                        <a:pt x="243885" y="89663"/>
                        <a:pt x="257562" y="87717"/>
                        <a:pt x="271250" y="85782"/>
                      </a:cubicBezTo>
                      <a:cubicBezTo>
                        <a:pt x="258546" y="63660"/>
                        <a:pt x="228802" y="53140"/>
                        <a:pt x="205016" y="62352"/>
                      </a:cubicBezTo>
                      <a:cubicBezTo>
                        <a:pt x="204259" y="56730"/>
                        <a:pt x="199858" y="51778"/>
                        <a:pt x="194366" y="50351"/>
                      </a:cubicBezTo>
                      <a:cubicBezTo>
                        <a:pt x="188873" y="48934"/>
                        <a:pt x="182624" y="51130"/>
                        <a:pt x="179240" y="55681"/>
                      </a:cubicBezTo>
                      <a:cubicBezTo>
                        <a:pt x="180624" y="48167"/>
                        <a:pt x="176494" y="39971"/>
                        <a:pt x="169618" y="36609"/>
                      </a:cubicBezTo>
                      <a:cubicBezTo>
                        <a:pt x="162752" y="33257"/>
                        <a:pt x="153746" y="35041"/>
                        <a:pt x="148664" y="40750"/>
                      </a:cubicBezTo>
                      <a:cubicBezTo>
                        <a:pt x="149616" y="22737"/>
                        <a:pt x="134360" y="5417"/>
                        <a:pt x="116369" y="4076"/>
                      </a:cubicBezTo>
                      <a:cubicBezTo>
                        <a:pt x="98378" y="2746"/>
                        <a:pt x="80744" y="17623"/>
                        <a:pt x="79025" y="35582"/>
                      </a:cubicBezTo>
                      <a:cubicBezTo>
                        <a:pt x="75294" y="26987"/>
                        <a:pt x="61001" y="26208"/>
                        <a:pt x="56363" y="34338"/>
                      </a:cubicBezTo>
                      <a:cubicBezTo>
                        <a:pt x="57314" y="26695"/>
                        <a:pt x="46708" y="20640"/>
                        <a:pt x="40610" y="25343"/>
                      </a:cubicBezTo>
                      <a:cubicBezTo>
                        <a:pt x="33820" y="11644"/>
                        <a:pt x="19732" y="1838"/>
                        <a:pt x="4530" y="238"/>
                      </a:cubicBezTo>
                      <a:cubicBezTo>
                        <a:pt x="3028" y="75"/>
                        <a:pt x="1514" y="0"/>
                        <a:pt x="0" y="0"/>
                      </a:cubicBezTo>
                      <a:lnTo>
                        <a:pt x="0" y="48567"/>
                      </a:lnTo>
                      <a:cubicBezTo>
                        <a:pt x="4466" y="44491"/>
                        <a:pt x="11104" y="42750"/>
                        <a:pt x="16932" y="44513"/>
                      </a:cubicBezTo>
                      <a:close/>
                    </a:path>
                  </a:pathLst>
                </a:custGeom>
                <a:solidFill>
                  <a:srgbClr val="496958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06" name="Google Shape;1706;p49"/>
              <p:cNvGrpSpPr/>
              <p:nvPr/>
            </p:nvGrpSpPr>
            <p:grpSpPr>
              <a:xfrm>
                <a:off x="5329564" y="3503176"/>
                <a:ext cx="3814327" cy="1215832"/>
                <a:chOff x="6635222" y="2820560"/>
                <a:chExt cx="1643965" cy="524020"/>
              </a:xfrm>
            </p:grpSpPr>
            <p:sp>
              <p:nvSpPr>
                <p:cNvPr id="1707" name="Google Shape;1707;p49"/>
                <p:cNvSpPr/>
                <p:nvPr/>
              </p:nvSpPr>
              <p:spPr>
                <a:xfrm>
                  <a:off x="6635222" y="2820560"/>
                  <a:ext cx="1643965" cy="524020"/>
                </a:xfrm>
                <a:custGeom>
                  <a:rect b="b" l="l" r="r" t="t"/>
                  <a:pathLst>
                    <a:path extrusionOk="0" h="172517" w="541223">
                      <a:moveTo>
                        <a:pt x="488915" y="8087"/>
                      </a:moveTo>
                      <a:cubicBezTo>
                        <a:pt x="495294" y="8434"/>
                        <a:pt x="501662" y="9115"/>
                        <a:pt x="507965" y="10185"/>
                      </a:cubicBezTo>
                      <a:cubicBezTo>
                        <a:pt x="514485" y="11288"/>
                        <a:pt x="521935" y="13580"/>
                        <a:pt x="524238" y="19775"/>
                      </a:cubicBezTo>
                      <a:cubicBezTo>
                        <a:pt x="526681" y="26349"/>
                        <a:pt x="521805" y="33366"/>
                        <a:pt x="516388" y="37820"/>
                      </a:cubicBezTo>
                      <a:cubicBezTo>
                        <a:pt x="493975" y="56200"/>
                        <a:pt x="461723" y="54189"/>
                        <a:pt x="433925" y="62428"/>
                      </a:cubicBezTo>
                      <a:cubicBezTo>
                        <a:pt x="412983" y="68634"/>
                        <a:pt x="394419" y="80809"/>
                        <a:pt x="375012" y="90831"/>
                      </a:cubicBezTo>
                      <a:cubicBezTo>
                        <a:pt x="317989" y="120304"/>
                        <a:pt x="251669" y="131430"/>
                        <a:pt x="188160" y="122196"/>
                      </a:cubicBezTo>
                      <a:cubicBezTo>
                        <a:pt x="179856" y="120986"/>
                        <a:pt x="169607" y="117320"/>
                        <a:pt x="169196" y="108941"/>
                      </a:cubicBezTo>
                      <a:cubicBezTo>
                        <a:pt x="168990" y="104627"/>
                        <a:pt x="171704" y="100767"/>
                        <a:pt x="174494" y="97459"/>
                      </a:cubicBezTo>
                      <a:cubicBezTo>
                        <a:pt x="181218" y="89490"/>
                        <a:pt x="189133" y="82560"/>
                        <a:pt x="197858" y="76862"/>
                      </a:cubicBezTo>
                      <a:cubicBezTo>
                        <a:pt x="130846" y="97470"/>
                        <a:pt x="64785" y="121202"/>
                        <a:pt x="0" y="147994"/>
                      </a:cubicBezTo>
                      <a:cubicBezTo>
                        <a:pt x="11428" y="150524"/>
                        <a:pt x="22900" y="152903"/>
                        <a:pt x="34414" y="155076"/>
                      </a:cubicBezTo>
                      <a:cubicBezTo>
                        <a:pt x="202540" y="186700"/>
                        <a:pt x="378525" y="175045"/>
                        <a:pt x="541223" y="122348"/>
                      </a:cubicBezTo>
                      <a:lnTo>
                        <a:pt x="541223" y="0"/>
                      </a:lnTo>
                      <a:cubicBezTo>
                        <a:pt x="523762" y="2498"/>
                        <a:pt x="506322" y="5201"/>
                        <a:pt x="488926" y="81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8" name="Google Shape;1708;p49"/>
                <p:cNvSpPr/>
                <p:nvPr/>
              </p:nvSpPr>
              <p:spPr>
                <a:xfrm>
                  <a:off x="7148920" y="2845086"/>
                  <a:ext cx="1080454" cy="356217"/>
                </a:xfrm>
                <a:custGeom>
                  <a:rect b="b" l="l" r="r" t="t"/>
                  <a:pathLst>
                    <a:path extrusionOk="0" h="117273" w="355705">
                      <a:moveTo>
                        <a:pt x="5309" y="89371"/>
                      </a:moveTo>
                      <a:cubicBezTo>
                        <a:pt x="2519" y="92669"/>
                        <a:pt x="-194" y="96540"/>
                        <a:pt x="11" y="100853"/>
                      </a:cubicBezTo>
                      <a:cubicBezTo>
                        <a:pt x="411" y="109244"/>
                        <a:pt x="10661" y="112898"/>
                        <a:pt x="18975" y="114109"/>
                      </a:cubicBezTo>
                      <a:cubicBezTo>
                        <a:pt x="82495" y="123342"/>
                        <a:pt x="148815" y="112217"/>
                        <a:pt x="205827" y="82743"/>
                      </a:cubicBezTo>
                      <a:cubicBezTo>
                        <a:pt x="225234" y="72710"/>
                        <a:pt x="243798" y="60547"/>
                        <a:pt x="264741" y="54340"/>
                      </a:cubicBezTo>
                      <a:cubicBezTo>
                        <a:pt x="292538" y="46102"/>
                        <a:pt x="324790" y="48113"/>
                        <a:pt x="347203" y="29733"/>
                      </a:cubicBezTo>
                      <a:cubicBezTo>
                        <a:pt x="352631" y="25289"/>
                        <a:pt x="357507" y="18261"/>
                        <a:pt x="355053" y="11688"/>
                      </a:cubicBezTo>
                      <a:cubicBezTo>
                        <a:pt x="352750" y="5493"/>
                        <a:pt x="345300" y="3200"/>
                        <a:pt x="338781" y="2097"/>
                      </a:cubicBezTo>
                      <a:cubicBezTo>
                        <a:pt x="332477" y="1038"/>
                        <a:pt x="326120" y="346"/>
                        <a:pt x="319730" y="0"/>
                      </a:cubicBezTo>
                      <a:cubicBezTo>
                        <a:pt x="298885" y="3482"/>
                        <a:pt x="278094" y="7276"/>
                        <a:pt x="257346" y="11341"/>
                      </a:cubicBezTo>
                      <a:cubicBezTo>
                        <a:pt x="267444" y="11309"/>
                        <a:pt x="277542" y="11850"/>
                        <a:pt x="287576" y="12963"/>
                      </a:cubicBezTo>
                      <a:cubicBezTo>
                        <a:pt x="292571" y="13515"/>
                        <a:pt x="299014" y="15991"/>
                        <a:pt x="298388" y="20964"/>
                      </a:cubicBezTo>
                      <a:cubicBezTo>
                        <a:pt x="297869" y="25041"/>
                        <a:pt x="292895" y="26630"/>
                        <a:pt x="288830" y="27225"/>
                      </a:cubicBezTo>
                      <a:cubicBezTo>
                        <a:pt x="262470" y="31063"/>
                        <a:pt x="235311" y="30706"/>
                        <a:pt x="209849" y="38523"/>
                      </a:cubicBezTo>
                      <a:cubicBezTo>
                        <a:pt x="195036" y="43064"/>
                        <a:pt x="181197" y="50264"/>
                        <a:pt x="167239" y="56979"/>
                      </a:cubicBezTo>
                      <a:cubicBezTo>
                        <a:pt x="149227" y="65639"/>
                        <a:pt x="130857" y="73543"/>
                        <a:pt x="112196" y="80668"/>
                      </a:cubicBezTo>
                      <a:cubicBezTo>
                        <a:pt x="91328" y="88636"/>
                        <a:pt x="68926" y="95739"/>
                        <a:pt x="46978" y="91609"/>
                      </a:cubicBezTo>
                      <a:cubicBezTo>
                        <a:pt x="44859" y="91209"/>
                        <a:pt x="42599" y="90615"/>
                        <a:pt x="41215" y="88960"/>
                      </a:cubicBezTo>
                      <a:cubicBezTo>
                        <a:pt x="38210" y="85382"/>
                        <a:pt x="41248" y="80019"/>
                        <a:pt x="44437" y="76603"/>
                      </a:cubicBezTo>
                      <a:cubicBezTo>
                        <a:pt x="52178" y="68353"/>
                        <a:pt x="61315" y="61423"/>
                        <a:pt x="71294" y="56114"/>
                      </a:cubicBezTo>
                      <a:cubicBezTo>
                        <a:pt x="57044" y="60190"/>
                        <a:pt x="42826" y="64396"/>
                        <a:pt x="28663" y="68753"/>
                      </a:cubicBezTo>
                      <a:cubicBezTo>
                        <a:pt x="19938" y="74451"/>
                        <a:pt x="12023" y="81392"/>
                        <a:pt x="5298" y="8935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9" name="Google Shape;1709;p49"/>
                <p:cNvSpPr/>
                <p:nvPr/>
              </p:nvSpPr>
              <p:spPr>
                <a:xfrm>
                  <a:off x="6635222" y="2820560"/>
                  <a:ext cx="1643965" cy="524020"/>
                </a:xfrm>
                <a:custGeom>
                  <a:rect b="b" l="l" r="r" t="t"/>
                  <a:pathLst>
                    <a:path extrusionOk="0" h="172517" w="541223">
                      <a:moveTo>
                        <a:pt x="488915" y="8087"/>
                      </a:moveTo>
                      <a:cubicBezTo>
                        <a:pt x="495294" y="8434"/>
                        <a:pt x="501662" y="9115"/>
                        <a:pt x="507965" y="10185"/>
                      </a:cubicBezTo>
                      <a:cubicBezTo>
                        <a:pt x="514485" y="11288"/>
                        <a:pt x="521935" y="13580"/>
                        <a:pt x="524238" y="19775"/>
                      </a:cubicBezTo>
                      <a:cubicBezTo>
                        <a:pt x="526681" y="26349"/>
                        <a:pt x="521805" y="33366"/>
                        <a:pt x="516388" y="37820"/>
                      </a:cubicBezTo>
                      <a:cubicBezTo>
                        <a:pt x="493975" y="56200"/>
                        <a:pt x="461723" y="54189"/>
                        <a:pt x="433925" y="62428"/>
                      </a:cubicBezTo>
                      <a:cubicBezTo>
                        <a:pt x="412983" y="68634"/>
                        <a:pt x="394419" y="80809"/>
                        <a:pt x="375012" y="90831"/>
                      </a:cubicBezTo>
                      <a:cubicBezTo>
                        <a:pt x="317989" y="120304"/>
                        <a:pt x="251669" y="131430"/>
                        <a:pt x="188160" y="122196"/>
                      </a:cubicBezTo>
                      <a:cubicBezTo>
                        <a:pt x="179856" y="120986"/>
                        <a:pt x="169607" y="117320"/>
                        <a:pt x="169196" y="108941"/>
                      </a:cubicBezTo>
                      <a:cubicBezTo>
                        <a:pt x="168990" y="104627"/>
                        <a:pt x="171704" y="100767"/>
                        <a:pt x="174494" y="97459"/>
                      </a:cubicBezTo>
                      <a:cubicBezTo>
                        <a:pt x="181218" y="89490"/>
                        <a:pt x="189133" y="82560"/>
                        <a:pt x="197858" y="76862"/>
                      </a:cubicBezTo>
                      <a:cubicBezTo>
                        <a:pt x="130846" y="97470"/>
                        <a:pt x="64785" y="121202"/>
                        <a:pt x="0" y="147994"/>
                      </a:cubicBezTo>
                      <a:cubicBezTo>
                        <a:pt x="11428" y="150524"/>
                        <a:pt x="22900" y="152903"/>
                        <a:pt x="34414" y="155076"/>
                      </a:cubicBezTo>
                      <a:cubicBezTo>
                        <a:pt x="202540" y="186700"/>
                        <a:pt x="378525" y="175045"/>
                        <a:pt x="541223" y="122348"/>
                      </a:cubicBezTo>
                      <a:lnTo>
                        <a:pt x="541223" y="0"/>
                      </a:lnTo>
                      <a:cubicBezTo>
                        <a:pt x="523762" y="2498"/>
                        <a:pt x="506322" y="5201"/>
                        <a:pt x="488926" y="8109"/>
                      </a:cubicBezTo>
                      <a:close/>
                    </a:path>
                  </a:pathLst>
                </a:custGeom>
                <a:solidFill>
                  <a:srgbClr val="496958">
                    <a:alpha val="6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0" name="Google Shape;1710;p49"/>
                <p:cNvSpPr/>
                <p:nvPr/>
              </p:nvSpPr>
              <p:spPr>
                <a:xfrm>
                  <a:off x="7270350" y="2879584"/>
                  <a:ext cx="785045" cy="247505"/>
                </a:xfrm>
                <a:custGeom>
                  <a:rect b="b" l="l" r="r" t="t"/>
                  <a:pathLst>
                    <a:path extrusionOk="0" h="81483" w="258451">
                      <a:moveTo>
                        <a:pt x="4458" y="65262"/>
                      </a:moveTo>
                      <a:cubicBezTo>
                        <a:pt x="1258" y="68668"/>
                        <a:pt x="-1770" y="74031"/>
                        <a:pt x="1236" y="77620"/>
                      </a:cubicBezTo>
                      <a:cubicBezTo>
                        <a:pt x="2620" y="79275"/>
                        <a:pt x="4880" y="79869"/>
                        <a:pt x="6999" y="80269"/>
                      </a:cubicBezTo>
                      <a:cubicBezTo>
                        <a:pt x="28947" y="84399"/>
                        <a:pt x="51349" y="77307"/>
                        <a:pt x="72216" y="69328"/>
                      </a:cubicBezTo>
                      <a:cubicBezTo>
                        <a:pt x="90877" y="62203"/>
                        <a:pt x="109247" y="54288"/>
                        <a:pt x="127260" y="45639"/>
                      </a:cubicBezTo>
                      <a:cubicBezTo>
                        <a:pt x="141229" y="38924"/>
                        <a:pt x="155057" y="31734"/>
                        <a:pt x="169869" y="27183"/>
                      </a:cubicBezTo>
                      <a:cubicBezTo>
                        <a:pt x="195331" y="19366"/>
                        <a:pt x="222491" y="19723"/>
                        <a:pt x="248850" y="15885"/>
                      </a:cubicBezTo>
                      <a:cubicBezTo>
                        <a:pt x="252915" y="15290"/>
                        <a:pt x="257889" y="13701"/>
                        <a:pt x="258408" y="9624"/>
                      </a:cubicBezTo>
                      <a:cubicBezTo>
                        <a:pt x="259046" y="4640"/>
                        <a:pt x="252591" y="2175"/>
                        <a:pt x="247596" y="1623"/>
                      </a:cubicBezTo>
                      <a:cubicBezTo>
                        <a:pt x="237563" y="510"/>
                        <a:pt x="227464" y="-31"/>
                        <a:pt x="217366" y="1"/>
                      </a:cubicBezTo>
                      <a:cubicBezTo>
                        <a:pt x="154754" y="12284"/>
                        <a:pt x="92662" y="27237"/>
                        <a:pt x="31314" y="44785"/>
                      </a:cubicBezTo>
                      <a:cubicBezTo>
                        <a:pt x="21325" y="50093"/>
                        <a:pt x="12199" y="57024"/>
                        <a:pt x="4458" y="6527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1" name="Google Shape;1711;p49"/>
                <p:cNvSpPr/>
                <p:nvPr/>
              </p:nvSpPr>
              <p:spPr>
                <a:xfrm>
                  <a:off x="7148920" y="2845086"/>
                  <a:ext cx="1080454" cy="356217"/>
                </a:xfrm>
                <a:custGeom>
                  <a:rect b="b" l="l" r="r" t="t"/>
                  <a:pathLst>
                    <a:path extrusionOk="0" h="117273" w="355705">
                      <a:moveTo>
                        <a:pt x="5309" y="89371"/>
                      </a:moveTo>
                      <a:cubicBezTo>
                        <a:pt x="2519" y="92669"/>
                        <a:pt x="-194" y="96540"/>
                        <a:pt x="11" y="100853"/>
                      </a:cubicBezTo>
                      <a:cubicBezTo>
                        <a:pt x="411" y="109244"/>
                        <a:pt x="10661" y="112898"/>
                        <a:pt x="18975" y="114109"/>
                      </a:cubicBezTo>
                      <a:cubicBezTo>
                        <a:pt x="82495" y="123342"/>
                        <a:pt x="148815" y="112217"/>
                        <a:pt x="205827" y="82743"/>
                      </a:cubicBezTo>
                      <a:cubicBezTo>
                        <a:pt x="225234" y="72710"/>
                        <a:pt x="243798" y="60547"/>
                        <a:pt x="264741" y="54340"/>
                      </a:cubicBezTo>
                      <a:cubicBezTo>
                        <a:pt x="292538" y="46102"/>
                        <a:pt x="324790" y="48113"/>
                        <a:pt x="347203" y="29733"/>
                      </a:cubicBezTo>
                      <a:cubicBezTo>
                        <a:pt x="352631" y="25289"/>
                        <a:pt x="357507" y="18261"/>
                        <a:pt x="355053" y="11688"/>
                      </a:cubicBezTo>
                      <a:cubicBezTo>
                        <a:pt x="352750" y="5493"/>
                        <a:pt x="345300" y="3200"/>
                        <a:pt x="338781" y="2097"/>
                      </a:cubicBezTo>
                      <a:cubicBezTo>
                        <a:pt x="332477" y="1038"/>
                        <a:pt x="326120" y="346"/>
                        <a:pt x="319730" y="0"/>
                      </a:cubicBezTo>
                      <a:cubicBezTo>
                        <a:pt x="298885" y="3482"/>
                        <a:pt x="278094" y="7276"/>
                        <a:pt x="257346" y="11341"/>
                      </a:cubicBezTo>
                      <a:cubicBezTo>
                        <a:pt x="267444" y="11309"/>
                        <a:pt x="277542" y="11850"/>
                        <a:pt x="287576" y="12963"/>
                      </a:cubicBezTo>
                      <a:cubicBezTo>
                        <a:pt x="292571" y="13515"/>
                        <a:pt x="299014" y="15991"/>
                        <a:pt x="298388" y="20964"/>
                      </a:cubicBezTo>
                      <a:cubicBezTo>
                        <a:pt x="297869" y="25041"/>
                        <a:pt x="292895" y="26630"/>
                        <a:pt x="288830" y="27225"/>
                      </a:cubicBezTo>
                      <a:cubicBezTo>
                        <a:pt x="262470" y="31063"/>
                        <a:pt x="235311" y="30706"/>
                        <a:pt x="209849" y="38523"/>
                      </a:cubicBezTo>
                      <a:cubicBezTo>
                        <a:pt x="195036" y="43064"/>
                        <a:pt x="181197" y="50264"/>
                        <a:pt x="167239" y="56979"/>
                      </a:cubicBezTo>
                      <a:cubicBezTo>
                        <a:pt x="149227" y="65639"/>
                        <a:pt x="130857" y="73543"/>
                        <a:pt x="112196" y="80668"/>
                      </a:cubicBezTo>
                      <a:cubicBezTo>
                        <a:pt x="91328" y="88636"/>
                        <a:pt x="68926" y="95739"/>
                        <a:pt x="46978" y="91609"/>
                      </a:cubicBezTo>
                      <a:cubicBezTo>
                        <a:pt x="44859" y="91209"/>
                        <a:pt x="42599" y="90615"/>
                        <a:pt x="41215" y="88960"/>
                      </a:cubicBezTo>
                      <a:cubicBezTo>
                        <a:pt x="38210" y="85382"/>
                        <a:pt x="41248" y="80019"/>
                        <a:pt x="44437" y="76603"/>
                      </a:cubicBezTo>
                      <a:cubicBezTo>
                        <a:pt x="52178" y="68353"/>
                        <a:pt x="61315" y="61423"/>
                        <a:pt x="71294" y="56114"/>
                      </a:cubicBezTo>
                      <a:cubicBezTo>
                        <a:pt x="57044" y="60190"/>
                        <a:pt x="42826" y="64396"/>
                        <a:pt x="28663" y="68753"/>
                      </a:cubicBezTo>
                      <a:cubicBezTo>
                        <a:pt x="19938" y="74451"/>
                        <a:pt x="12023" y="81392"/>
                        <a:pt x="5298" y="8935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12" name="Google Shape;1712;p49"/>
              <p:cNvGrpSpPr/>
              <p:nvPr/>
            </p:nvGrpSpPr>
            <p:grpSpPr>
              <a:xfrm>
                <a:off x="114" y="3535140"/>
                <a:ext cx="9143777" cy="1703475"/>
                <a:chOff x="4347367" y="3367735"/>
                <a:chExt cx="3940944" cy="734193"/>
              </a:xfrm>
            </p:grpSpPr>
            <p:sp>
              <p:nvSpPr>
                <p:cNvPr id="1713" name="Google Shape;1713;p49"/>
                <p:cNvSpPr/>
                <p:nvPr/>
              </p:nvSpPr>
              <p:spPr>
                <a:xfrm>
                  <a:off x="4347367" y="3408193"/>
                  <a:ext cx="3940944" cy="693735"/>
                </a:xfrm>
                <a:custGeom>
                  <a:rect b="b" l="l" r="r" t="t"/>
                  <a:pathLst>
                    <a:path extrusionOk="0" h="228390" w="1297430">
                      <a:moveTo>
                        <a:pt x="790622" y="127159"/>
                      </a:moveTo>
                      <a:cubicBezTo>
                        <a:pt x="779107" y="124996"/>
                        <a:pt x="767636" y="122607"/>
                        <a:pt x="756207" y="120077"/>
                      </a:cubicBezTo>
                      <a:cubicBezTo>
                        <a:pt x="698612" y="107330"/>
                        <a:pt x="642055" y="90355"/>
                        <a:pt x="585628" y="72775"/>
                      </a:cubicBezTo>
                      <a:cubicBezTo>
                        <a:pt x="592807" y="81306"/>
                        <a:pt x="598451" y="91512"/>
                        <a:pt x="594353" y="101308"/>
                      </a:cubicBezTo>
                      <a:cubicBezTo>
                        <a:pt x="591445" y="108271"/>
                        <a:pt x="584276" y="112487"/>
                        <a:pt x="577162" y="115017"/>
                      </a:cubicBezTo>
                      <a:cubicBezTo>
                        <a:pt x="535428" y="129840"/>
                        <a:pt x="491705" y="102692"/>
                        <a:pt x="448230" y="94247"/>
                      </a:cubicBezTo>
                      <a:cubicBezTo>
                        <a:pt x="380623" y="81111"/>
                        <a:pt x="313578" y="113958"/>
                        <a:pt x="245701" y="125602"/>
                      </a:cubicBezTo>
                      <a:cubicBezTo>
                        <a:pt x="212357" y="131322"/>
                        <a:pt x="178126" y="131894"/>
                        <a:pt x="144609" y="127289"/>
                      </a:cubicBezTo>
                      <a:cubicBezTo>
                        <a:pt x="105568" y="121926"/>
                        <a:pt x="65012" y="107816"/>
                        <a:pt x="41464" y="76224"/>
                      </a:cubicBezTo>
                      <a:cubicBezTo>
                        <a:pt x="33528" y="65574"/>
                        <a:pt x="27711" y="52654"/>
                        <a:pt x="28533" y="39388"/>
                      </a:cubicBezTo>
                      <a:cubicBezTo>
                        <a:pt x="29539" y="23246"/>
                        <a:pt x="40329" y="9093"/>
                        <a:pt x="53800" y="0"/>
                      </a:cubicBezTo>
                      <a:cubicBezTo>
                        <a:pt x="35561" y="4184"/>
                        <a:pt x="17591" y="9428"/>
                        <a:pt x="0" y="15850"/>
                      </a:cubicBezTo>
                      <a:lnTo>
                        <a:pt x="0" y="228391"/>
                      </a:lnTo>
                      <a:lnTo>
                        <a:pt x="1297430" y="228391"/>
                      </a:lnTo>
                      <a:lnTo>
                        <a:pt x="1297430" y="94421"/>
                      </a:lnTo>
                      <a:cubicBezTo>
                        <a:pt x="1134722" y="147129"/>
                        <a:pt x="958736" y="158784"/>
                        <a:pt x="790622" y="1271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4" name="Google Shape;1714;p49"/>
                <p:cNvSpPr/>
                <p:nvPr/>
              </p:nvSpPr>
              <p:spPr>
                <a:xfrm>
                  <a:off x="4433771" y="3373228"/>
                  <a:ext cx="1723110" cy="430988"/>
                </a:xfrm>
                <a:custGeom>
                  <a:rect b="b" l="l" r="r" t="t"/>
                  <a:pathLst>
                    <a:path extrusionOk="0" h="141889" w="567279">
                      <a:moveTo>
                        <a:pt x="78" y="50913"/>
                      </a:moveTo>
                      <a:cubicBezTo>
                        <a:pt x="-744" y="64179"/>
                        <a:pt x="5062" y="77089"/>
                        <a:pt x="13009" y="87749"/>
                      </a:cubicBezTo>
                      <a:cubicBezTo>
                        <a:pt x="36568" y="119352"/>
                        <a:pt x="77112" y="133451"/>
                        <a:pt x="116154" y="138814"/>
                      </a:cubicBezTo>
                      <a:cubicBezTo>
                        <a:pt x="149671" y="143420"/>
                        <a:pt x="183902" y="142847"/>
                        <a:pt x="217246" y="137128"/>
                      </a:cubicBezTo>
                      <a:cubicBezTo>
                        <a:pt x="285123" y="125483"/>
                        <a:pt x="352168" y="92636"/>
                        <a:pt x="419775" y="105773"/>
                      </a:cubicBezTo>
                      <a:cubicBezTo>
                        <a:pt x="463250" y="114217"/>
                        <a:pt x="506973" y="141366"/>
                        <a:pt x="548707" y="126543"/>
                      </a:cubicBezTo>
                      <a:cubicBezTo>
                        <a:pt x="555821" y="124012"/>
                        <a:pt x="562989" y="119807"/>
                        <a:pt x="565898" y="112833"/>
                      </a:cubicBezTo>
                      <a:cubicBezTo>
                        <a:pt x="569996" y="103037"/>
                        <a:pt x="564352" y="92831"/>
                        <a:pt x="557172" y="84300"/>
                      </a:cubicBezTo>
                      <a:cubicBezTo>
                        <a:pt x="527472" y="75045"/>
                        <a:pt x="497804" y="65628"/>
                        <a:pt x="468039" y="56568"/>
                      </a:cubicBezTo>
                      <a:cubicBezTo>
                        <a:pt x="469488" y="58406"/>
                        <a:pt x="470915" y="60276"/>
                        <a:pt x="472277" y="62179"/>
                      </a:cubicBezTo>
                      <a:cubicBezTo>
                        <a:pt x="473748" y="64233"/>
                        <a:pt x="475229" y="66590"/>
                        <a:pt x="474861" y="69088"/>
                      </a:cubicBezTo>
                      <a:cubicBezTo>
                        <a:pt x="474342" y="72624"/>
                        <a:pt x="470483" y="74537"/>
                        <a:pt x="467034" y="75489"/>
                      </a:cubicBezTo>
                      <a:cubicBezTo>
                        <a:pt x="447756" y="80797"/>
                        <a:pt x="427484" y="74407"/>
                        <a:pt x="407925" y="70234"/>
                      </a:cubicBezTo>
                      <a:cubicBezTo>
                        <a:pt x="383944" y="65120"/>
                        <a:pt x="359260" y="63336"/>
                        <a:pt x="334793" y="64969"/>
                      </a:cubicBezTo>
                      <a:cubicBezTo>
                        <a:pt x="291502" y="67845"/>
                        <a:pt x="249681" y="81219"/>
                        <a:pt x="207029" y="89166"/>
                      </a:cubicBezTo>
                      <a:cubicBezTo>
                        <a:pt x="164375" y="97112"/>
                        <a:pt x="118544" y="99243"/>
                        <a:pt x="79307" y="80743"/>
                      </a:cubicBezTo>
                      <a:cubicBezTo>
                        <a:pt x="67079" y="74981"/>
                        <a:pt x="54710" y="65769"/>
                        <a:pt x="52580" y="52416"/>
                      </a:cubicBezTo>
                      <a:cubicBezTo>
                        <a:pt x="49974" y="36058"/>
                        <a:pt x="63716" y="21764"/>
                        <a:pt x="77664" y="12844"/>
                      </a:cubicBezTo>
                      <a:cubicBezTo>
                        <a:pt x="85502" y="7828"/>
                        <a:pt x="93795" y="3536"/>
                        <a:pt x="102402" y="0"/>
                      </a:cubicBezTo>
                      <a:cubicBezTo>
                        <a:pt x="76345" y="2000"/>
                        <a:pt x="50580" y="5763"/>
                        <a:pt x="25356" y="11547"/>
                      </a:cubicBezTo>
                      <a:cubicBezTo>
                        <a:pt x="11884" y="20629"/>
                        <a:pt x="1094" y="34792"/>
                        <a:pt x="88" y="5093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5" name="Google Shape;1715;p49"/>
                <p:cNvSpPr/>
                <p:nvPr/>
              </p:nvSpPr>
              <p:spPr>
                <a:xfrm>
                  <a:off x="4433771" y="3373228"/>
                  <a:ext cx="1723110" cy="430988"/>
                </a:xfrm>
                <a:custGeom>
                  <a:rect b="b" l="l" r="r" t="t"/>
                  <a:pathLst>
                    <a:path extrusionOk="0" h="141889" w="567279">
                      <a:moveTo>
                        <a:pt x="78" y="50913"/>
                      </a:moveTo>
                      <a:cubicBezTo>
                        <a:pt x="-744" y="64179"/>
                        <a:pt x="5062" y="77089"/>
                        <a:pt x="13009" y="87749"/>
                      </a:cubicBezTo>
                      <a:cubicBezTo>
                        <a:pt x="36568" y="119352"/>
                        <a:pt x="77112" y="133451"/>
                        <a:pt x="116154" y="138814"/>
                      </a:cubicBezTo>
                      <a:cubicBezTo>
                        <a:pt x="149671" y="143420"/>
                        <a:pt x="183902" y="142847"/>
                        <a:pt x="217246" y="137128"/>
                      </a:cubicBezTo>
                      <a:cubicBezTo>
                        <a:pt x="285123" y="125483"/>
                        <a:pt x="352168" y="92636"/>
                        <a:pt x="419775" y="105773"/>
                      </a:cubicBezTo>
                      <a:cubicBezTo>
                        <a:pt x="463250" y="114217"/>
                        <a:pt x="506973" y="141366"/>
                        <a:pt x="548707" y="126543"/>
                      </a:cubicBezTo>
                      <a:cubicBezTo>
                        <a:pt x="555821" y="124012"/>
                        <a:pt x="562989" y="119807"/>
                        <a:pt x="565898" y="112833"/>
                      </a:cubicBezTo>
                      <a:cubicBezTo>
                        <a:pt x="569996" y="103037"/>
                        <a:pt x="564352" y="92831"/>
                        <a:pt x="557172" y="84300"/>
                      </a:cubicBezTo>
                      <a:cubicBezTo>
                        <a:pt x="527472" y="75045"/>
                        <a:pt x="497804" y="65628"/>
                        <a:pt x="468039" y="56568"/>
                      </a:cubicBezTo>
                      <a:cubicBezTo>
                        <a:pt x="469488" y="58406"/>
                        <a:pt x="470915" y="60276"/>
                        <a:pt x="472277" y="62179"/>
                      </a:cubicBezTo>
                      <a:cubicBezTo>
                        <a:pt x="473748" y="64233"/>
                        <a:pt x="475229" y="66590"/>
                        <a:pt x="474861" y="69088"/>
                      </a:cubicBezTo>
                      <a:cubicBezTo>
                        <a:pt x="474342" y="72624"/>
                        <a:pt x="470483" y="74537"/>
                        <a:pt x="467034" y="75489"/>
                      </a:cubicBezTo>
                      <a:cubicBezTo>
                        <a:pt x="447756" y="80797"/>
                        <a:pt x="427484" y="74407"/>
                        <a:pt x="407925" y="70234"/>
                      </a:cubicBezTo>
                      <a:cubicBezTo>
                        <a:pt x="383944" y="65120"/>
                        <a:pt x="359260" y="63336"/>
                        <a:pt x="334793" y="64969"/>
                      </a:cubicBezTo>
                      <a:cubicBezTo>
                        <a:pt x="291502" y="67845"/>
                        <a:pt x="249681" y="81219"/>
                        <a:pt x="207029" y="89166"/>
                      </a:cubicBezTo>
                      <a:cubicBezTo>
                        <a:pt x="164375" y="97112"/>
                        <a:pt x="118544" y="99243"/>
                        <a:pt x="79307" y="80743"/>
                      </a:cubicBezTo>
                      <a:cubicBezTo>
                        <a:pt x="67079" y="74981"/>
                        <a:pt x="54710" y="65769"/>
                        <a:pt x="52580" y="52416"/>
                      </a:cubicBezTo>
                      <a:cubicBezTo>
                        <a:pt x="49974" y="36058"/>
                        <a:pt x="63716" y="21764"/>
                        <a:pt x="77664" y="12844"/>
                      </a:cubicBezTo>
                      <a:cubicBezTo>
                        <a:pt x="85502" y="7828"/>
                        <a:pt x="93795" y="3536"/>
                        <a:pt x="102402" y="0"/>
                      </a:cubicBezTo>
                      <a:cubicBezTo>
                        <a:pt x="76345" y="2000"/>
                        <a:pt x="50580" y="5763"/>
                        <a:pt x="25356" y="11547"/>
                      </a:cubicBezTo>
                      <a:cubicBezTo>
                        <a:pt x="11884" y="20629"/>
                        <a:pt x="1094" y="34792"/>
                        <a:pt x="88" y="50935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6" name="Google Shape;1716;p49"/>
                <p:cNvSpPr/>
                <p:nvPr/>
              </p:nvSpPr>
              <p:spPr>
                <a:xfrm>
                  <a:off x="4592352" y="3367735"/>
                  <a:ext cx="1283863" cy="294069"/>
                </a:xfrm>
                <a:custGeom>
                  <a:rect b="b" l="l" r="r" t="t"/>
                  <a:pathLst>
                    <a:path extrusionOk="0" h="96813" w="422671">
                      <a:moveTo>
                        <a:pt x="334" y="54214"/>
                      </a:moveTo>
                      <a:cubicBezTo>
                        <a:pt x="2463" y="67567"/>
                        <a:pt x="14832" y="76778"/>
                        <a:pt x="27060" y="82541"/>
                      </a:cubicBezTo>
                      <a:cubicBezTo>
                        <a:pt x="66308" y="101040"/>
                        <a:pt x="112129" y="98911"/>
                        <a:pt x="154782" y="90964"/>
                      </a:cubicBezTo>
                      <a:cubicBezTo>
                        <a:pt x="197435" y="83017"/>
                        <a:pt x="239255" y="69642"/>
                        <a:pt x="282546" y="66767"/>
                      </a:cubicBezTo>
                      <a:cubicBezTo>
                        <a:pt x="307014" y="65145"/>
                        <a:pt x="331697" y="66918"/>
                        <a:pt x="355678" y="72032"/>
                      </a:cubicBezTo>
                      <a:cubicBezTo>
                        <a:pt x="375237" y="76206"/>
                        <a:pt x="395509" y="82595"/>
                        <a:pt x="414787" y="77287"/>
                      </a:cubicBezTo>
                      <a:cubicBezTo>
                        <a:pt x="418236" y="76335"/>
                        <a:pt x="422096" y="74421"/>
                        <a:pt x="422614" y="70886"/>
                      </a:cubicBezTo>
                      <a:cubicBezTo>
                        <a:pt x="422982" y="68389"/>
                        <a:pt x="421501" y="66031"/>
                        <a:pt x="420031" y="63977"/>
                      </a:cubicBezTo>
                      <a:cubicBezTo>
                        <a:pt x="418668" y="62074"/>
                        <a:pt x="417252" y="60204"/>
                        <a:pt x="415792" y="58366"/>
                      </a:cubicBezTo>
                      <a:cubicBezTo>
                        <a:pt x="374599" y="45824"/>
                        <a:pt x="333222" y="33963"/>
                        <a:pt x="291315" y="24189"/>
                      </a:cubicBezTo>
                      <a:cubicBezTo>
                        <a:pt x="212928" y="5917"/>
                        <a:pt x="130152" y="-4365"/>
                        <a:pt x="50144" y="1787"/>
                      </a:cubicBezTo>
                      <a:cubicBezTo>
                        <a:pt x="41538" y="5323"/>
                        <a:pt x="33245" y="9615"/>
                        <a:pt x="25406" y="14631"/>
                      </a:cubicBezTo>
                      <a:cubicBezTo>
                        <a:pt x="11459" y="23562"/>
                        <a:pt x="-2294" y="37855"/>
                        <a:pt x="322" y="5420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7" name="Google Shape;1717;p49"/>
                <p:cNvSpPr/>
                <p:nvPr/>
              </p:nvSpPr>
              <p:spPr>
                <a:xfrm>
                  <a:off x="4347367" y="3408193"/>
                  <a:ext cx="3940944" cy="693735"/>
                </a:xfrm>
                <a:custGeom>
                  <a:rect b="b" l="l" r="r" t="t"/>
                  <a:pathLst>
                    <a:path extrusionOk="0" h="228390" w="1297430">
                      <a:moveTo>
                        <a:pt x="790622" y="127159"/>
                      </a:moveTo>
                      <a:cubicBezTo>
                        <a:pt x="779107" y="124996"/>
                        <a:pt x="767636" y="122607"/>
                        <a:pt x="756207" y="120077"/>
                      </a:cubicBezTo>
                      <a:cubicBezTo>
                        <a:pt x="698612" y="107330"/>
                        <a:pt x="642055" y="90355"/>
                        <a:pt x="585628" y="72775"/>
                      </a:cubicBezTo>
                      <a:cubicBezTo>
                        <a:pt x="592807" y="81306"/>
                        <a:pt x="598451" y="91512"/>
                        <a:pt x="594353" y="101308"/>
                      </a:cubicBezTo>
                      <a:cubicBezTo>
                        <a:pt x="591445" y="108271"/>
                        <a:pt x="584276" y="112487"/>
                        <a:pt x="577162" y="115017"/>
                      </a:cubicBezTo>
                      <a:cubicBezTo>
                        <a:pt x="535428" y="129840"/>
                        <a:pt x="491705" y="102692"/>
                        <a:pt x="448230" y="94247"/>
                      </a:cubicBezTo>
                      <a:cubicBezTo>
                        <a:pt x="380623" y="81111"/>
                        <a:pt x="313578" y="113958"/>
                        <a:pt x="245701" y="125602"/>
                      </a:cubicBezTo>
                      <a:cubicBezTo>
                        <a:pt x="212357" y="131322"/>
                        <a:pt x="178126" y="131894"/>
                        <a:pt x="144609" y="127289"/>
                      </a:cubicBezTo>
                      <a:cubicBezTo>
                        <a:pt x="105568" y="121926"/>
                        <a:pt x="65012" y="107816"/>
                        <a:pt x="41464" y="76224"/>
                      </a:cubicBezTo>
                      <a:cubicBezTo>
                        <a:pt x="33528" y="65574"/>
                        <a:pt x="27711" y="52654"/>
                        <a:pt x="28533" y="39388"/>
                      </a:cubicBezTo>
                      <a:cubicBezTo>
                        <a:pt x="29539" y="23246"/>
                        <a:pt x="40329" y="9093"/>
                        <a:pt x="53800" y="0"/>
                      </a:cubicBezTo>
                      <a:cubicBezTo>
                        <a:pt x="35561" y="4184"/>
                        <a:pt x="17591" y="9428"/>
                        <a:pt x="0" y="15850"/>
                      </a:cubicBezTo>
                      <a:lnTo>
                        <a:pt x="0" y="228391"/>
                      </a:lnTo>
                      <a:lnTo>
                        <a:pt x="1297430" y="228391"/>
                      </a:lnTo>
                      <a:lnTo>
                        <a:pt x="1297430" y="94421"/>
                      </a:lnTo>
                      <a:cubicBezTo>
                        <a:pt x="1134722" y="147129"/>
                        <a:pt x="958736" y="158784"/>
                        <a:pt x="790622" y="127148"/>
                      </a:cubicBezTo>
                      <a:close/>
                    </a:path>
                  </a:pathLst>
                </a:custGeom>
                <a:solidFill>
                  <a:srgbClr val="496958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18" name="Google Shape;1718;p49"/>
            <p:cNvGrpSpPr/>
            <p:nvPr/>
          </p:nvGrpSpPr>
          <p:grpSpPr>
            <a:xfrm>
              <a:off x="113" y="4583440"/>
              <a:ext cx="9143784" cy="560116"/>
              <a:chOff x="4201302" y="4550000"/>
              <a:chExt cx="3940947" cy="241409"/>
            </a:xfrm>
          </p:grpSpPr>
          <p:sp>
            <p:nvSpPr>
              <p:cNvPr id="1719" name="Google Shape;1719;p49"/>
              <p:cNvSpPr/>
              <p:nvPr/>
            </p:nvSpPr>
            <p:spPr>
              <a:xfrm>
                <a:off x="4201302" y="4612050"/>
                <a:ext cx="3940944" cy="179313"/>
              </a:xfrm>
              <a:custGeom>
                <a:rect b="b" l="l" r="r" t="t"/>
                <a:pathLst>
                  <a:path extrusionOk="0" h="59033" w="1297430">
                    <a:moveTo>
                      <a:pt x="0" y="0"/>
                    </a:moveTo>
                    <a:lnTo>
                      <a:pt x="1297430" y="0"/>
                    </a:lnTo>
                    <a:lnTo>
                      <a:pt x="1297430" y="59033"/>
                    </a:lnTo>
                    <a:lnTo>
                      <a:pt x="0" y="5903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49"/>
              <p:cNvSpPr/>
              <p:nvPr/>
            </p:nvSpPr>
            <p:spPr>
              <a:xfrm>
                <a:off x="4201302" y="4612050"/>
                <a:ext cx="3940944" cy="179313"/>
              </a:xfrm>
              <a:custGeom>
                <a:rect b="b" l="l" r="r" t="t"/>
                <a:pathLst>
                  <a:path extrusionOk="0" h="59033" w="1297430">
                    <a:moveTo>
                      <a:pt x="0" y="0"/>
                    </a:moveTo>
                    <a:lnTo>
                      <a:pt x="1297430" y="0"/>
                    </a:lnTo>
                    <a:lnTo>
                      <a:pt x="1297430" y="59033"/>
                    </a:lnTo>
                    <a:lnTo>
                      <a:pt x="0" y="59033"/>
                    </a:lnTo>
                    <a:close/>
                  </a:path>
                </a:pathLst>
              </a:custGeom>
              <a:solidFill>
                <a:srgbClr val="496958">
                  <a:alpha val="6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49"/>
              <p:cNvSpPr/>
              <p:nvPr/>
            </p:nvSpPr>
            <p:spPr>
              <a:xfrm>
                <a:off x="4201302" y="4612050"/>
                <a:ext cx="3940944" cy="27091"/>
              </a:xfrm>
              <a:custGeom>
                <a:rect b="b" l="l" r="r" t="t"/>
                <a:pathLst>
                  <a:path extrusionOk="0" h="8919" w="1297430">
                    <a:moveTo>
                      <a:pt x="0" y="0"/>
                    </a:moveTo>
                    <a:lnTo>
                      <a:pt x="1297430" y="0"/>
                    </a:lnTo>
                    <a:lnTo>
                      <a:pt x="1297430" y="8920"/>
                    </a:lnTo>
                    <a:lnTo>
                      <a:pt x="0" y="8920"/>
                    </a:lnTo>
                    <a:close/>
                  </a:path>
                </a:pathLst>
              </a:custGeom>
              <a:solidFill>
                <a:srgbClr val="496958">
                  <a:alpha val="6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49"/>
              <p:cNvSpPr/>
              <p:nvPr/>
            </p:nvSpPr>
            <p:spPr>
              <a:xfrm>
                <a:off x="4201305" y="4669504"/>
                <a:ext cx="3940944" cy="121904"/>
              </a:xfrm>
              <a:custGeom>
                <a:rect b="b" l="l" r="r" t="t"/>
                <a:pathLst>
                  <a:path extrusionOk="0" h="40133" w="1297430">
                    <a:moveTo>
                      <a:pt x="1212643" y="28251"/>
                    </a:moveTo>
                    <a:cubicBezTo>
                      <a:pt x="1196069" y="24500"/>
                      <a:pt x="1179980" y="18748"/>
                      <a:pt x="1163319" y="15342"/>
                    </a:cubicBezTo>
                    <a:cubicBezTo>
                      <a:pt x="1132743" y="9093"/>
                      <a:pt x="1100545" y="11072"/>
                      <a:pt x="1070921" y="20845"/>
                    </a:cubicBezTo>
                    <a:cubicBezTo>
                      <a:pt x="1056378" y="25646"/>
                      <a:pt x="1044323" y="31063"/>
                      <a:pt x="1028624" y="32219"/>
                    </a:cubicBezTo>
                    <a:cubicBezTo>
                      <a:pt x="1012828" y="33387"/>
                      <a:pt x="996805" y="31744"/>
                      <a:pt x="981625" y="27170"/>
                    </a:cubicBezTo>
                    <a:cubicBezTo>
                      <a:pt x="968240" y="23137"/>
                      <a:pt x="955417" y="16921"/>
                      <a:pt x="941577" y="14953"/>
                    </a:cubicBezTo>
                    <a:cubicBezTo>
                      <a:pt x="927738" y="12985"/>
                      <a:pt x="911909" y="16326"/>
                      <a:pt x="903855" y="27744"/>
                    </a:cubicBezTo>
                    <a:cubicBezTo>
                      <a:pt x="860726" y="-5027"/>
                      <a:pt x="795022" y="-3676"/>
                      <a:pt x="753277" y="30846"/>
                    </a:cubicBezTo>
                    <a:cubicBezTo>
                      <a:pt x="744163" y="25516"/>
                      <a:pt x="731805" y="26414"/>
                      <a:pt x="723566" y="33009"/>
                    </a:cubicBezTo>
                    <a:cubicBezTo>
                      <a:pt x="682199" y="8866"/>
                      <a:pt x="660305" y="-3860"/>
                      <a:pt x="615825" y="13904"/>
                    </a:cubicBezTo>
                    <a:cubicBezTo>
                      <a:pt x="573302" y="30879"/>
                      <a:pt x="525838" y="35474"/>
                      <a:pt x="480892" y="26651"/>
                    </a:cubicBezTo>
                    <a:cubicBezTo>
                      <a:pt x="470059" y="24522"/>
                      <a:pt x="459236" y="21635"/>
                      <a:pt x="448197" y="21721"/>
                    </a:cubicBezTo>
                    <a:cubicBezTo>
                      <a:pt x="437158" y="21808"/>
                      <a:pt x="421632" y="25581"/>
                      <a:pt x="414691" y="34176"/>
                    </a:cubicBezTo>
                    <a:cubicBezTo>
                      <a:pt x="388829" y="21462"/>
                      <a:pt x="355020" y="20802"/>
                      <a:pt x="328022" y="30868"/>
                    </a:cubicBezTo>
                    <a:cubicBezTo>
                      <a:pt x="301653" y="14347"/>
                      <a:pt x="269260" y="7677"/>
                      <a:pt x="238500" y="12445"/>
                    </a:cubicBezTo>
                    <a:cubicBezTo>
                      <a:pt x="227288" y="14185"/>
                      <a:pt x="214151" y="18424"/>
                      <a:pt x="208519" y="28284"/>
                    </a:cubicBezTo>
                    <a:cubicBezTo>
                      <a:pt x="138252" y="39475"/>
                      <a:pt x="64795" y="29311"/>
                      <a:pt x="0" y="0"/>
                    </a:cubicBezTo>
                    <a:lnTo>
                      <a:pt x="0" y="40134"/>
                    </a:lnTo>
                    <a:lnTo>
                      <a:pt x="1297430" y="40134"/>
                    </a:lnTo>
                    <a:lnTo>
                      <a:pt x="1297430" y="18067"/>
                    </a:lnTo>
                    <a:cubicBezTo>
                      <a:pt x="1270465" y="29592"/>
                      <a:pt x="1240343" y="34533"/>
                      <a:pt x="1212643" y="282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23" name="Google Shape;1723;p49"/>
              <p:cNvGrpSpPr/>
              <p:nvPr/>
            </p:nvGrpSpPr>
            <p:grpSpPr>
              <a:xfrm>
                <a:off x="4262563" y="4550000"/>
                <a:ext cx="3754734" cy="81279"/>
                <a:chOff x="4262563" y="4550000"/>
                <a:chExt cx="3754734" cy="81279"/>
              </a:xfrm>
            </p:grpSpPr>
            <p:sp>
              <p:nvSpPr>
                <p:cNvPr id="1724" name="Google Shape;1724;p49"/>
                <p:cNvSpPr/>
                <p:nvPr/>
              </p:nvSpPr>
              <p:spPr>
                <a:xfrm>
                  <a:off x="4479443" y="4575278"/>
                  <a:ext cx="27374" cy="52151"/>
                </a:xfrm>
                <a:custGeom>
                  <a:rect b="b" l="l" r="r" t="t"/>
                  <a:pathLst>
                    <a:path extrusionOk="0" h="17169" w="9012">
                      <a:moveTo>
                        <a:pt x="0" y="0"/>
                      </a:moveTo>
                      <a:cubicBezTo>
                        <a:pt x="1049" y="2627"/>
                        <a:pt x="2649" y="5676"/>
                        <a:pt x="4238" y="8726"/>
                      </a:cubicBezTo>
                      <a:cubicBezTo>
                        <a:pt x="5838" y="11764"/>
                        <a:pt x="7439" y="14813"/>
                        <a:pt x="9006" y="17170"/>
                      </a:cubicBezTo>
                      <a:lnTo>
                        <a:pt x="9006" y="17170"/>
                      </a:lnTo>
                      <a:cubicBezTo>
                        <a:pt x="9093" y="14347"/>
                        <a:pt x="8207" y="10748"/>
                        <a:pt x="6509" y="7536"/>
                      </a:cubicBezTo>
                      <a:cubicBezTo>
                        <a:pt x="4833" y="4314"/>
                        <a:pt x="2368" y="15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5" name="Google Shape;1725;p49"/>
                <p:cNvSpPr/>
                <p:nvPr/>
              </p:nvSpPr>
              <p:spPr>
                <a:xfrm>
                  <a:off x="4506616" y="4553315"/>
                  <a:ext cx="49302" cy="77964"/>
                </a:xfrm>
                <a:custGeom>
                  <a:rect b="b" l="l" r="r" t="t"/>
                  <a:pathLst>
                    <a:path extrusionOk="0" h="25667" w="16231">
                      <a:moveTo>
                        <a:pt x="16232" y="0"/>
                      </a:moveTo>
                      <a:cubicBezTo>
                        <a:pt x="14178" y="876"/>
                        <a:pt x="12015" y="2260"/>
                        <a:pt x="9972" y="4066"/>
                      </a:cubicBezTo>
                      <a:cubicBezTo>
                        <a:pt x="7939" y="5871"/>
                        <a:pt x="6037" y="8098"/>
                        <a:pt x="4490" y="10542"/>
                      </a:cubicBezTo>
                      <a:cubicBezTo>
                        <a:pt x="2944" y="12996"/>
                        <a:pt x="1744" y="15656"/>
                        <a:pt x="998" y="18273"/>
                      </a:cubicBezTo>
                      <a:cubicBezTo>
                        <a:pt x="241" y="20889"/>
                        <a:pt x="-73" y="23440"/>
                        <a:pt x="14" y="25668"/>
                      </a:cubicBezTo>
                      <a:lnTo>
                        <a:pt x="14" y="25668"/>
                      </a:lnTo>
                      <a:cubicBezTo>
                        <a:pt x="2425" y="21905"/>
                        <a:pt x="5031" y="17224"/>
                        <a:pt x="7907" y="12704"/>
                      </a:cubicBezTo>
                      <a:cubicBezTo>
                        <a:pt x="10761" y="8163"/>
                        <a:pt x="13864" y="3795"/>
                        <a:pt x="1622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6" name="Google Shape;1726;p49"/>
                <p:cNvSpPr/>
                <p:nvPr/>
              </p:nvSpPr>
              <p:spPr>
                <a:xfrm>
                  <a:off x="4508466" y="4569731"/>
                  <a:ext cx="76059" cy="59903"/>
                </a:xfrm>
                <a:custGeom>
                  <a:rect b="b" l="l" r="r" t="t"/>
                  <a:pathLst>
                    <a:path extrusionOk="0" h="19721" w="25040">
                      <a:moveTo>
                        <a:pt x="25029" y="0"/>
                      </a:moveTo>
                      <a:cubicBezTo>
                        <a:pt x="22705" y="184"/>
                        <a:pt x="20088" y="833"/>
                        <a:pt x="17461" y="1925"/>
                      </a:cubicBezTo>
                      <a:cubicBezTo>
                        <a:pt x="14834" y="3017"/>
                        <a:pt x="12196" y="4563"/>
                        <a:pt x="9817" y="6433"/>
                      </a:cubicBezTo>
                      <a:cubicBezTo>
                        <a:pt x="7438" y="8304"/>
                        <a:pt x="5319" y="10509"/>
                        <a:pt x="3643" y="12812"/>
                      </a:cubicBezTo>
                      <a:cubicBezTo>
                        <a:pt x="1968" y="15115"/>
                        <a:pt x="724" y="17504"/>
                        <a:pt x="0" y="19721"/>
                      </a:cubicBezTo>
                      <a:lnTo>
                        <a:pt x="0" y="19721"/>
                      </a:lnTo>
                      <a:cubicBezTo>
                        <a:pt x="3741" y="16910"/>
                        <a:pt x="8011" y="13234"/>
                        <a:pt x="12444" y="9763"/>
                      </a:cubicBezTo>
                      <a:cubicBezTo>
                        <a:pt x="16856" y="6271"/>
                        <a:pt x="21429" y="2984"/>
                        <a:pt x="25040" y="0"/>
                      </a:cubicBezTo>
                      <a:lnTo>
                        <a:pt x="2504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7" name="Google Shape;1727;p49"/>
                <p:cNvSpPr/>
                <p:nvPr/>
              </p:nvSpPr>
              <p:spPr>
                <a:xfrm>
                  <a:off x="4856896" y="4571899"/>
                  <a:ext cx="46796" cy="53594"/>
                </a:xfrm>
                <a:custGeom>
                  <a:rect b="b" l="l" r="r" t="t"/>
                  <a:pathLst>
                    <a:path extrusionOk="0" h="17644" w="15406">
                      <a:moveTo>
                        <a:pt x="0" y="0"/>
                      </a:moveTo>
                      <a:cubicBezTo>
                        <a:pt x="1784" y="2898"/>
                        <a:pt x="4411" y="6152"/>
                        <a:pt x="7158" y="9298"/>
                      </a:cubicBezTo>
                      <a:cubicBezTo>
                        <a:pt x="9904" y="12434"/>
                        <a:pt x="12769" y="15482"/>
                        <a:pt x="15407" y="17645"/>
                      </a:cubicBezTo>
                      <a:cubicBezTo>
                        <a:pt x="14499" y="14369"/>
                        <a:pt x="12337" y="10531"/>
                        <a:pt x="9482" y="7276"/>
                      </a:cubicBezTo>
                      <a:cubicBezTo>
                        <a:pt x="6639" y="4011"/>
                        <a:pt x="3135" y="1341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8" name="Google Shape;1728;p49"/>
                <p:cNvSpPr/>
                <p:nvPr/>
              </p:nvSpPr>
              <p:spPr>
                <a:xfrm>
                  <a:off x="4897047" y="4567204"/>
                  <a:ext cx="12247" cy="61479"/>
                </a:xfrm>
                <a:custGeom>
                  <a:rect b="b" l="l" r="r" t="t"/>
                  <a:pathLst>
                    <a:path extrusionOk="0" h="20240" w="4032">
                      <a:moveTo>
                        <a:pt x="4033" y="0"/>
                      </a:moveTo>
                      <a:cubicBezTo>
                        <a:pt x="2162" y="2325"/>
                        <a:pt x="659" y="5968"/>
                        <a:pt x="184" y="9796"/>
                      </a:cubicBezTo>
                      <a:cubicBezTo>
                        <a:pt x="-314" y="13613"/>
                        <a:pt x="227" y="17526"/>
                        <a:pt x="1460" y="20240"/>
                      </a:cubicBezTo>
                      <a:lnTo>
                        <a:pt x="1460" y="20240"/>
                      </a:lnTo>
                      <a:cubicBezTo>
                        <a:pt x="2022" y="17310"/>
                        <a:pt x="2400" y="13720"/>
                        <a:pt x="2865" y="10131"/>
                      </a:cubicBezTo>
                      <a:cubicBezTo>
                        <a:pt x="3309" y="6552"/>
                        <a:pt x="3849" y="2973"/>
                        <a:pt x="403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9" name="Google Shape;1729;p49"/>
                <p:cNvSpPr/>
                <p:nvPr/>
              </p:nvSpPr>
              <p:spPr>
                <a:xfrm>
                  <a:off x="5054730" y="4572324"/>
                  <a:ext cx="38063" cy="50280"/>
                </a:xfrm>
                <a:custGeom>
                  <a:rect b="b" l="l" r="r" t="t"/>
                  <a:pathLst>
                    <a:path extrusionOk="0" h="16553" w="12531">
                      <a:moveTo>
                        <a:pt x="0" y="0"/>
                      </a:moveTo>
                      <a:cubicBezTo>
                        <a:pt x="1687" y="2530"/>
                        <a:pt x="3968" y="5406"/>
                        <a:pt x="6185" y="8336"/>
                      </a:cubicBezTo>
                      <a:cubicBezTo>
                        <a:pt x="8412" y="11255"/>
                        <a:pt x="10553" y="14239"/>
                        <a:pt x="12531" y="16553"/>
                      </a:cubicBezTo>
                      <a:lnTo>
                        <a:pt x="12531" y="16553"/>
                      </a:lnTo>
                      <a:cubicBezTo>
                        <a:pt x="12531" y="16553"/>
                        <a:pt x="12531" y="16553"/>
                        <a:pt x="12531" y="16553"/>
                      </a:cubicBezTo>
                      <a:cubicBezTo>
                        <a:pt x="12250" y="13537"/>
                        <a:pt x="10758" y="9796"/>
                        <a:pt x="8379" y="6682"/>
                      </a:cubicBezTo>
                      <a:cubicBezTo>
                        <a:pt x="6023" y="3547"/>
                        <a:pt x="2833" y="1092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0" name="Google Shape;1730;p49"/>
                <p:cNvSpPr/>
                <p:nvPr/>
              </p:nvSpPr>
              <p:spPr>
                <a:xfrm>
                  <a:off x="5089383" y="4556139"/>
                  <a:ext cx="41690" cy="68210"/>
                </a:xfrm>
                <a:custGeom>
                  <a:rect b="b" l="l" r="r" t="t"/>
                  <a:pathLst>
                    <a:path extrusionOk="0" h="22456" w="13725">
                      <a:moveTo>
                        <a:pt x="13715" y="11"/>
                      </a:moveTo>
                      <a:cubicBezTo>
                        <a:pt x="11812" y="476"/>
                        <a:pt x="9725" y="1470"/>
                        <a:pt x="7790" y="2962"/>
                      </a:cubicBezTo>
                      <a:cubicBezTo>
                        <a:pt x="5865" y="4454"/>
                        <a:pt x="4103" y="6444"/>
                        <a:pt x="2784" y="8682"/>
                      </a:cubicBezTo>
                      <a:cubicBezTo>
                        <a:pt x="1465" y="10931"/>
                        <a:pt x="579" y="13428"/>
                        <a:pt x="211" y="15839"/>
                      </a:cubicBezTo>
                      <a:cubicBezTo>
                        <a:pt x="-167" y="18250"/>
                        <a:pt x="-16" y="20564"/>
                        <a:pt x="503" y="22456"/>
                      </a:cubicBezTo>
                      <a:cubicBezTo>
                        <a:pt x="1173" y="20607"/>
                        <a:pt x="1897" y="18596"/>
                        <a:pt x="2784" y="16564"/>
                      </a:cubicBezTo>
                      <a:cubicBezTo>
                        <a:pt x="3660" y="14531"/>
                        <a:pt x="4687" y="12466"/>
                        <a:pt x="5855" y="10487"/>
                      </a:cubicBezTo>
                      <a:cubicBezTo>
                        <a:pt x="7022" y="8509"/>
                        <a:pt x="8331" y="6606"/>
                        <a:pt x="9682" y="4854"/>
                      </a:cubicBezTo>
                      <a:cubicBezTo>
                        <a:pt x="11034" y="3092"/>
                        <a:pt x="12428" y="1481"/>
                        <a:pt x="1372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1" name="Google Shape;1731;p49"/>
                <p:cNvSpPr/>
                <p:nvPr/>
              </p:nvSpPr>
              <p:spPr>
                <a:xfrm>
                  <a:off x="5093045" y="4574953"/>
                  <a:ext cx="56947" cy="48141"/>
                </a:xfrm>
                <a:custGeom>
                  <a:rect b="b" l="l" r="r" t="t"/>
                  <a:pathLst>
                    <a:path extrusionOk="0" h="15849" w="18748">
                      <a:moveTo>
                        <a:pt x="18737" y="0"/>
                      </a:moveTo>
                      <a:cubicBezTo>
                        <a:pt x="16932" y="129"/>
                        <a:pt x="14910" y="627"/>
                        <a:pt x="12877" y="1514"/>
                      </a:cubicBezTo>
                      <a:cubicBezTo>
                        <a:pt x="10845" y="2389"/>
                        <a:pt x="8823" y="3633"/>
                        <a:pt x="7028" y="5157"/>
                      </a:cubicBezTo>
                      <a:cubicBezTo>
                        <a:pt x="5233" y="6681"/>
                        <a:pt x="3665" y="8465"/>
                        <a:pt x="2465" y="10325"/>
                      </a:cubicBezTo>
                      <a:cubicBezTo>
                        <a:pt x="1265" y="12185"/>
                        <a:pt x="433" y="14099"/>
                        <a:pt x="0" y="15850"/>
                      </a:cubicBezTo>
                      <a:cubicBezTo>
                        <a:pt x="2714" y="13461"/>
                        <a:pt x="5828" y="10444"/>
                        <a:pt x="9147" y="7665"/>
                      </a:cubicBezTo>
                      <a:cubicBezTo>
                        <a:pt x="12445" y="4865"/>
                        <a:pt x="15937" y="2292"/>
                        <a:pt x="18748" y="11"/>
                      </a:cubicBezTo>
                      <a:lnTo>
                        <a:pt x="18748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2" name="Google Shape;1732;p49"/>
                <p:cNvSpPr/>
                <p:nvPr/>
              </p:nvSpPr>
              <p:spPr>
                <a:xfrm>
                  <a:off x="5028662" y="4588117"/>
                  <a:ext cx="56750" cy="38424"/>
                </a:xfrm>
                <a:custGeom>
                  <a:rect b="b" l="l" r="r" t="t"/>
                  <a:pathLst>
                    <a:path extrusionOk="0" h="12650" w="18683">
                      <a:moveTo>
                        <a:pt x="0" y="0"/>
                      </a:moveTo>
                      <a:cubicBezTo>
                        <a:pt x="2433" y="2206"/>
                        <a:pt x="5709" y="4530"/>
                        <a:pt x="9028" y="6790"/>
                      </a:cubicBezTo>
                      <a:cubicBezTo>
                        <a:pt x="12358" y="9028"/>
                        <a:pt x="15732" y="11212"/>
                        <a:pt x="18683" y="12650"/>
                      </a:cubicBezTo>
                      <a:lnTo>
                        <a:pt x="18683" y="12650"/>
                      </a:lnTo>
                      <a:cubicBezTo>
                        <a:pt x="17105" y="9774"/>
                        <a:pt x="14174" y="6671"/>
                        <a:pt x="10693" y="4325"/>
                      </a:cubicBezTo>
                      <a:cubicBezTo>
                        <a:pt x="7223" y="1968"/>
                        <a:pt x="3255" y="40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3" name="Google Shape;1733;p49"/>
                <p:cNvSpPr/>
                <p:nvPr/>
              </p:nvSpPr>
              <p:spPr>
                <a:xfrm>
                  <a:off x="6081075" y="4571899"/>
                  <a:ext cx="46796" cy="53594"/>
                </a:xfrm>
                <a:custGeom>
                  <a:rect b="b" l="l" r="r" t="t"/>
                  <a:pathLst>
                    <a:path extrusionOk="0" h="17644" w="15406">
                      <a:moveTo>
                        <a:pt x="0" y="0"/>
                      </a:moveTo>
                      <a:cubicBezTo>
                        <a:pt x="1784" y="2898"/>
                        <a:pt x="4411" y="6152"/>
                        <a:pt x="7158" y="9298"/>
                      </a:cubicBezTo>
                      <a:cubicBezTo>
                        <a:pt x="9904" y="12434"/>
                        <a:pt x="12769" y="15482"/>
                        <a:pt x="15407" y="17645"/>
                      </a:cubicBezTo>
                      <a:cubicBezTo>
                        <a:pt x="14499" y="14369"/>
                        <a:pt x="12337" y="10531"/>
                        <a:pt x="9482" y="7276"/>
                      </a:cubicBezTo>
                      <a:cubicBezTo>
                        <a:pt x="6639" y="4011"/>
                        <a:pt x="3135" y="1341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4" name="Google Shape;1734;p49"/>
                <p:cNvSpPr/>
                <p:nvPr/>
              </p:nvSpPr>
              <p:spPr>
                <a:xfrm>
                  <a:off x="6121227" y="4567204"/>
                  <a:ext cx="12247" cy="61479"/>
                </a:xfrm>
                <a:custGeom>
                  <a:rect b="b" l="l" r="r" t="t"/>
                  <a:pathLst>
                    <a:path extrusionOk="0" h="20240" w="4032">
                      <a:moveTo>
                        <a:pt x="4033" y="0"/>
                      </a:moveTo>
                      <a:cubicBezTo>
                        <a:pt x="2162" y="2325"/>
                        <a:pt x="659" y="5968"/>
                        <a:pt x="184" y="9796"/>
                      </a:cubicBezTo>
                      <a:cubicBezTo>
                        <a:pt x="-314" y="13613"/>
                        <a:pt x="227" y="17526"/>
                        <a:pt x="1460" y="20240"/>
                      </a:cubicBezTo>
                      <a:lnTo>
                        <a:pt x="1460" y="20240"/>
                      </a:lnTo>
                      <a:cubicBezTo>
                        <a:pt x="2022" y="17310"/>
                        <a:pt x="2401" y="13720"/>
                        <a:pt x="2865" y="10131"/>
                      </a:cubicBezTo>
                      <a:cubicBezTo>
                        <a:pt x="3309" y="6552"/>
                        <a:pt x="3849" y="2973"/>
                        <a:pt x="403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5" name="Google Shape;1735;p49"/>
                <p:cNvSpPr/>
                <p:nvPr/>
              </p:nvSpPr>
              <p:spPr>
                <a:xfrm>
                  <a:off x="6278912" y="4572324"/>
                  <a:ext cx="38060" cy="50280"/>
                </a:xfrm>
                <a:custGeom>
                  <a:rect b="b" l="l" r="r" t="t"/>
                  <a:pathLst>
                    <a:path extrusionOk="0" h="16553" w="12530">
                      <a:moveTo>
                        <a:pt x="0" y="0"/>
                      </a:moveTo>
                      <a:cubicBezTo>
                        <a:pt x="1686" y="2530"/>
                        <a:pt x="3968" y="5406"/>
                        <a:pt x="6184" y="8336"/>
                      </a:cubicBezTo>
                      <a:cubicBezTo>
                        <a:pt x="8411" y="11255"/>
                        <a:pt x="10552" y="14239"/>
                        <a:pt x="12531" y="16553"/>
                      </a:cubicBezTo>
                      <a:lnTo>
                        <a:pt x="12531" y="16553"/>
                      </a:lnTo>
                      <a:cubicBezTo>
                        <a:pt x="12531" y="16553"/>
                        <a:pt x="12531" y="16553"/>
                        <a:pt x="12531" y="16553"/>
                      </a:cubicBezTo>
                      <a:cubicBezTo>
                        <a:pt x="12249" y="13537"/>
                        <a:pt x="10758" y="9796"/>
                        <a:pt x="8379" y="6682"/>
                      </a:cubicBezTo>
                      <a:cubicBezTo>
                        <a:pt x="6022" y="3547"/>
                        <a:pt x="2832" y="1092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6" name="Google Shape;1736;p49"/>
                <p:cNvSpPr/>
                <p:nvPr/>
              </p:nvSpPr>
              <p:spPr>
                <a:xfrm>
                  <a:off x="6313565" y="4556139"/>
                  <a:ext cx="41690" cy="68210"/>
                </a:xfrm>
                <a:custGeom>
                  <a:rect b="b" l="l" r="r" t="t"/>
                  <a:pathLst>
                    <a:path extrusionOk="0" h="22456" w="13725">
                      <a:moveTo>
                        <a:pt x="13715" y="11"/>
                      </a:moveTo>
                      <a:cubicBezTo>
                        <a:pt x="11812" y="476"/>
                        <a:pt x="9725" y="1470"/>
                        <a:pt x="7790" y="2962"/>
                      </a:cubicBezTo>
                      <a:cubicBezTo>
                        <a:pt x="5866" y="4454"/>
                        <a:pt x="4103" y="6444"/>
                        <a:pt x="2784" y="8682"/>
                      </a:cubicBezTo>
                      <a:cubicBezTo>
                        <a:pt x="1465" y="10931"/>
                        <a:pt x="578" y="13428"/>
                        <a:pt x="211" y="15839"/>
                      </a:cubicBezTo>
                      <a:cubicBezTo>
                        <a:pt x="-168" y="18250"/>
                        <a:pt x="-17" y="20564"/>
                        <a:pt x="503" y="22456"/>
                      </a:cubicBezTo>
                      <a:cubicBezTo>
                        <a:pt x="1173" y="20607"/>
                        <a:pt x="1897" y="18596"/>
                        <a:pt x="2784" y="16564"/>
                      </a:cubicBezTo>
                      <a:cubicBezTo>
                        <a:pt x="3660" y="14531"/>
                        <a:pt x="4687" y="12466"/>
                        <a:pt x="5854" y="10487"/>
                      </a:cubicBezTo>
                      <a:cubicBezTo>
                        <a:pt x="7022" y="8509"/>
                        <a:pt x="8330" y="6606"/>
                        <a:pt x="9682" y="4854"/>
                      </a:cubicBezTo>
                      <a:cubicBezTo>
                        <a:pt x="11033" y="3092"/>
                        <a:pt x="12428" y="1481"/>
                        <a:pt x="1372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7" name="Google Shape;1737;p49"/>
                <p:cNvSpPr/>
                <p:nvPr/>
              </p:nvSpPr>
              <p:spPr>
                <a:xfrm>
                  <a:off x="6317227" y="4574953"/>
                  <a:ext cx="56944" cy="48141"/>
                </a:xfrm>
                <a:custGeom>
                  <a:rect b="b" l="l" r="r" t="t"/>
                  <a:pathLst>
                    <a:path extrusionOk="0" h="15849" w="18747">
                      <a:moveTo>
                        <a:pt x="18737" y="0"/>
                      </a:moveTo>
                      <a:cubicBezTo>
                        <a:pt x="16931" y="129"/>
                        <a:pt x="14910" y="627"/>
                        <a:pt x="12877" y="1514"/>
                      </a:cubicBezTo>
                      <a:cubicBezTo>
                        <a:pt x="10844" y="2389"/>
                        <a:pt x="8822" y="3633"/>
                        <a:pt x="7028" y="5157"/>
                      </a:cubicBezTo>
                      <a:cubicBezTo>
                        <a:pt x="5233" y="6681"/>
                        <a:pt x="3665" y="8465"/>
                        <a:pt x="2465" y="10325"/>
                      </a:cubicBezTo>
                      <a:cubicBezTo>
                        <a:pt x="1265" y="12185"/>
                        <a:pt x="432" y="14099"/>
                        <a:pt x="0" y="15850"/>
                      </a:cubicBezTo>
                      <a:cubicBezTo>
                        <a:pt x="2714" y="13461"/>
                        <a:pt x="5827" y="10444"/>
                        <a:pt x="9147" y="7665"/>
                      </a:cubicBezTo>
                      <a:cubicBezTo>
                        <a:pt x="12444" y="4865"/>
                        <a:pt x="15936" y="2292"/>
                        <a:pt x="18748" y="11"/>
                      </a:cubicBezTo>
                      <a:lnTo>
                        <a:pt x="18748" y="11"/>
                      </a:lnTo>
                      <a:lnTo>
                        <a:pt x="18748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8" name="Google Shape;1738;p49"/>
                <p:cNvSpPr/>
                <p:nvPr/>
              </p:nvSpPr>
              <p:spPr>
                <a:xfrm>
                  <a:off x="6252844" y="4588117"/>
                  <a:ext cx="56750" cy="38424"/>
                </a:xfrm>
                <a:custGeom>
                  <a:rect b="b" l="l" r="r" t="t"/>
                  <a:pathLst>
                    <a:path extrusionOk="0" h="12650" w="18683">
                      <a:moveTo>
                        <a:pt x="0" y="0"/>
                      </a:moveTo>
                      <a:cubicBezTo>
                        <a:pt x="2433" y="2206"/>
                        <a:pt x="5709" y="4530"/>
                        <a:pt x="9028" y="6790"/>
                      </a:cubicBezTo>
                      <a:cubicBezTo>
                        <a:pt x="12358" y="9028"/>
                        <a:pt x="15732" y="11212"/>
                        <a:pt x="18683" y="12650"/>
                      </a:cubicBezTo>
                      <a:lnTo>
                        <a:pt x="18683" y="12650"/>
                      </a:lnTo>
                      <a:cubicBezTo>
                        <a:pt x="17105" y="9774"/>
                        <a:pt x="14175" y="6671"/>
                        <a:pt x="10693" y="4325"/>
                      </a:cubicBezTo>
                      <a:cubicBezTo>
                        <a:pt x="7223" y="1968"/>
                        <a:pt x="3255" y="40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9" name="Google Shape;1739;p49"/>
                <p:cNvSpPr/>
                <p:nvPr/>
              </p:nvSpPr>
              <p:spPr>
                <a:xfrm>
                  <a:off x="5587339" y="4550000"/>
                  <a:ext cx="64599" cy="68900"/>
                </a:xfrm>
                <a:custGeom>
                  <a:rect b="b" l="l" r="r" t="t"/>
                  <a:pathLst>
                    <a:path extrusionOk="0" h="22683" w="21267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9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40" y="15558"/>
                      </a:cubicBezTo>
                      <a:cubicBezTo>
                        <a:pt x="17332" y="13126"/>
                        <a:pt x="15602" y="10715"/>
                        <a:pt x="13591" y="8574"/>
                      </a:cubicBezTo>
                      <a:cubicBezTo>
                        <a:pt x="11580" y="6433"/>
                        <a:pt x="9288" y="4552"/>
                        <a:pt x="6942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0" name="Google Shape;1740;p49"/>
                <p:cNvSpPr/>
                <p:nvPr/>
              </p:nvSpPr>
              <p:spPr>
                <a:xfrm>
                  <a:off x="5648862" y="4562968"/>
                  <a:ext cx="31332" cy="56880"/>
                </a:xfrm>
                <a:custGeom>
                  <a:rect b="b" l="l" r="r" t="t"/>
                  <a:pathLst>
                    <a:path extrusionOk="0" h="18726" w="10315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7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3" y="9320"/>
                      </a:cubicBezTo>
                      <a:cubicBezTo>
                        <a:pt x="6910" y="6011"/>
                        <a:pt x="8866" y="2790"/>
                        <a:pt x="10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1" name="Google Shape;1741;p49"/>
                <p:cNvSpPr/>
                <p:nvPr/>
              </p:nvSpPr>
              <p:spPr>
                <a:xfrm>
                  <a:off x="5667937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2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2" name="Google Shape;1742;p49"/>
                <p:cNvSpPr/>
                <p:nvPr/>
              </p:nvSpPr>
              <p:spPr>
                <a:xfrm>
                  <a:off x="4262563" y="4550000"/>
                  <a:ext cx="64599" cy="68900"/>
                </a:xfrm>
                <a:custGeom>
                  <a:rect b="b" l="l" r="r" t="t"/>
                  <a:pathLst>
                    <a:path extrusionOk="0" h="22683" w="21267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9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40" y="15558"/>
                      </a:cubicBezTo>
                      <a:cubicBezTo>
                        <a:pt x="17332" y="13126"/>
                        <a:pt x="15602" y="10715"/>
                        <a:pt x="13591" y="8574"/>
                      </a:cubicBezTo>
                      <a:cubicBezTo>
                        <a:pt x="11580" y="6433"/>
                        <a:pt x="9288" y="4552"/>
                        <a:pt x="6942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3" name="Google Shape;1743;p49"/>
                <p:cNvSpPr/>
                <p:nvPr/>
              </p:nvSpPr>
              <p:spPr>
                <a:xfrm>
                  <a:off x="4324086" y="4562968"/>
                  <a:ext cx="31332" cy="56880"/>
                </a:xfrm>
                <a:custGeom>
                  <a:rect b="b" l="l" r="r" t="t"/>
                  <a:pathLst>
                    <a:path extrusionOk="0" h="18726" w="10315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7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3" y="9320"/>
                      </a:cubicBezTo>
                      <a:cubicBezTo>
                        <a:pt x="6910" y="6011"/>
                        <a:pt x="8867" y="2790"/>
                        <a:pt x="10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4" name="Google Shape;1744;p49"/>
                <p:cNvSpPr/>
                <p:nvPr/>
              </p:nvSpPr>
              <p:spPr>
                <a:xfrm>
                  <a:off x="4343164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2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5" name="Google Shape;1745;p49"/>
                <p:cNvSpPr/>
                <p:nvPr/>
              </p:nvSpPr>
              <p:spPr>
                <a:xfrm>
                  <a:off x="6840806" y="4575278"/>
                  <a:ext cx="27374" cy="52151"/>
                </a:xfrm>
                <a:custGeom>
                  <a:rect b="b" l="l" r="r" t="t"/>
                  <a:pathLst>
                    <a:path extrusionOk="0" h="17169" w="9012">
                      <a:moveTo>
                        <a:pt x="0" y="0"/>
                      </a:moveTo>
                      <a:cubicBezTo>
                        <a:pt x="1048" y="2627"/>
                        <a:pt x="2649" y="5676"/>
                        <a:pt x="4238" y="8726"/>
                      </a:cubicBezTo>
                      <a:cubicBezTo>
                        <a:pt x="5838" y="11764"/>
                        <a:pt x="7438" y="14813"/>
                        <a:pt x="9006" y="17170"/>
                      </a:cubicBezTo>
                      <a:lnTo>
                        <a:pt x="9006" y="17170"/>
                      </a:lnTo>
                      <a:cubicBezTo>
                        <a:pt x="9092" y="14347"/>
                        <a:pt x="8206" y="10748"/>
                        <a:pt x="6509" y="7536"/>
                      </a:cubicBezTo>
                      <a:cubicBezTo>
                        <a:pt x="4833" y="4314"/>
                        <a:pt x="2368" y="1536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6" name="Google Shape;1746;p49"/>
                <p:cNvSpPr/>
                <p:nvPr/>
              </p:nvSpPr>
              <p:spPr>
                <a:xfrm>
                  <a:off x="6867979" y="4553315"/>
                  <a:ext cx="49302" cy="77964"/>
                </a:xfrm>
                <a:custGeom>
                  <a:rect b="b" l="l" r="r" t="t"/>
                  <a:pathLst>
                    <a:path extrusionOk="0" h="25667" w="16231">
                      <a:moveTo>
                        <a:pt x="16232" y="0"/>
                      </a:moveTo>
                      <a:cubicBezTo>
                        <a:pt x="14177" y="876"/>
                        <a:pt x="12015" y="2260"/>
                        <a:pt x="9972" y="4066"/>
                      </a:cubicBezTo>
                      <a:cubicBezTo>
                        <a:pt x="7939" y="5871"/>
                        <a:pt x="6036" y="8098"/>
                        <a:pt x="4490" y="10542"/>
                      </a:cubicBezTo>
                      <a:cubicBezTo>
                        <a:pt x="2944" y="12996"/>
                        <a:pt x="1743" y="15656"/>
                        <a:pt x="998" y="18273"/>
                      </a:cubicBezTo>
                      <a:cubicBezTo>
                        <a:pt x="241" y="20889"/>
                        <a:pt x="-73" y="23440"/>
                        <a:pt x="14" y="25668"/>
                      </a:cubicBezTo>
                      <a:lnTo>
                        <a:pt x="14" y="25668"/>
                      </a:lnTo>
                      <a:cubicBezTo>
                        <a:pt x="2425" y="21905"/>
                        <a:pt x="5030" y="17224"/>
                        <a:pt x="7906" y="12704"/>
                      </a:cubicBezTo>
                      <a:cubicBezTo>
                        <a:pt x="10761" y="8163"/>
                        <a:pt x="13864" y="3795"/>
                        <a:pt x="1622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7" name="Google Shape;1747;p49"/>
                <p:cNvSpPr/>
                <p:nvPr/>
              </p:nvSpPr>
              <p:spPr>
                <a:xfrm>
                  <a:off x="6869829" y="4569731"/>
                  <a:ext cx="76059" cy="59903"/>
                </a:xfrm>
                <a:custGeom>
                  <a:rect b="b" l="l" r="r" t="t"/>
                  <a:pathLst>
                    <a:path extrusionOk="0" h="19721" w="25040">
                      <a:moveTo>
                        <a:pt x="25029" y="0"/>
                      </a:moveTo>
                      <a:cubicBezTo>
                        <a:pt x="22705" y="184"/>
                        <a:pt x="20089" y="833"/>
                        <a:pt x="17461" y="1925"/>
                      </a:cubicBezTo>
                      <a:cubicBezTo>
                        <a:pt x="14834" y="3017"/>
                        <a:pt x="12196" y="4563"/>
                        <a:pt x="9817" y="6433"/>
                      </a:cubicBezTo>
                      <a:cubicBezTo>
                        <a:pt x="7438" y="8304"/>
                        <a:pt x="5319" y="10509"/>
                        <a:pt x="3644" y="12812"/>
                      </a:cubicBezTo>
                      <a:cubicBezTo>
                        <a:pt x="1968" y="15115"/>
                        <a:pt x="724" y="17504"/>
                        <a:pt x="0" y="19721"/>
                      </a:cubicBezTo>
                      <a:lnTo>
                        <a:pt x="0" y="19721"/>
                      </a:lnTo>
                      <a:cubicBezTo>
                        <a:pt x="3741" y="16910"/>
                        <a:pt x="8012" y="13234"/>
                        <a:pt x="12445" y="9763"/>
                      </a:cubicBezTo>
                      <a:cubicBezTo>
                        <a:pt x="16856" y="6271"/>
                        <a:pt x="21429" y="2984"/>
                        <a:pt x="25041" y="0"/>
                      </a:cubicBezTo>
                      <a:lnTo>
                        <a:pt x="2504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8" name="Google Shape;1748;p49"/>
                <p:cNvSpPr/>
                <p:nvPr/>
              </p:nvSpPr>
              <p:spPr>
                <a:xfrm>
                  <a:off x="6623896" y="4550000"/>
                  <a:ext cx="64599" cy="68900"/>
                </a:xfrm>
                <a:custGeom>
                  <a:rect b="b" l="l" r="r" t="t"/>
                  <a:pathLst>
                    <a:path extrusionOk="0" h="22683" w="21267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9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40" y="15558"/>
                      </a:cubicBezTo>
                      <a:cubicBezTo>
                        <a:pt x="17332" y="13126"/>
                        <a:pt x="15602" y="10715"/>
                        <a:pt x="13591" y="8574"/>
                      </a:cubicBezTo>
                      <a:cubicBezTo>
                        <a:pt x="11580" y="6433"/>
                        <a:pt x="9288" y="4552"/>
                        <a:pt x="6942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9" name="Google Shape;1749;p49"/>
                <p:cNvSpPr/>
                <p:nvPr/>
              </p:nvSpPr>
              <p:spPr>
                <a:xfrm>
                  <a:off x="6685452" y="4562968"/>
                  <a:ext cx="31329" cy="56880"/>
                </a:xfrm>
                <a:custGeom>
                  <a:rect b="b" l="l" r="r" t="t"/>
                  <a:pathLst>
                    <a:path extrusionOk="0" h="18726" w="10314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7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4" y="9320"/>
                      </a:cubicBezTo>
                      <a:cubicBezTo>
                        <a:pt x="6909" y="6011"/>
                        <a:pt x="8866" y="2790"/>
                        <a:pt x="10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0" name="Google Shape;1750;p49"/>
                <p:cNvSpPr/>
                <p:nvPr/>
              </p:nvSpPr>
              <p:spPr>
                <a:xfrm>
                  <a:off x="6704494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2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ubicBezTo>
                        <a:pt x="23429" y="0"/>
                        <a:pt x="23429" y="0"/>
                        <a:pt x="234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1" name="Google Shape;1751;p49"/>
                <p:cNvSpPr/>
                <p:nvPr/>
              </p:nvSpPr>
              <p:spPr>
                <a:xfrm>
                  <a:off x="5846110" y="4559030"/>
                  <a:ext cx="29424" cy="55434"/>
                </a:xfrm>
                <a:custGeom>
                  <a:rect b="b" l="l" r="r" t="t"/>
                  <a:pathLst>
                    <a:path extrusionOk="0" h="18250" w="9687">
                      <a:moveTo>
                        <a:pt x="0" y="0"/>
                      </a:moveTo>
                      <a:cubicBezTo>
                        <a:pt x="1081" y="5892"/>
                        <a:pt x="5417" y="14055"/>
                        <a:pt x="9687" y="18250"/>
                      </a:cubicBezTo>
                      <a:cubicBezTo>
                        <a:pt x="8606" y="12358"/>
                        <a:pt x="4270" y="419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2" name="Google Shape;1752;p49"/>
                <p:cNvSpPr/>
                <p:nvPr/>
              </p:nvSpPr>
              <p:spPr>
                <a:xfrm>
                  <a:off x="5873175" y="4562574"/>
                  <a:ext cx="39591" cy="62691"/>
                </a:xfrm>
                <a:custGeom>
                  <a:rect b="b" l="l" r="r" t="t"/>
                  <a:pathLst>
                    <a:path extrusionOk="0" h="20639" w="13034">
                      <a:moveTo>
                        <a:pt x="13034" y="0"/>
                      </a:moveTo>
                      <a:cubicBezTo>
                        <a:pt x="11337" y="594"/>
                        <a:pt x="9499" y="1622"/>
                        <a:pt x="7802" y="3038"/>
                      </a:cubicBezTo>
                      <a:cubicBezTo>
                        <a:pt x="6093" y="4454"/>
                        <a:pt x="4515" y="6249"/>
                        <a:pt x="3260" y="8249"/>
                      </a:cubicBezTo>
                      <a:cubicBezTo>
                        <a:pt x="2007" y="10250"/>
                        <a:pt x="1076" y="12455"/>
                        <a:pt x="547" y="14607"/>
                      </a:cubicBezTo>
                      <a:cubicBezTo>
                        <a:pt x="17" y="16758"/>
                        <a:pt x="-113" y="18856"/>
                        <a:pt x="93" y="20640"/>
                      </a:cubicBezTo>
                      <a:lnTo>
                        <a:pt x="93" y="20640"/>
                      </a:lnTo>
                      <a:cubicBezTo>
                        <a:pt x="1801" y="17450"/>
                        <a:pt x="3726" y="13612"/>
                        <a:pt x="6018" y="9979"/>
                      </a:cubicBezTo>
                      <a:cubicBezTo>
                        <a:pt x="8288" y="6336"/>
                        <a:pt x="10905" y="2919"/>
                        <a:pt x="13024" y="0"/>
                      </a:cubicBezTo>
                      <a:lnTo>
                        <a:pt x="1302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49"/>
                <p:cNvSpPr/>
                <p:nvPr/>
              </p:nvSpPr>
              <p:spPr>
                <a:xfrm>
                  <a:off x="7127318" y="4571899"/>
                  <a:ext cx="46796" cy="53594"/>
                </a:xfrm>
                <a:custGeom>
                  <a:rect b="b" l="l" r="r" t="t"/>
                  <a:pathLst>
                    <a:path extrusionOk="0" h="17644" w="15406">
                      <a:moveTo>
                        <a:pt x="0" y="0"/>
                      </a:moveTo>
                      <a:cubicBezTo>
                        <a:pt x="1784" y="2898"/>
                        <a:pt x="4411" y="6152"/>
                        <a:pt x="7157" y="9298"/>
                      </a:cubicBezTo>
                      <a:cubicBezTo>
                        <a:pt x="9903" y="12434"/>
                        <a:pt x="12769" y="15482"/>
                        <a:pt x="15407" y="17645"/>
                      </a:cubicBezTo>
                      <a:cubicBezTo>
                        <a:pt x="14498" y="14369"/>
                        <a:pt x="12336" y="10531"/>
                        <a:pt x="9482" y="7276"/>
                      </a:cubicBezTo>
                      <a:cubicBezTo>
                        <a:pt x="6638" y="4011"/>
                        <a:pt x="3135" y="1341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4" name="Google Shape;1754;p49"/>
                <p:cNvSpPr/>
                <p:nvPr/>
              </p:nvSpPr>
              <p:spPr>
                <a:xfrm>
                  <a:off x="7167500" y="4567204"/>
                  <a:ext cx="12247" cy="61479"/>
                </a:xfrm>
                <a:custGeom>
                  <a:rect b="b" l="l" r="r" t="t"/>
                  <a:pathLst>
                    <a:path extrusionOk="0" h="20240" w="4032">
                      <a:moveTo>
                        <a:pt x="4033" y="0"/>
                      </a:moveTo>
                      <a:cubicBezTo>
                        <a:pt x="2162" y="2325"/>
                        <a:pt x="660" y="5968"/>
                        <a:pt x="184" y="9796"/>
                      </a:cubicBezTo>
                      <a:cubicBezTo>
                        <a:pt x="-314" y="13613"/>
                        <a:pt x="227" y="17526"/>
                        <a:pt x="1460" y="20240"/>
                      </a:cubicBezTo>
                      <a:lnTo>
                        <a:pt x="1460" y="20240"/>
                      </a:lnTo>
                      <a:cubicBezTo>
                        <a:pt x="2022" y="17310"/>
                        <a:pt x="2401" y="13720"/>
                        <a:pt x="2865" y="10131"/>
                      </a:cubicBezTo>
                      <a:cubicBezTo>
                        <a:pt x="3309" y="6552"/>
                        <a:pt x="3849" y="2973"/>
                        <a:pt x="403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5" name="Google Shape;1755;p49"/>
                <p:cNvSpPr/>
                <p:nvPr/>
              </p:nvSpPr>
              <p:spPr>
                <a:xfrm>
                  <a:off x="7325186" y="4572324"/>
                  <a:ext cx="38060" cy="50280"/>
                </a:xfrm>
                <a:custGeom>
                  <a:rect b="b" l="l" r="r" t="t"/>
                  <a:pathLst>
                    <a:path extrusionOk="0" h="16553" w="12530">
                      <a:moveTo>
                        <a:pt x="0" y="0"/>
                      </a:moveTo>
                      <a:cubicBezTo>
                        <a:pt x="1687" y="2530"/>
                        <a:pt x="3968" y="5406"/>
                        <a:pt x="6184" y="8336"/>
                      </a:cubicBezTo>
                      <a:cubicBezTo>
                        <a:pt x="8411" y="11255"/>
                        <a:pt x="10552" y="14239"/>
                        <a:pt x="12531" y="16553"/>
                      </a:cubicBezTo>
                      <a:lnTo>
                        <a:pt x="12531" y="16553"/>
                      </a:lnTo>
                      <a:cubicBezTo>
                        <a:pt x="12531" y="16553"/>
                        <a:pt x="12531" y="16553"/>
                        <a:pt x="12531" y="16553"/>
                      </a:cubicBezTo>
                      <a:cubicBezTo>
                        <a:pt x="12250" y="13537"/>
                        <a:pt x="10758" y="9796"/>
                        <a:pt x="8379" y="6682"/>
                      </a:cubicBezTo>
                      <a:cubicBezTo>
                        <a:pt x="6022" y="3547"/>
                        <a:pt x="2832" y="1092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6" name="Google Shape;1756;p49"/>
                <p:cNvSpPr/>
                <p:nvPr/>
              </p:nvSpPr>
              <p:spPr>
                <a:xfrm>
                  <a:off x="7359805" y="4556139"/>
                  <a:ext cx="41690" cy="68210"/>
                </a:xfrm>
                <a:custGeom>
                  <a:rect b="b" l="l" r="r" t="t"/>
                  <a:pathLst>
                    <a:path extrusionOk="0" h="22456" w="13725">
                      <a:moveTo>
                        <a:pt x="13726" y="11"/>
                      </a:moveTo>
                      <a:cubicBezTo>
                        <a:pt x="11823" y="476"/>
                        <a:pt x="9736" y="1470"/>
                        <a:pt x="7801" y="2962"/>
                      </a:cubicBezTo>
                      <a:cubicBezTo>
                        <a:pt x="5877" y="4454"/>
                        <a:pt x="4114" y="6444"/>
                        <a:pt x="2784" y="8682"/>
                      </a:cubicBezTo>
                      <a:cubicBezTo>
                        <a:pt x="1465" y="10931"/>
                        <a:pt x="579" y="13428"/>
                        <a:pt x="211" y="15839"/>
                      </a:cubicBezTo>
                      <a:cubicBezTo>
                        <a:pt x="-168" y="18250"/>
                        <a:pt x="-16" y="20564"/>
                        <a:pt x="503" y="22456"/>
                      </a:cubicBezTo>
                      <a:cubicBezTo>
                        <a:pt x="1173" y="20607"/>
                        <a:pt x="1898" y="18596"/>
                        <a:pt x="2784" y="16564"/>
                      </a:cubicBezTo>
                      <a:cubicBezTo>
                        <a:pt x="3660" y="14531"/>
                        <a:pt x="4687" y="12466"/>
                        <a:pt x="5855" y="10487"/>
                      </a:cubicBezTo>
                      <a:cubicBezTo>
                        <a:pt x="7023" y="8509"/>
                        <a:pt x="8331" y="6606"/>
                        <a:pt x="9682" y="4854"/>
                      </a:cubicBezTo>
                      <a:cubicBezTo>
                        <a:pt x="11034" y="3092"/>
                        <a:pt x="12429" y="1481"/>
                        <a:pt x="1372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7" name="Google Shape;1757;p49"/>
                <p:cNvSpPr/>
                <p:nvPr/>
              </p:nvSpPr>
              <p:spPr>
                <a:xfrm>
                  <a:off x="7363467" y="4574953"/>
                  <a:ext cx="56947" cy="48141"/>
                </a:xfrm>
                <a:custGeom>
                  <a:rect b="b" l="l" r="r" t="t"/>
                  <a:pathLst>
                    <a:path extrusionOk="0" h="15849" w="18748">
                      <a:moveTo>
                        <a:pt x="18737" y="0"/>
                      </a:moveTo>
                      <a:cubicBezTo>
                        <a:pt x="16932" y="129"/>
                        <a:pt x="14910" y="627"/>
                        <a:pt x="12877" y="1514"/>
                      </a:cubicBezTo>
                      <a:cubicBezTo>
                        <a:pt x="10845" y="2389"/>
                        <a:pt x="8823" y="3633"/>
                        <a:pt x="7028" y="5157"/>
                      </a:cubicBezTo>
                      <a:cubicBezTo>
                        <a:pt x="5233" y="6681"/>
                        <a:pt x="3665" y="8465"/>
                        <a:pt x="2465" y="10325"/>
                      </a:cubicBezTo>
                      <a:cubicBezTo>
                        <a:pt x="1265" y="12185"/>
                        <a:pt x="433" y="14099"/>
                        <a:pt x="0" y="15850"/>
                      </a:cubicBezTo>
                      <a:cubicBezTo>
                        <a:pt x="2714" y="13461"/>
                        <a:pt x="5828" y="10444"/>
                        <a:pt x="9147" y="7665"/>
                      </a:cubicBezTo>
                      <a:cubicBezTo>
                        <a:pt x="12445" y="4865"/>
                        <a:pt x="15937" y="2292"/>
                        <a:pt x="18748" y="11"/>
                      </a:cubicBezTo>
                      <a:lnTo>
                        <a:pt x="18748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8" name="Google Shape;1758;p49"/>
                <p:cNvSpPr/>
                <p:nvPr/>
              </p:nvSpPr>
              <p:spPr>
                <a:xfrm>
                  <a:off x="7691871" y="4550000"/>
                  <a:ext cx="64595" cy="68900"/>
                </a:xfrm>
                <a:custGeom>
                  <a:rect b="b" l="l" r="r" t="t"/>
                  <a:pathLst>
                    <a:path extrusionOk="0" h="22683" w="21266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8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39" y="15558"/>
                      </a:cubicBezTo>
                      <a:cubicBezTo>
                        <a:pt x="17331" y="13126"/>
                        <a:pt x="15601" y="10715"/>
                        <a:pt x="13590" y="8574"/>
                      </a:cubicBezTo>
                      <a:cubicBezTo>
                        <a:pt x="11580" y="6433"/>
                        <a:pt x="9287" y="4552"/>
                        <a:pt x="6941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9" name="Google Shape;1759;p49"/>
                <p:cNvSpPr/>
                <p:nvPr/>
              </p:nvSpPr>
              <p:spPr>
                <a:xfrm>
                  <a:off x="7753394" y="4562968"/>
                  <a:ext cx="31329" cy="56880"/>
                </a:xfrm>
                <a:custGeom>
                  <a:rect b="b" l="l" r="r" t="t"/>
                  <a:pathLst>
                    <a:path extrusionOk="0" h="18726" w="10314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6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4" y="9320"/>
                      </a:cubicBezTo>
                      <a:cubicBezTo>
                        <a:pt x="6909" y="6011"/>
                        <a:pt x="8866" y="2790"/>
                        <a:pt x="10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0" name="Google Shape;1760;p49"/>
                <p:cNvSpPr/>
                <p:nvPr/>
              </p:nvSpPr>
              <p:spPr>
                <a:xfrm>
                  <a:off x="7772469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3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1" name="Google Shape;1761;p49"/>
                <p:cNvSpPr/>
                <p:nvPr/>
              </p:nvSpPr>
              <p:spPr>
                <a:xfrm>
                  <a:off x="7950639" y="4559030"/>
                  <a:ext cx="29424" cy="55434"/>
                </a:xfrm>
                <a:custGeom>
                  <a:rect b="b" l="l" r="r" t="t"/>
                  <a:pathLst>
                    <a:path extrusionOk="0" h="18250" w="9687">
                      <a:moveTo>
                        <a:pt x="0" y="0"/>
                      </a:moveTo>
                      <a:cubicBezTo>
                        <a:pt x="1081" y="5892"/>
                        <a:pt x="5417" y="14055"/>
                        <a:pt x="9687" y="18250"/>
                      </a:cubicBezTo>
                      <a:cubicBezTo>
                        <a:pt x="8606" y="12358"/>
                        <a:pt x="4271" y="419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2" name="Google Shape;1762;p49"/>
                <p:cNvSpPr/>
                <p:nvPr/>
              </p:nvSpPr>
              <p:spPr>
                <a:xfrm>
                  <a:off x="7977707" y="4562574"/>
                  <a:ext cx="39591" cy="62691"/>
                </a:xfrm>
                <a:custGeom>
                  <a:rect b="b" l="l" r="r" t="t"/>
                  <a:pathLst>
                    <a:path extrusionOk="0" h="20639" w="13034">
                      <a:moveTo>
                        <a:pt x="13035" y="0"/>
                      </a:moveTo>
                      <a:cubicBezTo>
                        <a:pt x="11337" y="594"/>
                        <a:pt x="9499" y="1622"/>
                        <a:pt x="7801" y="3038"/>
                      </a:cubicBezTo>
                      <a:cubicBezTo>
                        <a:pt x="6093" y="4454"/>
                        <a:pt x="4514" y="6249"/>
                        <a:pt x="3261" y="8249"/>
                      </a:cubicBezTo>
                      <a:cubicBezTo>
                        <a:pt x="2006" y="10250"/>
                        <a:pt x="1077" y="12455"/>
                        <a:pt x="547" y="14607"/>
                      </a:cubicBezTo>
                      <a:cubicBezTo>
                        <a:pt x="17" y="16758"/>
                        <a:pt x="-113" y="18856"/>
                        <a:pt x="93" y="20640"/>
                      </a:cubicBezTo>
                      <a:lnTo>
                        <a:pt x="93" y="20640"/>
                      </a:lnTo>
                      <a:cubicBezTo>
                        <a:pt x="1801" y="17450"/>
                        <a:pt x="3725" y="13612"/>
                        <a:pt x="6017" y="9979"/>
                      </a:cubicBezTo>
                      <a:cubicBezTo>
                        <a:pt x="8288" y="6336"/>
                        <a:pt x="10904" y="2919"/>
                        <a:pt x="13024" y="0"/>
                      </a:cubicBezTo>
                      <a:lnTo>
                        <a:pt x="1302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63" name="Google Shape;1763;p49"/>
              <p:cNvGrpSpPr/>
              <p:nvPr/>
            </p:nvGrpSpPr>
            <p:grpSpPr>
              <a:xfrm>
                <a:off x="4262563" y="4550000"/>
                <a:ext cx="3754734" cy="81279"/>
                <a:chOff x="4262563" y="4550000"/>
                <a:chExt cx="3754734" cy="81279"/>
              </a:xfrm>
            </p:grpSpPr>
            <p:sp>
              <p:nvSpPr>
                <p:cNvPr id="1764" name="Google Shape;1764;p49"/>
                <p:cNvSpPr/>
                <p:nvPr/>
              </p:nvSpPr>
              <p:spPr>
                <a:xfrm>
                  <a:off x="4479443" y="4575278"/>
                  <a:ext cx="27374" cy="52151"/>
                </a:xfrm>
                <a:custGeom>
                  <a:rect b="b" l="l" r="r" t="t"/>
                  <a:pathLst>
                    <a:path extrusionOk="0" h="17169" w="9012">
                      <a:moveTo>
                        <a:pt x="0" y="0"/>
                      </a:moveTo>
                      <a:cubicBezTo>
                        <a:pt x="1049" y="2627"/>
                        <a:pt x="2649" y="5676"/>
                        <a:pt x="4238" y="8726"/>
                      </a:cubicBezTo>
                      <a:cubicBezTo>
                        <a:pt x="5838" y="11764"/>
                        <a:pt x="7439" y="14813"/>
                        <a:pt x="9006" y="17170"/>
                      </a:cubicBezTo>
                      <a:lnTo>
                        <a:pt x="9006" y="17170"/>
                      </a:lnTo>
                      <a:cubicBezTo>
                        <a:pt x="9093" y="14347"/>
                        <a:pt x="8207" y="10748"/>
                        <a:pt x="6509" y="7536"/>
                      </a:cubicBezTo>
                      <a:cubicBezTo>
                        <a:pt x="4833" y="4314"/>
                        <a:pt x="2368" y="1536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5" name="Google Shape;1765;p49"/>
                <p:cNvSpPr/>
                <p:nvPr/>
              </p:nvSpPr>
              <p:spPr>
                <a:xfrm>
                  <a:off x="4506616" y="4553315"/>
                  <a:ext cx="49302" cy="77964"/>
                </a:xfrm>
                <a:custGeom>
                  <a:rect b="b" l="l" r="r" t="t"/>
                  <a:pathLst>
                    <a:path extrusionOk="0" h="25667" w="16231">
                      <a:moveTo>
                        <a:pt x="16232" y="0"/>
                      </a:moveTo>
                      <a:cubicBezTo>
                        <a:pt x="14178" y="876"/>
                        <a:pt x="12015" y="2260"/>
                        <a:pt x="9972" y="4066"/>
                      </a:cubicBezTo>
                      <a:cubicBezTo>
                        <a:pt x="7939" y="5871"/>
                        <a:pt x="6037" y="8098"/>
                        <a:pt x="4490" y="10542"/>
                      </a:cubicBezTo>
                      <a:cubicBezTo>
                        <a:pt x="2944" y="12996"/>
                        <a:pt x="1744" y="15656"/>
                        <a:pt x="998" y="18273"/>
                      </a:cubicBezTo>
                      <a:cubicBezTo>
                        <a:pt x="241" y="20889"/>
                        <a:pt x="-73" y="23440"/>
                        <a:pt x="14" y="25668"/>
                      </a:cubicBezTo>
                      <a:lnTo>
                        <a:pt x="14" y="25668"/>
                      </a:lnTo>
                      <a:cubicBezTo>
                        <a:pt x="2425" y="21905"/>
                        <a:pt x="5031" y="17224"/>
                        <a:pt x="7907" y="12704"/>
                      </a:cubicBezTo>
                      <a:cubicBezTo>
                        <a:pt x="10761" y="8163"/>
                        <a:pt x="13864" y="3795"/>
                        <a:pt x="16221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6" name="Google Shape;1766;p49"/>
                <p:cNvSpPr/>
                <p:nvPr/>
              </p:nvSpPr>
              <p:spPr>
                <a:xfrm>
                  <a:off x="4508466" y="4569731"/>
                  <a:ext cx="76059" cy="59903"/>
                </a:xfrm>
                <a:custGeom>
                  <a:rect b="b" l="l" r="r" t="t"/>
                  <a:pathLst>
                    <a:path extrusionOk="0" h="19721" w="25040">
                      <a:moveTo>
                        <a:pt x="25029" y="0"/>
                      </a:moveTo>
                      <a:cubicBezTo>
                        <a:pt x="22705" y="184"/>
                        <a:pt x="20088" y="833"/>
                        <a:pt x="17461" y="1925"/>
                      </a:cubicBezTo>
                      <a:cubicBezTo>
                        <a:pt x="14834" y="3017"/>
                        <a:pt x="12196" y="4563"/>
                        <a:pt x="9817" y="6433"/>
                      </a:cubicBezTo>
                      <a:cubicBezTo>
                        <a:pt x="7438" y="8304"/>
                        <a:pt x="5319" y="10509"/>
                        <a:pt x="3643" y="12812"/>
                      </a:cubicBezTo>
                      <a:cubicBezTo>
                        <a:pt x="1968" y="15115"/>
                        <a:pt x="724" y="17504"/>
                        <a:pt x="0" y="19721"/>
                      </a:cubicBezTo>
                      <a:lnTo>
                        <a:pt x="0" y="19721"/>
                      </a:lnTo>
                      <a:cubicBezTo>
                        <a:pt x="3741" y="16910"/>
                        <a:pt x="8011" y="13234"/>
                        <a:pt x="12444" y="9763"/>
                      </a:cubicBezTo>
                      <a:cubicBezTo>
                        <a:pt x="16856" y="6271"/>
                        <a:pt x="21429" y="2984"/>
                        <a:pt x="25040" y="0"/>
                      </a:cubicBezTo>
                      <a:lnTo>
                        <a:pt x="25040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7" name="Google Shape;1767;p49"/>
                <p:cNvSpPr/>
                <p:nvPr/>
              </p:nvSpPr>
              <p:spPr>
                <a:xfrm>
                  <a:off x="4856896" y="4571899"/>
                  <a:ext cx="46796" cy="53594"/>
                </a:xfrm>
                <a:custGeom>
                  <a:rect b="b" l="l" r="r" t="t"/>
                  <a:pathLst>
                    <a:path extrusionOk="0" h="17644" w="15406">
                      <a:moveTo>
                        <a:pt x="0" y="0"/>
                      </a:moveTo>
                      <a:cubicBezTo>
                        <a:pt x="1784" y="2898"/>
                        <a:pt x="4411" y="6152"/>
                        <a:pt x="7158" y="9298"/>
                      </a:cubicBezTo>
                      <a:cubicBezTo>
                        <a:pt x="9904" y="12434"/>
                        <a:pt x="12769" y="15482"/>
                        <a:pt x="15407" y="17645"/>
                      </a:cubicBezTo>
                      <a:cubicBezTo>
                        <a:pt x="14499" y="14369"/>
                        <a:pt x="12337" y="10531"/>
                        <a:pt x="9482" y="7276"/>
                      </a:cubicBezTo>
                      <a:cubicBezTo>
                        <a:pt x="6639" y="4011"/>
                        <a:pt x="3135" y="1341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8" name="Google Shape;1768;p49"/>
                <p:cNvSpPr/>
                <p:nvPr/>
              </p:nvSpPr>
              <p:spPr>
                <a:xfrm>
                  <a:off x="4897047" y="4567204"/>
                  <a:ext cx="12247" cy="61479"/>
                </a:xfrm>
                <a:custGeom>
                  <a:rect b="b" l="l" r="r" t="t"/>
                  <a:pathLst>
                    <a:path extrusionOk="0" h="20240" w="4032">
                      <a:moveTo>
                        <a:pt x="4033" y="0"/>
                      </a:moveTo>
                      <a:cubicBezTo>
                        <a:pt x="2162" y="2325"/>
                        <a:pt x="659" y="5968"/>
                        <a:pt x="184" y="9796"/>
                      </a:cubicBezTo>
                      <a:cubicBezTo>
                        <a:pt x="-314" y="13613"/>
                        <a:pt x="227" y="17526"/>
                        <a:pt x="1460" y="20240"/>
                      </a:cubicBezTo>
                      <a:lnTo>
                        <a:pt x="1460" y="20240"/>
                      </a:lnTo>
                      <a:cubicBezTo>
                        <a:pt x="2022" y="17310"/>
                        <a:pt x="2400" y="13720"/>
                        <a:pt x="2865" y="10131"/>
                      </a:cubicBezTo>
                      <a:cubicBezTo>
                        <a:pt x="3309" y="6552"/>
                        <a:pt x="3849" y="2973"/>
                        <a:pt x="4033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9" name="Google Shape;1769;p49"/>
                <p:cNvSpPr/>
                <p:nvPr/>
              </p:nvSpPr>
              <p:spPr>
                <a:xfrm>
                  <a:off x="5054730" y="4572324"/>
                  <a:ext cx="38063" cy="50280"/>
                </a:xfrm>
                <a:custGeom>
                  <a:rect b="b" l="l" r="r" t="t"/>
                  <a:pathLst>
                    <a:path extrusionOk="0" h="16553" w="12531">
                      <a:moveTo>
                        <a:pt x="0" y="0"/>
                      </a:moveTo>
                      <a:cubicBezTo>
                        <a:pt x="1687" y="2530"/>
                        <a:pt x="3968" y="5406"/>
                        <a:pt x="6185" y="8336"/>
                      </a:cubicBezTo>
                      <a:cubicBezTo>
                        <a:pt x="8412" y="11255"/>
                        <a:pt x="10553" y="14239"/>
                        <a:pt x="12531" y="16553"/>
                      </a:cubicBezTo>
                      <a:lnTo>
                        <a:pt x="12531" y="16553"/>
                      </a:lnTo>
                      <a:cubicBezTo>
                        <a:pt x="12531" y="16553"/>
                        <a:pt x="12531" y="16553"/>
                        <a:pt x="12531" y="16553"/>
                      </a:cubicBezTo>
                      <a:cubicBezTo>
                        <a:pt x="12250" y="13537"/>
                        <a:pt x="10758" y="9796"/>
                        <a:pt x="8379" y="6682"/>
                      </a:cubicBezTo>
                      <a:cubicBezTo>
                        <a:pt x="6023" y="3547"/>
                        <a:pt x="2833" y="1092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0" name="Google Shape;1770;p49"/>
                <p:cNvSpPr/>
                <p:nvPr/>
              </p:nvSpPr>
              <p:spPr>
                <a:xfrm>
                  <a:off x="5089383" y="4556139"/>
                  <a:ext cx="41690" cy="68210"/>
                </a:xfrm>
                <a:custGeom>
                  <a:rect b="b" l="l" r="r" t="t"/>
                  <a:pathLst>
                    <a:path extrusionOk="0" h="22456" w="13725">
                      <a:moveTo>
                        <a:pt x="13715" y="11"/>
                      </a:moveTo>
                      <a:cubicBezTo>
                        <a:pt x="11812" y="476"/>
                        <a:pt x="9725" y="1470"/>
                        <a:pt x="7790" y="2962"/>
                      </a:cubicBezTo>
                      <a:cubicBezTo>
                        <a:pt x="5865" y="4454"/>
                        <a:pt x="4103" y="6444"/>
                        <a:pt x="2784" y="8682"/>
                      </a:cubicBezTo>
                      <a:cubicBezTo>
                        <a:pt x="1465" y="10931"/>
                        <a:pt x="579" y="13428"/>
                        <a:pt x="211" y="15839"/>
                      </a:cubicBezTo>
                      <a:cubicBezTo>
                        <a:pt x="-167" y="18250"/>
                        <a:pt x="-16" y="20564"/>
                        <a:pt x="503" y="22456"/>
                      </a:cubicBezTo>
                      <a:cubicBezTo>
                        <a:pt x="1173" y="20607"/>
                        <a:pt x="1897" y="18596"/>
                        <a:pt x="2784" y="16564"/>
                      </a:cubicBezTo>
                      <a:cubicBezTo>
                        <a:pt x="3660" y="14531"/>
                        <a:pt x="4687" y="12466"/>
                        <a:pt x="5855" y="10487"/>
                      </a:cubicBezTo>
                      <a:cubicBezTo>
                        <a:pt x="7022" y="8509"/>
                        <a:pt x="8331" y="6606"/>
                        <a:pt x="9682" y="4854"/>
                      </a:cubicBezTo>
                      <a:cubicBezTo>
                        <a:pt x="11034" y="3092"/>
                        <a:pt x="12428" y="1481"/>
                        <a:pt x="13725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1" name="Google Shape;1771;p49"/>
                <p:cNvSpPr/>
                <p:nvPr/>
              </p:nvSpPr>
              <p:spPr>
                <a:xfrm>
                  <a:off x="5093045" y="4574953"/>
                  <a:ext cx="56947" cy="48141"/>
                </a:xfrm>
                <a:custGeom>
                  <a:rect b="b" l="l" r="r" t="t"/>
                  <a:pathLst>
                    <a:path extrusionOk="0" h="15849" w="18748">
                      <a:moveTo>
                        <a:pt x="18737" y="0"/>
                      </a:moveTo>
                      <a:cubicBezTo>
                        <a:pt x="16932" y="129"/>
                        <a:pt x="14910" y="627"/>
                        <a:pt x="12877" y="1514"/>
                      </a:cubicBezTo>
                      <a:cubicBezTo>
                        <a:pt x="10845" y="2389"/>
                        <a:pt x="8823" y="3633"/>
                        <a:pt x="7028" y="5157"/>
                      </a:cubicBezTo>
                      <a:cubicBezTo>
                        <a:pt x="5233" y="6681"/>
                        <a:pt x="3665" y="8465"/>
                        <a:pt x="2465" y="10325"/>
                      </a:cubicBezTo>
                      <a:cubicBezTo>
                        <a:pt x="1265" y="12185"/>
                        <a:pt x="433" y="14099"/>
                        <a:pt x="0" y="15850"/>
                      </a:cubicBezTo>
                      <a:cubicBezTo>
                        <a:pt x="2714" y="13461"/>
                        <a:pt x="5828" y="10444"/>
                        <a:pt x="9147" y="7665"/>
                      </a:cubicBezTo>
                      <a:cubicBezTo>
                        <a:pt x="12445" y="4865"/>
                        <a:pt x="15937" y="2292"/>
                        <a:pt x="18748" y="11"/>
                      </a:cubicBezTo>
                      <a:lnTo>
                        <a:pt x="18748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2" name="Google Shape;1772;p49"/>
                <p:cNvSpPr/>
                <p:nvPr/>
              </p:nvSpPr>
              <p:spPr>
                <a:xfrm>
                  <a:off x="5028662" y="4588117"/>
                  <a:ext cx="56750" cy="38424"/>
                </a:xfrm>
                <a:custGeom>
                  <a:rect b="b" l="l" r="r" t="t"/>
                  <a:pathLst>
                    <a:path extrusionOk="0" h="12650" w="18683">
                      <a:moveTo>
                        <a:pt x="0" y="0"/>
                      </a:moveTo>
                      <a:cubicBezTo>
                        <a:pt x="2433" y="2206"/>
                        <a:pt x="5709" y="4530"/>
                        <a:pt x="9028" y="6790"/>
                      </a:cubicBezTo>
                      <a:cubicBezTo>
                        <a:pt x="12358" y="9028"/>
                        <a:pt x="15732" y="11212"/>
                        <a:pt x="18683" y="12650"/>
                      </a:cubicBezTo>
                      <a:lnTo>
                        <a:pt x="18683" y="12650"/>
                      </a:lnTo>
                      <a:cubicBezTo>
                        <a:pt x="17105" y="9774"/>
                        <a:pt x="14174" y="6671"/>
                        <a:pt x="10693" y="4325"/>
                      </a:cubicBezTo>
                      <a:cubicBezTo>
                        <a:pt x="7223" y="1968"/>
                        <a:pt x="3255" y="40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3" name="Google Shape;1773;p49"/>
                <p:cNvSpPr/>
                <p:nvPr/>
              </p:nvSpPr>
              <p:spPr>
                <a:xfrm>
                  <a:off x="6081075" y="4571899"/>
                  <a:ext cx="46796" cy="53594"/>
                </a:xfrm>
                <a:custGeom>
                  <a:rect b="b" l="l" r="r" t="t"/>
                  <a:pathLst>
                    <a:path extrusionOk="0" h="17644" w="15406">
                      <a:moveTo>
                        <a:pt x="0" y="0"/>
                      </a:moveTo>
                      <a:cubicBezTo>
                        <a:pt x="1784" y="2898"/>
                        <a:pt x="4411" y="6152"/>
                        <a:pt x="7158" y="9298"/>
                      </a:cubicBezTo>
                      <a:cubicBezTo>
                        <a:pt x="9904" y="12434"/>
                        <a:pt x="12769" y="15482"/>
                        <a:pt x="15407" y="17645"/>
                      </a:cubicBezTo>
                      <a:cubicBezTo>
                        <a:pt x="14499" y="14369"/>
                        <a:pt x="12337" y="10531"/>
                        <a:pt x="9482" y="7276"/>
                      </a:cubicBezTo>
                      <a:cubicBezTo>
                        <a:pt x="6639" y="4011"/>
                        <a:pt x="3135" y="1341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4" name="Google Shape;1774;p49"/>
                <p:cNvSpPr/>
                <p:nvPr/>
              </p:nvSpPr>
              <p:spPr>
                <a:xfrm>
                  <a:off x="6121227" y="4567204"/>
                  <a:ext cx="12247" cy="61479"/>
                </a:xfrm>
                <a:custGeom>
                  <a:rect b="b" l="l" r="r" t="t"/>
                  <a:pathLst>
                    <a:path extrusionOk="0" h="20240" w="4032">
                      <a:moveTo>
                        <a:pt x="4033" y="0"/>
                      </a:moveTo>
                      <a:cubicBezTo>
                        <a:pt x="2162" y="2325"/>
                        <a:pt x="659" y="5968"/>
                        <a:pt x="184" y="9796"/>
                      </a:cubicBezTo>
                      <a:cubicBezTo>
                        <a:pt x="-314" y="13613"/>
                        <a:pt x="227" y="17526"/>
                        <a:pt x="1460" y="20240"/>
                      </a:cubicBezTo>
                      <a:lnTo>
                        <a:pt x="1460" y="20240"/>
                      </a:lnTo>
                      <a:cubicBezTo>
                        <a:pt x="2022" y="17310"/>
                        <a:pt x="2401" y="13720"/>
                        <a:pt x="2865" y="10131"/>
                      </a:cubicBezTo>
                      <a:cubicBezTo>
                        <a:pt x="3309" y="6552"/>
                        <a:pt x="3849" y="2973"/>
                        <a:pt x="4033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5" name="Google Shape;1775;p49"/>
                <p:cNvSpPr/>
                <p:nvPr/>
              </p:nvSpPr>
              <p:spPr>
                <a:xfrm>
                  <a:off x="6278912" y="4572324"/>
                  <a:ext cx="38060" cy="50280"/>
                </a:xfrm>
                <a:custGeom>
                  <a:rect b="b" l="l" r="r" t="t"/>
                  <a:pathLst>
                    <a:path extrusionOk="0" h="16553" w="12530">
                      <a:moveTo>
                        <a:pt x="0" y="0"/>
                      </a:moveTo>
                      <a:cubicBezTo>
                        <a:pt x="1686" y="2530"/>
                        <a:pt x="3968" y="5406"/>
                        <a:pt x="6184" y="8336"/>
                      </a:cubicBezTo>
                      <a:cubicBezTo>
                        <a:pt x="8411" y="11255"/>
                        <a:pt x="10552" y="14239"/>
                        <a:pt x="12531" y="16553"/>
                      </a:cubicBezTo>
                      <a:lnTo>
                        <a:pt x="12531" y="16553"/>
                      </a:lnTo>
                      <a:cubicBezTo>
                        <a:pt x="12531" y="16553"/>
                        <a:pt x="12531" y="16553"/>
                        <a:pt x="12531" y="16553"/>
                      </a:cubicBezTo>
                      <a:cubicBezTo>
                        <a:pt x="12249" y="13537"/>
                        <a:pt x="10758" y="9796"/>
                        <a:pt x="8379" y="6682"/>
                      </a:cubicBezTo>
                      <a:cubicBezTo>
                        <a:pt x="6022" y="3547"/>
                        <a:pt x="2832" y="1092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6" name="Google Shape;1776;p49"/>
                <p:cNvSpPr/>
                <p:nvPr/>
              </p:nvSpPr>
              <p:spPr>
                <a:xfrm>
                  <a:off x="6313565" y="4556139"/>
                  <a:ext cx="41690" cy="68210"/>
                </a:xfrm>
                <a:custGeom>
                  <a:rect b="b" l="l" r="r" t="t"/>
                  <a:pathLst>
                    <a:path extrusionOk="0" h="22456" w="13725">
                      <a:moveTo>
                        <a:pt x="13715" y="11"/>
                      </a:moveTo>
                      <a:cubicBezTo>
                        <a:pt x="11812" y="476"/>
                        <a:pt x="9725" y="1470"/>
                        <a:pt x="7790" y="2962"/>
                      </a:cubicBezTo>
                      <a:cubicBezTo>
                        <a:pt x="5866" y="4454"/>
                        <a:pt x="4103" y="6444"/>
                        <a:pt x="2784" y="8682"/>
                      </a:cubicBezTo>
                      <a:cubicBezTo>
                        <a:pt x="1465" y="10931"/>
                        <a:pt x="578" y="13428"/>
                        <a:pt x="211" y="15839"/>
                      </a:cubicBezTo>
                      <a:cubicBezTo>
                        <a:pt x="-168" y="18250"/>
                        <a:pt x="-17" y="20564"/>
                        <a:pt x="503" y="22456"/>
                      </a:cubicBezTo>
                      <a:cubicBezTo>
                        <a:pt x="1173" y="20607"/>
                        <a:pt x="1897" y="18596"/>
                        <a:pt x="2784" y="16564"/>
                      </a:cubicBezTo>
                      <a:cubicBezTo>
                        <a:pt x="3660" y="14531"/>
                        <a:pt x="4687" y="12466"/>
                        <a:pt x="5854" y="10487"/>
                      </a:cubicBezTo>
                      <a:cubicBezTo>
                        <a:pt x="7022" y="8509"/>
                        <a:pt x="8330" y="6606"/>
                        <a:pt x="9682" y="4854"/>
                      </a:cubicBezTo>
                      <a:cubicBezTo>
                        <a:pt x="11033" y="3092"/>
                        <a:pt x="12428" y="1481"/>
                        <a:pt x="13726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49"/>
                <p:cNvSpPr/>
                <p:nvPr/>
              </p:nvSpPr>
              <p:spPr>
                <a:xfrm>
                  <a:off x="6317227" y="4574953"/>
                  <a:ext cx="56944" cy="48141"/>
                </a:xfrm>
                <a:custGeom>
                  <a:rect b="b" l="l" r="r" t="t"/>
                  <a:pathLst>
                    <a:path extrusionOk="0" h="15849" w="18747">
                      <a:moveTo>
                        <a:pt x="18737" y="0"/>
                      </a:moveTo>
                      <a:cubicBezTo>
                        <a:pt x="16931" y="129"/>
                        <a:pt x="14910" y="627"/>
                        <a:pt x="12877" y="1514"/>
                      </a:cubicBezTo>
                      <a:cubicBezTo>
                        <a:pt x="10844" y="2389"/>
                        <a:pt x="8822" y="3633"/>
                        <a:pt x="7028" y="5157"/>
                      </a:cubicBezTo>
                      <a:cubicBezTo>
                        <a:pt x="5233" y="6681"/>
                        <a:pt x="3665" y="8465"/>
                        <a:pt x="2465" y="10325"/>
                      </a:cubicBezTo>
                      <a:cubicBezTo>
                        <a:pt x="1265" y="12185"/>
                        <a:pt x="432" y="14099"/>
                        <a:pt x="0" y="15850"/>
                      </a:cubicBezTo>
                      <a:cubicBezTo>
                        <a:pt x="2714" y="13461"/>
                        <a:pt x="5827" y="10444"/>
                        <a:pt x="9147" y="7665"/>
                      </a:cubicBezTo>
                      <a:cubicBezTo>
                        <a:pt x="12444" y="4865"/>
                        <a:pt x="15936" y="2292"/>
                        <a:pt x="18748" y="11"/>
                      </a:cubicBezTo>
                      <a:lnTo>
                        <a:pt x="18748" y="11"/>
                      </a:lnTo>
                      <a:lnTo>
                        <a:pt x="18748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8" name="Google Shape;1778;p49"/>
                <p:cNvSpPr/>
                <p:nvPr/>
              </p:nvSpPr>
              <p:spPr>
                <a:xfrm>
                  <a:off x="6252844" y="4588117"/>
                  <a:ext cx="56750" cy="38424"/>
                </a:xfrm>
                <a:custGeom>
                  <a:rect b="b" l="l" r="r" t="t"/>
                  <a:pathLst>
                    <a:path extrusionOk="0" h="12650" w="18683">
                      <a:moveTo>
                        <a:pt x="0" y="0"/>
                      </a:moveTo>
                      <a:cubicBezTo>
                        <a:pt x="2433" y="2206"/>
                        <a:pt x="5709" y="4530"/>
                        <a:pt x="9028" y="6790"/>
                      </a:cubicBezTo>
                      <a:cubicBezTo>
                        <a:pt x="12358" y="9028"/>
                        <a:pt x="15732" y="11212"/>
                        <a:pt x="18683" y="12650"/>
                      </a:cubicBezTo>
                      <a:lnTo>
                        <a:pt x="18683" y="12650"/>
                      </a:lnTo>
                      <a:cubicBezTo>
                        <a:pt x="17105" y="9774"/>
                        <a:pt x="14175" y="6671"/>
                        <a:pt x="10693" y="4325"/>
                      </a:cubicBezTo>
                      <a:cubicBezTo>
                        <a:pt x="7223" y="1968"/>
                        <a:pt x="3255" y="400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49"/>
                <p:cNvSpPr/>
                <p:nvPr/>
              </p:nvSpPr>
              <p:spPr>
                <a:xfrm>
                  <a:off x="5587339" y="4550000"/>
                  <a:ext cx="64599" cy="68900"/>
                </a:xfrm>
                <a:custGeom>
                  <a:rect b="b" l="l" r="r" t="t"/>
                  <a:pathLst>
                    <a:path extrusionOk="0" h="22683" w="21267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9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40" y="15558"/>
                      </a:cubicBezTo>
                      <a:cubicBezTo>
                        <a:pt x="17332" y="13126"/>
                        <a:pt x="15602" y="10715"/>
                        <a:pt x="13591" y="8574"/>
                      </a:cubicBezTo>
                      <a:cubicBezTo>
                        <a:pt x="11580" y="6433"/>
                        <a:pt x="9288" y="4552"/>
                        <a:pt x="6942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49"/>
                <p:cNvSpPr/>
                <p:nvPr/>
              </p:nvSpPr>
              <p:spPr>
                <a:xfrm>
                  <a:off x="5648862" y="4562968"/>
                  <a:ext cx="31332" cy="56880"/>
                </a:xfrm>
                <a:custGeom>
                  <a:rect b="b" l="l" r="r" t="t"/>
                  <a:pathLst>
                    <a:path extrusionOk="0" h="18726" w="10315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7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3" y="9320"/>
                      </a:cubicBezTo>
                      <a:cubicBezTo>
                        <a:pt x="6910" y="6011"/>
                        <a:pt x="8866" y="2790"/>
                        <a:pt x="10315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1" name="Google Shape;1781;p49"/>
                <p:cNvSpPr/>
                <p:nvPr/>
              </p:nvSpPr>
              <p:spPr>
                <a:xfrm>
                  <a:off x="5667937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2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2" name="Google Shape;1782;p49"/>
                <p:cNvSpPr/>
                <p:nvPr/>
              </p:nvSpPr>
              <p:spPr>
                <a:xfrm>
                  <a:off x="4262563" y="4550000"/>
                  <a:ext cx="64599" cy="68900"/>
                </a:xfrm>
                <a:custGeom>
                  <a:rect b="b" l="l" r="r" t="t"/>
                  <a:pathLst>
                    <a:path extrusionOk="0" h="22683" w="21267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9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40" y="15558"/>
                      </a:cubicBezTo>
                      <a:cubicBezTo>
                        <a:pt x="17332" y="13126"/>
                        <a:pt x="15602" y="10715"/>
                        <a:pt x="13591" y="8574"/>
                      </a:cubicBezTo>
                      <a:cubicBezTo>
                        <a:pt x="11580" y="6433"/>
                        <a:pt x="9288" y="4552"/>
                        <a:pt x="6942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3" name="Google Shape;1783;p49"/>
                <p:cNvSpPr/>
                <p:nvPr/>
              </p:nvSpPr>
              <p:spPr>
                <a:xfrm>
                  <a:off x="4324086" y="4562968"/>
                  <a:ext cx="31332" cy="56880"/>
                </a:xfrm>
                <a:custGeom>
                  <a:rect b="b" l="l" r="r" t="t"/>
                  <a:pathLst>
                    <a:path extrusionOk="0" h="18726" w="10315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7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3" y="9320"/>
                      </a:cubicBezTo>
                      <a:cubicBezTo>
                        <a:pt x="6910" y="6011"/>
                        <a:pt x="8867" y="2790"/>
                        <a:pt x="10315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4" name="Google Shape;1784;p49"/>
                <p:cNvSpPr/>
                <p:nvPr/>
              </p:nvSpPr>
              <p:spPr>
                <a:xfrm>
                  <a:off x="4343164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2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5" name="Google Shape;1785;p49"/>
                <p:cNvSpPr/>
                <p:nvPr/>
              </p:nvSpPr>
              <p:spPr>
                <a:xfrm>
                  <a:off x="6840806" y="4575278"/>
                  <a:ext cx="27374" cy="52151"/>
                </a:xfrm>
                <a:custGeom>
                  <a:rect b="b" l="l" r="r" t="t"/>
                  <a:pathLst>
                    <a:path extrusionOk="0" h="17169" w="9012">
                      <a:moveTo>
                        <a:pt x="0" y="0"/>
                      </a:moveTo>
                      <a:cubicBezTo>
                        <a:pt x="1048" y="2627"/>
                        <a:pt x="2649" y="5676"/>
                        <a:pt x="4238" y="8726"/>
                      </a:cubicBezTo>
                      <a:cubicBezTo>
                        <a:pt x="5838" y="11764"/>
                        <a:pt x="7438" y="14813"/>
                        <a:pt x="9006" y="17170"/>
                      </a:cubicBezTo>
                      <a:lnTo>
                        <a:pt x="9006" y="17170"/>
                      </a:lnTo>
                      <a:cubicBezTo>
                        <a:pt x="9092" y="14347"/>
                        <a:pt x="8206" y="10748"/>
                        <a:pt x="6509" y="7536"/>
                      </a:cubicBezTo>
                      <a:cubicBezTo>
                        <a:pt x="4833" y="4314"/>
                        <a:pt x="2368" y="1536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6" name="Google Shape;1786;p49"/>
                <p:cNvSpPr/>
                <p:nvPr/>
              </p:nvSpPr>
              <p:spPr>
                <a:xfrm>
                  <a:off x="6867979" y="4553315"/>
                  <a:ext cx="49302" cy="77964"/>
                </a:xfrm>
                <a:custGeom>
                  <a:rect b="b" l="l" r="r" t="t"/>
                  <a:pathLst>
                    <a:path extrusionOk="0" h="25667" w="16231">
                      <a:moveTo>
                        <a:pt x="16232" y="0"/>
                      </a:moveTo>
                      <a:cubicBezTo>
                        <a:pt x="14177" y="876"/>
                        <a:pt x="12015" y="2260"/>
                        <a:pt x="9972" y="4066"/>
                      </a:cubicBezTo>
                      <a:cubicBezTo>
                        <a:pt x="7939" y="5871"/>
                        <a:pt x="6036" y="8098"/>
                        <a:pt x="4490" y="10542"/>
                      </a:cubicBezTo>
                      <a:cubicBezTo>
                        <a:pt x="2944" y="12996"/>
                        <a:pt x="1743" y="15656"/>
                        <a:pt x="998" y="18273"/>
                      </a:cubicBezTo>
                      <a:cubicBezTo>
                        <a:pt x="241" y="20889"/>
                        <a:pt x="-73" y="23440"/>
                        <a:pt x="14" y="25668"/>
                      </a:cubicBezTo>
                      <a:lnTo>
                        <a:pt x="14" y="25668"/>
                      </a:lnTo>
                      <a:cubicBezTo>
                        <a:pt x="2425" y="21905"/>
                        <a:pt x="5030" y="17224"/>
                        <a:pt x="7906" y="12704"/>
                      </a:cubicBezTo>
                      <a:cubicBezTo>
                        <a:pt x="10761" y="8163"/>
                        <a:pt x="13864" y="3795"/>
                        <a:pt x="16221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7" name="Google Shape;1787;p49"/>
                <p:cNvSpPr/>
                <p:nvPr/>
              </p:nvSpPr>
              <p:spPr>
                <a:xfrm>
                  <a:off x="6869829" y="4569731"/>
                  <a:ext cx="76059" cy="59903"/>
                </a:xfrm>
                <a:custGeom>
                  <a:rect b="b" l="l" r="r" t="t"/>
                  <a:pathLst>
                    <a:path extrusionOk="0" h="19721" w="25040">
                      <a:moveTo>
                        <a:pt x="25029" y="0"/>
                      </a:moveTo>
                      <a:cubicBezTo>
                        <a:pt x="22705" y="184"/>
                        <a:pt x="20089" y="833"/>
                        <a:pt x="17461" y="1925"/>
                      </a:cubicBezTo>
                      <a:cubicBezTo>
                        <a:pt x="14834" y="3017"/>
                        <a:pt x="12196" y="4563"/>
                        <a:pt x="9817" y="6433"/>
                      </a:cubicBezTo>
                      <a:cubicBezTo>
                        <a:pt x="7438" y="8304"/>
                        <a:pt x="5319" y="10509"/>
                        <a:pt x="3644" y="12812"/>
                      </a:cubicBezTo>
                      <a:cubicBezTo>
                        <a:pt x="1968" y="15115"/>
                        <a:pt x="724" y="17504"/>
                        <a:pt x="0" y="19721"/>
                      </a:cubicBezTo>
                      <a:lnTo>
                        <a:pt x="0" y="19721"/>
                      </a:lnTo>
                      <a:cubicBezTo>
                        <a:pt x="3741" y="16910"/>
                        <a:pt x="8012" y="13234"/>
                        <a:pt x="12445" y="9763"/>
                      </a:cubicBezTo>
                      <a:cubicBezTo>
                        <a:pt x="16856" y="6271"/>
                        <a:pt x="21429" y="2984"/>
                        <a:pt x="25041" y="0"/>
                      </a:cubicBezTo>
                      <a:lnTo>
                        <a:pt x="25041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8" name="Google Shape;1788;p49"/>
                <p:cNvSpPr/>
                <p:nvPr/>
              </p:nvSpPr>
              <p:spPr>
                <a:xfrm>
                  <a:off x="6623896" y="4550000"/>
                  <a:ext cx="64599" cy="68900"/>
                </a:xfrm>
                <a:custGeom>
                  <a:rect b="b" l="l" r="r" t="t"/>
                  <a:pathLst>
                    <a:path extrusionOk="0" h="22683" w="21267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9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40" y="15558"/>
                      </a:cubicBezTo>
                      <a:cubicBezTo>
                        <a:pt x="17332" y="13126"/>
                        <a:pt x="15602" y="10715"/>
                        <a:pt x="13591" y="8574"/>
                      </a:cubicBezTo>
                      <a:cubicBezTo>
                        <a:pt x="11580" y="6433"/>
                        <a:pt x="9288" y="4552"/>
                        <a:pt x="6942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9" name="Google Shape;1789;p49"/>
                <p:cNvSpPr/>
                <p:nvPr/>
              </p:nvSpPr>
              <p:spPr>
                <a:xfrm>
                  <a:off x="6685452" y="4562968"/>
                  <a:ext cx="31329" cy="56880"/>
                </a:xfrm>
                <a:custGeom>
                  <a:rect b="b" l="l" r="r" t="t"/>
                  <a:pathLst>
                    <a:path extrusionOk="0" h="18726" w="10314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7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4" y="9320"/>
                      </a:cubicBezTo>
                      <a:cubicBezTo>
                        <a:pt x="6909" y="6011"/>
                        <a:pt x="8866" y="2790"/>
                        <a:pt x="10315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0" name="Google Shape;1790;p49"/>
                <p:cNvSpPr/>
                <p:nvPr/>
              </p:nvSpPr>
              <p:spPr>
                <a:xfrm>
                  <a:off x="6704494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2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ubicBezTo>
                        <a:pt x="23429" y="0"/>
                        <a:pt x="23429" y="0"/>
                        <a:pt x="23429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1" name="Google Shape;1791;p49"/>
                <p:cNvSpPr/>
                <p:nvPr/>
              </p:nvSpPr>
              <p:spPr>
                <a:xfrm>
                  <a:off x="5846110" y="4559030"/>
                  <a:ext cx="29424" cy="55434"/>
                </a:xfrm>
                <a:custGeom>
                  <a:rect b="b" l="l" r="r" t="t"/>
                  <a:pathLst>
                    <a:path extrusionOk="0" h="18250" w="9687">
                      <a:moveTo>
                        <a:pt x="0" y="0"/>
                      </a:moveTo>
                      <a:cubicBezTo>
                        <a:pt x="1081" y="5892"/>
                        <a:pt x="5417" y="14055"/>
                        <a:pt x="9687" y="18250"/>
                      </a:cubicBezTo>
                      <a:cubicBezTo>
                        <a:pt x="8606" y="12358"/>
                        <a:pt x="4270" y="4195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2" name="Google Shape;1792;p49"/>
                <p:cNvSpPr/>
                <p:nvPr/>
              </p:nvSpPr>
              <p:spPr>
                <a:xfrm>
                  <a:off x="5873175" y="4562574"/>
                  <a:ext cx="39591" cy="62691"/>
                </a:xfrm>
                <a:custGeom>
                  <a:rect b="b" l="l" r="r" t="t"/>
                  <a:pathLst>
                    <a:path extrusionOk="0" h="20639" w="13034">
                      <a:moveTo>
                        <a:pt x="13034" y="0"/>
                      </a:moveTo>
                      <a:cubicBezTo>
                        <a:pt x="11337" y="594"/>
                        <a:pt x="9499" y="1622"/>
                        <a:pt x="7802" y="3038"/>
                      </a:cubicBezTo>
                      <a:cubicBezTo>
                        <a:pt x="6093" y="4454"/>
                        <a:pt x="4515" y="6249"/>
                        <a:pt x="3260" y="8249"/>
                      </a:cubicBezTo>
                      <a:cubicBezTo>
                        <a:pt x="2007" y="10250"/>
                        <a:pt x="1076" y="12455"/>
                        <a:pt x="547" y="14607"/>
                      </a:cubicBezTo>
                      <a:cubicBezTo>
                        <a:pt x="17" y="16758"/>
                        <a:pt x="-113" y="18856"/>
                        <a:pt x="93" y="20640"/>
                      </a:cubicBezTo>
                      <a:lnTo>
                        <a:pt x="93" y="20640"/>
                      </a:lnTo>
                      <a:cubicBezTo>
                        <a:pt x="1801" y="17450"/>
                        <a:pt x="3726" y="13612"/>
                        <a:pt x="6018" y="9979"/>
                      </a:cubicBezTo>
                      <a:cubicBezTo>
                        <a:pt x="8288" y="6336"/>
                        <a:pt x="10905" y="2919"/>
                        <a:pt x="13024" y="0"/>
                      </a:cubicBezTo>
                      <a:lnTo>
                        <a:pt x="13024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3" name="Google Shape;1793;p49"/>
                <p:cNvSpPr/>
                <p:nvPr/>
              </p:nvSpPr>
              <p:spPr>
                <a:xfrm>
                  <a:off x="7127318" y="4571899"/>
                  <a:ext cx="46796" cy="53594"/>
                </a:xfrm>
                <a:custGeom>
                  <a:rect b="b" l="l" r="r" t="t"/>
                  <a:pathLst>
                    <a:path extrusionOk="0" h="17644" w="15406">
                      <a:moveTo>
                        <a:pt x="0" y="0"/>
                      </a:moveTo>
                      <a:cubicBezTo>
                        <a:pt x="1784" y="2898"/>
                        <a:pt x="4411" y="6152"/>
                        <a:pt x="7157" y="9298"/>
                      </a:cubicBezTo>
                      <a:cubicBezTo>
                        <a:pt x="9903" y="12434"/>
                        <a:pt x="12769" y="15482"/>
                        <a:pt x="15407" y="17645"/>
                      </a:cubicBezTo>
                      <a:cubicBezTo>
                        <a:pt x="14498" y="14369"/>
                        <a:pt x="12336" y="10531"/>
                        <a:pt x="9482" y="7276"/>
                      </a:cubicBezTo>
                      <a:cubicBezTo>
                        <a:pt x="6638" y="4011"/>
                        <a:pt x="3135" y="1341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4" name="Google Shape;1794;p49"/>
                <p:cNvSpPr/>
                <p:nvPr/>
              </p:nvSpPr>
              <p:spPr>
                <a:xfrm>
                  <a:off x="7167500" y="4567204"/>
                  <a:ext cx="12247" cy="61479"/>
                </a:xfrm>
                <a:custGeom>
                  <a:rect b="b" l="l" r="r" t="t"/>
                  <a:pathLst>
                    <a:path extrusionOk="0" h="20240" w="4032">
                      <a:moveTo>
                        <a:pt x="4033" y="0"/>
                      </a:moveTo>
                      <a:cubicBezTo>
                        <a:pt x="2162" y="2325"/>
                        <a:pt x="660" y="5968"/>
                        <a:pt x="184" y="9796"/>
                      </a:cubicBezTo>
                      <a:cubicBezTo>
                        <a:pt x="-314" y="13613"/>
                        <a:pt x="227" y="17526"/>
                        <a:pt x="1460" y="20240"/>
                      </a:cubicBezTo>
                      <a:lnTo>
                        <a:pt x="1460" y="20240"/>
                      </a:lnTo>
                      <a:cubicBezTo>
                        <a:pt x="2022" y="17310"/>
                        <a:pt x="2401" y="13720"/>
                        <a:pt x="2865" y="10131"/>
                      </a:cubicBezTo>
                      <a:cubicBezTo>
                        <a:pt x="3309" y="6552"/>
                        <a:pt x="3849" y="2973"/>
                        <a:pt x="4033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5" name="Google Shape;1795;p49"/>
                <p:cNvSpPr/>
                <p:nvPr/>
              </p:nvSpPr>
              <p:spPr>
                <a:xfrm>
                  <a:off x="7325186" y="4572324"/>
                  <a:ext cx="38060" cy="50280"/>
                </a:xfrm>
                <a:custGeom>
                  <a:rect b="b" l="l" r="r" t="t"/>
                  <a:pathLst>
                    <a:path extrusionOk="0" h="16553" w="12530">
                      <a:moveTo>
                        <a:pt x="0" y="0"/>
                      </a:moveTo>
                      <a:cubicBezTo>
                        <a:pt x="1687" y="2530"/>
                        <a:pt x="3968" y="5406"/>
                        <a:pt x="6184" y="8336"/>
                      </a:cubicBezTo>
                      <a:cubicBezTo>
                        <a:pt x="8411" y="11255"/>
                        <a:pt x="10552" y="14239"/>
                        <a:pt x="12531" y="16553"/>
                      </a:cubicBezTo>
                      <a:lnTo>
                        <a:pt x="12531" y="16553"/>
                      </a:lnTo>
                      <a:cubicBezTo>
                        <a:pt x="12531" y="16553"/>
                        <a:pt x="12531" y="16553"/>
                        <a:pt x="12531" y="16553"/>
                      </a:cubicBezTo>
                      <a:cubicBezTo>
                        <a:pt x="12250" y="13537"/>
                        <a:pt x="10758" y="9796"/>
                        <a:pt x="8379" y="6682"/>
                      </a:cubicBezTo>
                      <a:cubicBezTo>
                        <a:pt x="6022" y="3547"/>
                        <a:pt x="2832" y="1092"/>
                        <a:pt x="0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6" name="Google Shape;1796;p49"/>
                <p:cNvSpPr/>
                <p:nvPr/>
              </p:nvSpPr>
              <p:spPr>
                <a:xfrm>
                  <a:off x="7359805" y="4556139"/>
                  <a:ext cx="41690" cy="68210"/>
                </a:xfrm>
                <a:custGeom>
                  <a:rect b="b" l="l" r="r" t="t"/>
                  <a:pathLst>
                    <a:path extrusionOk="0" h="22456" w="13725">
                      <a:moveTo>
                        <a:pt x="13726" y="11"/>
                      </a:moveTo>
                      <a:cubicBezTo>
                        <a:pt x="11823" y="476"/>
                        <a:pt x="9736" y="1470"/>
                        <a:pt x="7801" y="2962"/>
                      </a:cubicBezTo>
                      <a:cubicBezTo>
                        <a:pt x="5877" y="4454"/>
                        <a:pt x="4114" y="6444"/>
                        <a:pt x="2784" y="8682"/>
                      </a:cubicBezTo>
                      <a:cubicBezTo>
                        <a:pt x="1465" y="10931"/>
                        <a:pt x="579" y="13428"/>
                        <a:pt x="211" y="15839"/>
                      </a:cubicBezTo>
                      <a:cubicBezTo>
                        <a:pt x="-168" y="18250"/>
                        <a:pt x="-16" y="20564"/>
                        <a:pt x="503" y="22456"/>
                      </a:cubicBezTo>
                      <a:cubicBezTo>
                        <a:pt x="1173" y="20607"/>
                        <a:pt x="1898" y="18596"/>
                        <a:pt x="2784" y="16564"/>
                      </a:cubicBezTo>
                      <a:cubicBezTo>
                        <a:pt x="3660" y="14531"/>
                        <a:pt x="4687" y="12466"/>
                        <a:pt x="5855" y="10487"/>
                      </a:cubicBezTo>
                      <a:cubicBezTo>
                        <a:pt x="7023" y="8509"/>
                        <a:pt x="8331" y="6606"/>
                        <a:pt x="9682" y="4854"/>
                      </a:cubicBezTo>
                      <a:cubicBezTo>
                        <a:pt x="11034" y="3092"/>
                        <a:pt x="12429" y="1481"/>
                        <a:pt x="13726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7" name="Google Shape;1797;p49"/>
                <p:cNvSpPr/>
                <p:nvPr/>
              </p:nvSpPr>
              <p:spPr>
                <a:xfrm>
                  <a:off x="7363467" y="4574953"/>
                  <a:ext cx="56947" cy="48141"/>
                </a:xfrm>
                <a:custGeom>
                  <a:rect b="b" l="l" r="r" t="t"/>
                  <a:pathLst>
                    <a:path extrusionOk="0" h="15849" w="18748">
                      <a:moveTo>
                        <a:pt x="18737" y="0"/>
                      </a:moveTo>
                      <a:cubicBezTo>
                        <a:pt x="16932" y="129"/>
                        <a:pt x="14910" y="627"/>
                        <a:pt x="12877" y="1514"/>
                      </a:cubicBezTo>
                      <a:cubicBezTo>
                        <a:pt x="10845" y="2389"/>
                        <a:pt x="8823" y="3633"/>
                        <a:pt x="7028" y="5157"/>
                      </a:cubicBezTo>
                      <a:cubicBezTo>
                        <a:pt x="5233" y="6681"/>
                        <a:pt x="3665" y="8465"/>
                        <a:pt x="2465" y="10325"/>
                      </a:cubicBezTo>
                      <a:cubicBezTo>
                        <a:pt x="1265" y="12185"/>
                        <a:pt x="433" y="14099"/>
                        <a:pt x="0" y="15850"/>
                      </a:cubicBezTo>
                      <a:cubicBezTo>
                        <a:pt x="2714" y="13461"/>
                        <a:pt x="5828" y="10444"/>
                        <a:pt x="9147" y="7665"/>
                      </a:cubicBezTo>
                      <a:cubicBezTo>
                        <a:pt x="12445" y="4865"/>
                        <a:pt x="15937" y="2292"/>
                        <a:pt x="18748" y="11"/>
                      </a:cubicBezTo>
                      <a:lnTo>
                        <a:pt x="18748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8" name="Google Shape;1798;p49"/>
                <p:cNvSpPr/>
                <p:nvPr/>
              </p:nvSpPr>
              <p:spPr>
                <a:xfrm>
                  <a:off x="7691871" y="4550000"/>
                  <a:ext cx="64595" cy="68900"/>
                </a:xfrm>
                <a:custGeom>
                  <a:rect b="b" l="l" r="r" t="t"/>
                  <a:pathLst>
                    <a:path extrusionOk="0" h="22683" w="21266">
                      <a:moveTo>
                        <a:pt x="0" y="0"/>
                      </a:moveTo>
                      <a:cubicBezTo>
                        <a:pt x="2952" y="3471"/>
                        <a:pt x="6833" y="7363"/>
                        <a:pt x="10585" y="11385"/>
                      </a:cubicBezTo>
                      <a:cubicBezTo>
                        <a:pt x="14358" y="15385"/>
                        <a:pt x="18002" y="19515"/>
                        <a:pt x="21267" y="22683"/>
                      </a:cubicBezTo>
                      <a:lnTo>
                        <a:pt x="21267" y="22683"/>
                      </a:lnTo>
                      <a:cubicBezTo>
                        <a:pt x="20835" y="20456"/>
                        <a:pt x="19948" y="17991"/>
                        <a:pt x="18639" y="15558"/>
                      </a:cubicBezTo>
                      <a:cubicBezTo>
                        <a:pt x="17331" y="13126"/>
                        <a:pt x="15601" y="10715"/>
                        <a:pt x="13590" y="8574"/>
                      </a:cubicBezTo>
                      <a:cubicBezTo>
                        <a:pt x="11580" y="6433"/>
                        <a:pt x="9287" y="4552"/>
                        <a:pt x="6941" y="3092"/>
                      </a:cubicBezTo>
                      <a:cubicBezTo>
                        <a:pt x="4595" y="1632"/>
                        <a:pt x="2195" y="584"/>
                        <a:pt x="0" y="11"/>
                      </a:cubicBezTo>
                      <a:lnTo>
                        <a:pt x="0" y="11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49"/>
                <p:cNvSpPr/>
                <p:nvPr/>
              </p:nvSpPr>
              <p:spPr>
                <a:xfrm>
                  <a:off x="7753394" y="4562968"/>
                  <a:ext cx="31329" cy="56880"/>
                </a:xfrm>
                <a:custGeom>
                  <a:rect b="b" l="l" r="r" t="t"/>
                  <a:pathLst>
                    <a:path extrusionOk="0" h="18726" w="10314">
                      <a:moveTo>
                        <a:pt x="10315" y="0"/>
                      </a:moveTo>
                      <a:cubicBezTo>
                        <a:pt x="7536" y="1428"/>
                        <a:pt x="4563" y="4379"/>
                        <a:pt x="2616" y="7958"/>
                      </a:cubicBezTo>
                      <a:cubicBezTo>
                        <a:pt x="649" y="11515"/>
                        <a:pt x="-238" y="15613"/>
                        <a:pt x="54" y="18727"/>
                      </a:cubicBezTo>
                      <a:cubicBezTo>
                        <a:pt x="1622" y="16013"/>
                        <a:pt x="3287" y="12629"/>
                        <a:pt x="5104" y="9320"/>
                      </a:cubicBezTo>
                      <a:cubicBezTo>
                        <a:pt x="6909" y="6011"/>
                        <a:pt x="8866" y="2790"/>
                        <a:pt x="10315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49"/>
                <p:cNvSpPr/>
                <p:nvPr/>
              </p:nvSpPr>
              <p:spPr>
                <a:xfrm>
                  <a:off x="7772469" y="4565070"/>
                  <a:ext cx="71166" cy="52610"/>
                </a:xfrm>
                <a:custGeom>
                  <a:rect b="b" l="l" r="r" t="t"/>
                  <a:pathLst>
                    <a:path extrusionOk="0" h="17320" w="23429">
                      <a:moveTo>
                        <a:pt x="23429" y="0"/>
                      </a:moveTo>
                      <a:cubicBezTo>
                        <a:pt x="21289" y="11"/>
                        <a:pt x="18834" y="443"/>
                        <a:pt x="16358" y="1319"/>
                      </a:cubicBezTo>
                      <a:cubicBezTo>
                        <a:pt x="13883" y="2195"/>
                        <a:pt x="11385" y="3514"/>
                        <a:pt x="9136" y="5179"/>
                      </a:cubicBezTo>
                      <a:cubicBezTo>
                        <a:pt x="6887" y="6844"/>
                        <a:pt x="4887" y="8844"/>
                        <a:pt x="3330" y="10952"/>
                      </a:cubicBezTo>
                      <a:cubicBezTo>
                        <a:pt x="1762" y="13061"/>
                        <a:pt x="638" y="15277"/>
                        <a:pt x="0" y="17321"/>
                      </a:cubicBezTo>
                      <a:lnTo>
                        <a:pt x="0" y="17321"/>
                      </a:lnTo>
                      <a:cubicBezTo>
                        <a:pt x="3395" y="14683"/>
                        <a:pt x="7309" y="11353"/>
                        <a:pt x="11450" y="8304"/>
                      </a:cubicBezTo>
                      <a:cubicBezTo>
                        <a:pt x="15580" y="5233"/>
                        <a:pt x="19915" y="2476"/>
                        <a:pt x="23429" y="0"/>
                      </a:cubicBezTo>
                      <a:lnTo>
                        <a:pt x="23429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49"/>
                <p:cNvSpPr/>
                <p:nvPr/>
              </p:nvSpPr>
              <p:spPr>
                <a:xfrm>
                  <a:off x="7950639" y="4559030"/>
                  <a:ext cx="29424" cy="55434"/>
                </a:xfrm>
                <a:custGeom>
                  <a:rect b="b" l="l" r="r" t="t"/>
                  <a:pathLst>
                    <a:path extrusionOk="0" h="18250" w="9687">
                      <a:moveTo>
                        <a:pt x="0" y="0"/>
                      </a:moveTo>
                      <a:cubicBezTo>
                        <a:pt x="1081" y="5892"/>
                        <a:pt x="5417" y="14055"/>
                        <a:pt x="9687" y="18250"/>
                      </a:cubicBezTo>
                      <a:cubicBezTo>
                        <a:pt x="8606" y="12358"/>
                        <a:pt x="4271" y="4195"/>
                        <a:pt x="0" y="0"/>
                      </a:cubicBez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2" name="Google Shape;1802;p49"/>
                <p:cNvSpPr/>
                <p:nvPr/>
              </p:nvSpPr>
              <p:spPr>
                <a:xfrm>
                  <a:off x="7977707" y="4562574"/>
                  <a:ext cx="39591" cy="62691"/>
                </a:xfrm>
                <a:custGeom>
                  <a:rect b="b" l="l" r="r" t="t"/>
                  <a:pathLst>
                    <a:path extrusionOk="0" h="20639" w="13034">
                      <a:moveTo>
                        <a:pt x="13035" y="0"/>
                      </a:moveTo>
                      <a:cubicBezTo>
                        <a:pt x="11337" y="594"/>
                        <a:pt x="9499" y="1622"/>
                        <a:pt x="7801" y="3038"/>
                      </a:cubicBezTo>
                      <a:cubicBezTo>
                        <a:pt x="6093" y="4454"/>
                        <a:pt x="4514" y="6249"/>
                        <a:pt x="3261" y="8249"/>
                      </a:cubicBezTo>
                      <a:cubicBezTo>
                        <a:pt x="2006" y="10250"/>
                        <a:pt x="1077" y="12455"/>
                        <a:pt x="547" y="14607"/>
                      </a:cubicBezTo>
                      <a:cubicBezTo>
                        <a:pt x="17" y="16758"/>
                        <a:pt x="-113" y="18856"/>
                        <a:pt x="93" y="20640"/>
                      </a:cubicBezTo>
                      <a:lnTo>
                        <a:pt x="93" y="20640"/>
                      </a:lnTo>
                      <a:cubicBezTo>
                        <a:pt x="1801" y="17450"/>
                        <a:pt x="3725" y="13612"/>
                        <a:pt x="6017" y="9979"/>
                      </a:cubicBezTo>
                      <a:cubicBezTo>
                        <a:pt x="8288" y="6336"/>
                        <a:pt x="10904" y="2919"/>
                        <a:pt x="13024" y="0"/>
                      </a:cubicBezTo>
                      <a:lnTo>
                        <a:pt x="13024" y="0"/>
                      </a:lnTo>
                      <a:close/>
                    </a:path>
                  </a:pathLst>
                </a:custGeom>
                <a:solidFill>
                  <a:srgbClr val="DBE26C">
                    <a:alpha val="2000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803" name="Google Shape;1803;p49"/>
          <p:cNvGrpSpPr/>
          <p:nvPr/>
        </p:nvGrpSpPr>
        <p:grpSpPr>
          <a:xfrm flipH="1">
            <a:off x="6886102" y="1543484"/>
            <a:ext cx="1934010" cy="3345586"/>
            <a:chOff x="2988792" y="1365083"/>
            <a:chExt cx="885374" cy="1531581"/>
          </a:xfrm>
        </p:grpSpPr>
        <p:sp>
          <p:nvSpPr>
            <p:cNvPr id="1804" name="Google Shape;1804;p49"/>
            <p:cNvSpPr/>
            <p:nvPr/>
          </p:nvSpPr>
          <p:spPr>
            <a:xfrm>
              <a:off x="3441473" y="2093249"/>
              <a:ext cx="133585" cy="460798"/>
            </a:xfrm>
            <a:custGeom>
              <a:rect b="b" l="l" r="r" t="t"/>
              <a:pathLst>
                <a:path extrusionOk="0" h="169411" w="49112">
                  <a:moveTo>
                    <a:pt x="46733" y="0"/>
                  </a:moveTo>
                  <a:cubicBezTo>
                    <a:pt x="28807" y="32577"/>
                    <a:pt x="-1639" y="65315"/>
                    <a:pt x="69" y="102454"/>
                  </a:cubicBezTo>
                  <a:cubicBezTo>
                    <a:pt x="1096" y="124705"/>
                    <a:pt x="2080" y="147053"/>
                    <a:pt x="3248" y="169412"/>
                  </a:cubicBezTo>
                  <a:cubicBezTo>
                    <a:pt x="23985" y="132857"/>
                    <a:pt x="39468" y="93329"/>
                    <a:pt x="49112" y="52427"/>
                  </a:cubicBezTo>
                  <a:cubicBezTo>
                    <a:pt x="48323" y="34955"/>
                    <a:pt x="47523" y="17472"/>
                    <a:pt x="46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49"/>
            <p:cNvSpPr/>
            <p:nvPr/>
          </p:nvSpPr>
          <p:spPr>
            <a:xfrm>
              <a:off x="3467208" y="2517900"/>
              <a:ext cx="133601" cy="313287"/>
            </a:xfrm>
            <a:custGeom>
              <a:rect b="b" l="l" r="r" t="t"/>
              <a:pathLst>
                <a:path extrusionOk="0" h="115179" w="49118">
                  <a:moveTo>
                    <a:pt x="49118" y="104919"/>
                  </a:moveTo>
                  <a:cubicBezTo>
                    <a:pt x="47529" y="69942"/>
                    <a:pt x="45940" y="34977"/>
                    <a:pt x="44361" y="0"/>
                  </a:cubicBezTo>
                  <a:cubicBezTo>
                    <a:pt x="42783" y="25192"/>
                    <a:pt x="41150" y="50708"/>
                    <a:pt x="39614" y="75532"/>
                  </a:cubicBezTo>
                  <a:cubicBezTo>
                    <a:pt x="39085" y="84063"/>
                    <a:pt x="33798" y="91577"/>
                    <a:pt x="25916" y="94907"/>
                  </a:cubicBezTo>
                  <a:cubicBezTo>
                    <a:pt x="17504" y="98453"/>
                    <a:pt x="8833" y="101394"/>
                    <a:pt x="0" y="103697"/>
                  </a:cubicBezTo>
                  <a:cubicBezTo>
                    <a:pt x="346" y="107524"/>
                    <a:pt x="713" y="111352"/>
                    <a:pt x="1092" y="115179"/>
                  </a:cubicBezTo>
                  <a:cubicBezTo>
                    <a:pt x="16672" y="112509"/>
                    <a:pt x="33538" y="107600"/>
                    <a:pt x="49118" y="10492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49"/>
            <p:cNvSpPr/>
            <p:nvPr/>
          </p:nvSpPr>
          <p:spPr>
            <a:xfrm>
              <a:off x="3450334" y="2235799"/>
              <a:ext cx="137542" cy="564229"/>
            </a:xfrm>
            <a:custGeom>
              <a:rect b="b" l="l" r="r" t="t"/>
              <a:pathLst>
                <a:path extrusionOk="0" h="207437" w="50567">
                  <a:moveTo>
                    <a:pt x="45821" y="179283"/>
                  </a:moveTo>
                  <a:cubicBezTo>
                    <a:pt x="47345" y="154459"/>
                    <a:pt x="48978" y="128943"/>
                    <a:pt x="50567" y="103751"/>
                  </a:cubicBezTo>
                  <a:cubicBezTo>
                    <a:pt x="48999" y="69164"/>
                    <a:pt x="47432" y="34576"/>
                    <a:pt x="45864" y="0"/>
                  </a:cubicBezTo>
                  <a:cubicBezTo>
                    <a:pt x="36230" y="40902"/>
                    <a:pt x="20748" y="80430"/>
                    <a:pt x="0" y="116985"/>
                  </a:cubicBezTo>
                  <a:cubicBezTo>
                    <a:pt x="1568" y="147204"/>
                    <a:pt x="3471" y="177424"/>
                    <a:pt x="6217" y="207437"/>
                  </a:cubicBezTo>
                  <a:cubicBezTo>
                    <a:pt x="15050" y="205135"/>
                    <a:pt x="23721" y="202193"/>
                    <a:pt x="32133" y="198647"/>
                  </a:cubicBezTo>
                  <a:cubicBezTo>
                    <a:pt x="40004" y="195328"/>
                    <a:pt x="45302" y="187803"/>
                    <a:pt x="45832" y="17927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49"/>
            <p:cNvSpPr/>
            <p:nvPr/>
          </p:nvSpPr>
          <p:spPr>
            <a:xfrm>
              <a:off x="3549728" y="1984947"/>
              <a:ext cx="38053" cy="47287"/>
            </a:xfrm>
            <a:custGeom>
              <a:rect b="b" l="l" r="r" t="t"/>
              <a:pathLst>
                <a:path extrusionOk="0" h="17385" w="13990">
                  <a:moveTo>
                    <a:pt x="0" y="12953"/>
                  </a:moveTo>
                  <a:cubicBezTo>
                    <a:pt x="5773" y="14423"/>
                    <a:pt x="10542" y="15948"/>
                    <a:pt x="13991" y="17386"/>
                  </a:cubicBezTo>
                  <a:cubicBezTo>
                    <a:pt x="13612" y="11396"/>
                    <a:pt x="13223" y="7406"/>
                    <a:pt x="13223" y="7406"/>
                  </a:cubicBezTo>
                  <a:cubicBezTo>
                    <a:pt x="9936" y="4281"/>
                    <a:pt x="5590" y="1860"/>
                    <a:pt x="638" y="0"/>
                  </a:cubicBezTo>
                  <a:cubicBezTo>
                    <a:pt x="1211" y="4303"/>
                    <a:pt x="1006" y="8714"/>
                    <a:pt x="0" y="129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49"/>
            <p:cNvSpPr/>
            <p:nvPr/>
          </p:nvSpPr>
          <p:spPr>
            <a:xfrm>
              <a:off x="3371635" y="1969131"/>
              <a:ext cx="68226" cy="32670"/>
            </a:xfrm>
            <a:custGeom>
              <a:rect b="b" l="l" r="r" t="t"/>
              <a:pathLst>
                <a:path extrusionOk="0" h="12011" w="25083">
                  <a:moveTo>
                    <a:pt x="25084" y="11"/>
                  </a:moveTo>
                  <a:cubicBezTo>
                    <a:pt x="12012" y="-33"/>
                    <a:pt x="1989" y="1103"/>
                    <a:pt x="1989" y="1103"/>
                  </a:cubicBezTo>
                  <a:lnTo>
                    <a:pt x="0" y="10931"/>
                  </a:lnTo>
                  <a:cubicBezTo>
                    <a:pt x="8163" y="10963"/>
                    <a:pt x="16131" y="11363"/>
                    <a:pt x="23732" y="12012"/>
                  </a:cubicBezTo>
                  <a:cubicBezTo>
                    <a:pt x="23678" y="7979"/>
                    <a:pt x="24132" y="3935"/>
                    <a:pt x="25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49"/>
            <p:cNvSpPr/>
            <p:nvPr/>
          </p:nvSpPr>
          <p:spPr>
            <a:xfrm>
              <a:off x="3449059" y="1969335"/>
              <a:ext cx="92148" cy="48052"/>
            </a:xfrm>
            <a:custGeom>
              <a:rect b="b" l="l" r="r" t="t"/>
              <a:pathLst>
                <a:path extrusionOk="0" h="17666" w="33878">
                  <a:moveTo>
                    <a:pt x="32775" y="17667"/>
                  </a:moveTo>
                  <a:cubicBezTo>
                    <a:pt x="33878" y="13342"/>
                    <a:pt x="34159" y="8812"/>
                    <a:pt x="33597" y="4379"/>
                  </a:cubicBezTo>
                  <a:cubicBezTo>
                    <a:pt x="23639" y="1395"/>
                    <a:pt x="11908" y="270"/>
                    <a:pt x="1464" y="0"/>
                  </a:cubicBezTo>
                  <a:cubicBezTo>
                    <a:pt x="447" y="4044"/>
                    <a:pt x="-50" y="8217"/>
                    <a:pt x="4" y="12380"/>
                  </a:cubicBezTo>
                  <a:cubicBezTo>
                    <a:pt x="12394" y="13634"/>
                    <a:pt x="23606" y="15547"/>
                    <a:pt x="32786" y="176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49"/>
            <p:cNvSpPr/>
            <p:nvPr/>
          </p:nvSpPr>
          <p:spPr>
            <a:xfrm>
              <a:off x="3101588" y="2575519"/>
              <a:ext cx="254763" cy="182360"/>
            </a:xfrm>
            <a:custGeom>
              <a:rect b="b" l="l" r="r" t="t"/>
              <a:pathLst>
                <a:path extrusionOk="0" h="67044" w="93663">
                  <a:moveTo>
                    <a:pt x="36988" y="41442"/>
                  </a:moveTo>
                  <a:cubicBezTo>
                    <a:pt x="25386" y="46599"/>
                    <a:pt x="12682" y="49205"/>
                    <a:pt x="0" y="49162"/>
                  </a:cubicBezTo>
                  <a:cubicBezTo>
                    <a:pt x="7006" y="59628"/>
                    <a:pt x="14531" y="67044"/>
                    <a:pt x="14531" y="67044"/>
                  </a:cubicBezTo>
                  <a:cubicBezTo>
                    <a:pt x="45075" y="49594"/>
                    <a:pt x="72191" y="24640"/>
                    <a:pt x="93664" y="0"/>
                  </a:cubicBezTo>
                  <a:cubicBezTo>
                    <a:pt x="87328" y="5460"/>
                    <a:pt x="80938" y="10855"/>
                    <a:pt x="74494" y="16175"/>
                  </a:cubicBezTo>
                  <a:cubicBezTo>
                    <a:pt x="62828" y="25797"/>
                    <a:pt x="50816" y="35301"/>
                    <a:pt x="36998" y="414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49"/>
            <p:cNvSpPr/>
            <p:nvPr/>
          </p:nvSpPr>
          <p:spPr>
            <a:xfrm>
              <a:off x="3069520" y="1998880"/>
              <a:ext cx="520360" cy="710567"/>
            </a:xfrm>
            <a:custGeom>
              <a:rect b="b" l="l" r="r" t="t"/>
              <a:pathLst>
                <a:path extrusionOk="0" h="261238" w="191309">
                  <a:moveTo>
                    <a:pt x="190601" y="12261"/>
                  </a:moveTo>
                  <a:cubicBezTo>
                    <a:pt x="187152" y="10823"/>
                    <a:pt x="182384" y="9298"/>
                    <a:pt x="176611" y="7828"/>
                  </a:cubicBezTo>
                  <a:cubicBezTo>
                    <a:pt x="176470" y="8434"/>
                    <a:pt x="176308" y="9039"/>
                    <a:pt x="176135" y="9645"/>
                  </a:cubicBezTo>
                  <a:lnTo>
                    <a:pt x="172037" y="8055"/>
                  </a:lnTo>
                  <a:cubicBezTo>
                    <a:pt x="172156" y="7644"/>
                    <a:pt x="172264" y="7223"/>
                    <a:pt x="172372" y="6801"/>
                  </a:cubicBezTo>
                  <a:cubicBezTo>
                    <a:pt x="163204" y="4693"/>
                    <a:pt x="151981" y="2779"/>
                    <a:pt x="139590" y="1514"/>
                  </a:cubicBezTo>
                  <a:cubicBezTo>
                    <a:pt x="139590" y="2195"/>
                    <a:pt x="139623" y="2887"/>
                    <a:pt x="139655" y="3568"/>
                  </a:cubicBezTo>
                  <a:lnTo>
                    <a:pt x="134909" y="3060"/>
                  </a:lnTo>
                  <a:cubicBezTo>
                    <a:pt x="134877" y="2400"/>
                    <a:pt x="134855" y="1741"/>
                    <a:pt x="134844" y="1081"/>
                  </a:cubicBezTo>
                  <a:cubicBezTo>
                    <a:pt x="127243" y="433"/>
                    <a:pt x="119275" y="33"/>
                    <a:pt x="111112" y="0"/>
                  </a:cubicBezTo>
                  <a:cubicBezTo>
                    <a:pt x="90364" y="26187"/>
                    <a:pt x="116658" y="77208"/>
                    <a:pt x="116658" y="77208"/>
                  </a:cubicBezTo>
                  <a:cubicBezTo>
                    <a:pt x="87531" y="158946"/>
                    <a:pt x="24952" y="214271"/>
                    <a:pt x="463" y="224704"/>
                  </a:cubicBezTo>
                  <a:cubicBezTo>
                    <a:pt x="-1819" y="237009"/>
                    <a:pt x="4712" y="250674"/>
                    <a:pt x="11783" y="261238"/>
                  </a:cubicBezTo>
                  <a:cubicBezTo>
                    <a:pt x="24476" y="261292"/>
                    <a:pt x="37180" y="258675"/>
                    <a:pt x="48770" y="253518"/>
                  </a:cubicBezTo>
                  <a:cubicBezTo>
                    <a:pt x="62588" y="247377"/>
                    <a:pt x="74600" y="237873"/>
                    <a:pt x="86266" y="228251"/>
                  </a:cubicBezTo>
                  <a:cubicBezTo>
                    <a:pt x="92721" y="222931"/>
                    <a:pt x="99100" y="217525"/>
                    <a:pt x="105436" y="212076"/>
                  </a:cubicBezTo>
                  <a:cubicBezTo>
                    <a:pt x="115210" y="200864"/>
                    <a:pt x="123816" y="189706"/>
                    <a:pt x="131049" y="179359"/>
                  </a:cubicBezTo>
                  <a:cubicBezTo>
                    <a:pt x="154176" y="146253"/>
                    <a:pt x="182297" y="76419"/>
                    <a:pt x="188190" y="61455"/>
                  </a:cubicBezTo>
                  <a:cubicBezTo>
                    <a:pt x="192310" y="50989"/>
                    <a:pt x="191466" y="26219"/>
                    <a:pt x="190580" y="1228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49"/>
            <p:cNvSpPr/>
            <p:nvPr/>
          </p:nvSpPr>
          <p:spPr>
            <a:xfrm>
              <a:off x="3439839" y="1964367"/>
              <a:ext cx="14144" cy="4969"/>
            </a:xfrm>
            <a:custGeom>
              <a:rect b="b" l="l" r="r" t="t"/>
              <a:pathLst>
                <a:path extrusionOk="0" h="1827" w="5200">
                  <a:moveTo>
                    <a:pt x="5201" y="508"/>
                  </a:moveTo>
                  <a:lnTo>
                    <a:pt x="454" y="0"/>
                  </a:lnTo>
                  <a:cubicBezTo>
                    <a:pt x="292" y="584"/>
                    <a:pt x="140" y="1178"/>
                    <a:pt x="0" y="1762"/>
                  </a:cubicBezTo>
                  <a:cubicBezTo>
                    <a:pt x="1578" y="1762"/>
                    <a:pt x="3200" y="1784"/>
                    <a:pt x="4854" y="1827"/>
                  </a:cubicBezTo>
                  <a:cubicBezTo>
                    <a:pt x="4963" y="1384"/>
                    <a:pt x="5071" y="941"/>
                    <a:pt x="5201" y="508"/>
                  </a:cubicBezTo>
                  <a:close/>
                </a:path>
              </a:pathLst>
            </a:custGeom>
            <a:solidFill>
              <a:srgbClr val="EBEA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49"/>
            <p:cNvSpPr/>
            <p:nvPr/>
          </p:nvSpPr>
          <p:spPr>
            <a:xfrm>
              <a:off x="3436157" y="1969191"/>
              <a:ext cx="16886" cy="33848"/>
            </a:xfrm>
            <a:custGeom>
              <a:rect b="b" l="l" r="r" t="t"/>
              <a:pathLst>
                <a:path extrusionOk="0" h="12444" w="6208">
                  <a:moveTo>
                    <a:pt x="3" y="12001"/>
                  </a:moveTo>
                  <a:cubicBezTo>
                    <a:pt x="1603" y="12142"/>
                    <a:pt x="3181" y="12282"/>
                    <a:pt x="4749" y="12444"/>
                  </a:cubicBezTo>
                  <a:cubicBezTo>
                    <a:pt x="4706" y="8282"/>
                    <a:pt x="5203" y="4108"/>
                    <a:pt x="6209" y="65"/>
                  </a:cubicBezTo>
                  <a:cubicBezTo>
                    <a:pt x="4555" y="22"/>
                    <a:pt x="2933" y="0"/>
                    <a:pt x="1354" y="0"/>
                  </a:cubicBezTo>
                  <a:cubicBezTo>
                    <a:pt x="414" y="3925"/>
                    <a:pt x="-40" y="7968"/>
                    <a:pt x="3" y="12012"/>
                  </a:cubicBezTo>
                  <a:close/>
                </a:path>
              </a:pathLst>
            </a:custGeom>
            <a:solidFill>
              <a:srgbClr val="EBEA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49"/>
            <p:cNvSpPr/>
            <p:nvPr/>
          </p:nvSpPr>
          <p:spPr>
            <a:xfrm>
              <a:off x="3436163" y="2001792"/>
              <a:ext cx="13083" cy="6792"/>
            </a:xfrm>
            <a:custGeom>
              <a:rect b="b" l="l" r="r" t="t"/>
              <a:pathLst>
                <a:path extrusionOk="0" h="2497" w="4810">
                  <a:moveTo>
                    <a:pt x="65" y="1989"/>
                  </a:moveTo>
                  <a:lnTo>
                    <a:pt x="4811" y="2498"/>
                  </a:lnTo>
                  <a:cubicBezTo>
                    <a:pt x="4779" y="1817"/>
                    <a:pt x="4757" y="1135"/>
                    <a:pt x="4746" y="443"/>
                  </a:cubicBezTo>
                  <a:cubicBezTo>
                    <a:pt x="3189" y="281"/>
                    <a:pt x="1600" y="140"/>
                    <a:pt x="0" y="0"/>
                  </a:cubicBezTo>
                  <a:cubicBezTo>
                    <a:pt x="0" y="659"/>
                    <a:pt x="32" y="1319"/>
                    <a:pt x="65" y="1979"/>
                  </a:cubicBezTo>
                  <a:close/>
                </a:path>
              </a:pathLst>
            </a:custGeom>
            <a:solidFill>
              <a:srgbClr val="EBEA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49"/>
            <p:cNvSpPr/>
            <p:nvPr/>
          </p:nvSpPr>
          <p:spPr>
            <a:xfrm>
              <a:off x="3539850" y="1977301"/>
              <a:ext cx="11614" cy="7646"/>
            </a:xfrm>
            <a:custGeom>
              <a:rect b="b" l="l" r="r" t="t"/>
              <a:pathLst>
                <a:path extrusionOk="0" h="2811" w="4270">
                  <a:moveTo>
                    <a:pt x="4098" y="1590"/>
                  </a:moveTo>
                  <a:lnTo>
                    <a:pt x="0" y="0"/>
                  </a:lnTo>
                  <a:cubicBezTo>
                    <a:pt x="86" y="487"/>
                    <a:pt x="140" y="962"/>
                    <a:pt x="205" y="1449"/>
                  </a:cubicBezTo>
                  <a:cubicBezTo>
                    <a:pt x="1600" y="1870"/>
                    <a:pt x="2952" y="2324"/>
                    <a:pt x="4270" y="2811"/>
                  </a:cubicBezTo>
                  <a:cubicBezTo>
                    <a:pt x="4217" y="2400"/>
                    <a:pt x="4162" y="1989"/>
                    <a:pt x="4098" y="1578"/>
                  </a:cubicBezTo>
                  <a:close/>
                </a:path>
              </a:pathLst>
            </a:custGeom>
            <a:solidFill>
              <a:srgbClr val="EBEA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49"/>
            <p:cNvSpPr/>
            <p:nvPr/>
          </p:nvSpPr>
          <p:spPr>
            <a:xfrm>
              <a:off x="3538145" y="1981271"/>
              <a:ext cx="14149" cy="38907"/>
            </a:xfrm>
            <a:custGeom>
              <a:rect b="b" l="l" r="r" t="t"/>
              <a:pathLst>
                <a:path extrusionOk="0" h="14304" w="5202">
                  <a:moveTo>
                    <a:pt x="11" y="13277"/>
                  </a:moveTo>
                  <a:cubicBezTo>
                    <a:pt x="1481" y="13612"/>
                    <a:pt x="2897" y="13958"/>
                    <a:pt x="4249" y="14304"/>
                  </a:cubicBezTo>
                  <a:cubicBezTo>
                    <a:pt x="5254" y="10077"/>
                    <a:pt x="5460" y="5665"/>
                    <a:pt x="4887" y="1362"/>
                  </a:cubicBezTo>
                  <a:cubicBezTo>
                    <a:pt x="3568" y="865"/>
                    <a:pt x="2216" y="411"/>
                    <a:pt x="821" y="0"/>
                  </a:cubicBezTo>
                  <a:cubicBezTo>
                    <a:pt x="1384" y="4433"/>
                    <a:pt x="1103" y="8952"/>
                    <a:pt x="0" y="13288"/>
                  </a:cubicBezTo>
                  <a:close/>
                </a:path>
              </a:pathLst>
            </a:custGeom>
            <a:solidFill>
              <a:srgbClr val="EBEA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49"/>
            <p:cNvSpPr/>
            <p:nvPr/>
          </p:nvSpPr>
          <p:spPr>
            <a:xfrm>
              <a:off x="3537291" y="2017372"/>
              <a:ext cx="12439" cy="7733"/>
            </a:xfrm>
            <a:custGeom>
              <a:rect b="b" l="l" r="r" t="t"/>
              <a:pathLst>
                <a:path extrusionOk="0" h="2843" w="4573">
                  <a:moveTo>
                    <a:pt x="0" y="1254"/>
                  </a:moveTo>
                  <a:lnTo>
                    <a:pt x="4098" y="2844"/>
                  </a:lnTo>
                  <a:cubicBezTo>
                    <a:pt x="4270" y="2238"/>
                    <a:pt x="4433" y="1633"/>
                    <a:pt x="4573" y="1027"/>
                  </a:cubicBezTo>
                  <a:cubicBezTo>
                    <a:pt x="3211" y="682"/>
                    <a:pt x="1795" y="335"/>
                    <a:pt x="335" y="0"/>
                  </a:cubicBezTo>
                  <a:cubicBezTo>
                    <a:pt x="227" y="422"/>
                    <a:pt x="130" y="844"/>
                    <a:pt x="0" y="1254"/>
                  </a:cubicBezTo>
                  <a:close/>
                </a:path>
              </a:pathLst>
            </a:custGeom>
            <a:solidFill>
              <a:srgbClr val="EBEA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49"/>
            <p:cNvSpPr/>
            <p:nvPr/>
          </p:nvSpPr>
          <p:spPr>
            <a:xfrm>
              <a:off x="3070741" y="1365083"/>
              <a:ext cx="143698" cy="106466"/>
            </a:xfrm>
            <a:custGeom>
              <a:rect b="b" l="l" r="r" t="t"/>
              <a:pathLst>
                <a:path extrusionOk="0" h="39142" w="52830">
                  <a:moveTo>
                    <a:pt x="52820" y="33942"/>
                  </a:moveTo>
                  <a:lnTo>
                    <a:pt x="5377" y="620"/>
                  </a:lnTo>
                  <a:cubicBezTo>
                    <a:pt x="3831" y="-461"/>
                    <a:pt x="1701" y="-94"/>
                    <a:pt x="620" y="1452"/>
                  </a:cubicBezTo>
                  <a:lnTo>
                    <a:pt x="620" y="1452"/>
                  </a:lnTo>
                  <a:cubicBezTo>
                    <a:pt x="-461" y="2998"/>
                    <a:pt x="-94" y="5129"/>
                    <a:pt x="1453" y="6210"/>
                  </a:cubicBezTo>
                  <a:lnTo>
                    <a:pt x="48355" y="39143"/>
                  </a:lnTo>
                  <a:cubicBezTo>
                    <a:pt x="48938" y="36851"/>
                    <a:pt x="50647" y="34861"/>
                    <a:pt x="52831" y="3393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49"/>
            <p:cNvSpPr/>
            <p:nvPr/>
          </p:nvSpPr>
          <p:spPr>
            <a:xfrm>
              <a:off x="3095745" y="1373262"/>
              <a:ext cx="116421" cy="296056"/>
            </a:xfrm>
            <a:custGeom>
              <a:rect b="b" l="l" r="r" t="t"/>
              <a:pathLst>
                <a:path extrusionOk="0" h="108844" w="42802">
                  <a:moveTo>
                    <a:pt x="41613" y="108834"/>
                  </a:moveTo>
                  <a:lnTo>
                    <a:pt x="11729" y="102812"/>
                  </a:lnTo>
                  <a:cubicBezTo>
                    <a:pt x="4701" y="101395"/>
                    <a:pt x="-186" y="94984"/>
                    <a:pt x="301" y="87826"/>
                  </a:cubicBezTo>
                  <a:lnTo>
                    <a:pt x="4539" y="26014"/>
                  </a:lnTo>
                  <a:lnTo>
                    <a:pt x="138" y="9861"/>
                  </a:lnTo>
                  <a:cubicBezTo>
                    <a:pt x="-283" y="8326"/>
                    <a:pt x="279" y="6683"/>
                    <a:pt x="1566" y="5731"/>
                  </a:cubicBezTo>
                  <a:lnTo>
                    <a:pt x="8226" y="769"/>
                  </a:lnTo>
                  <a:cubicBezTo>
                    <a:pt x="9739" y="-356"/>
                    <a:pt x="11847" y="-237"/>
                    <a:pt x="13221" y="1061"/>
                  </a:cubicBezTo>
                  <a:lnTo>
                    <a:pt x="24735" y="11938"/>
                  </a:lnTo>
                  <a:cubicBezTo>
                    <a:pt x="25698" y="12846"/>
                    <a:pt x="26022" y="14251"/>
                    <a:pt x="25546" y="15484"/>
                  </a:cubicBezTo>
                  <a:lnTo>
                    <a:pt x="24087" y="19322"/>
                  </a:lnTo>
                  <a:lnTo>
                    <a:pt x="26995" y="23128"/>
                  </a:lnTo>
                  <a:lnTo>
                    <a:pt x="20530" y="30609"/>
                  </a:lnTo>
                  <a:lnTo>
                    <a:pt x="24952" y="78398"/>
                  </a:lnTo>
                  <a:lnTo>
                    <a:pt x="42802" y="80658"/>
                  </a:lnTo>
                  <a:lnTo>
                    <a:pt x="41613" y="108845"/>
                  </a:ln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49"/>
            <p:cNvSpPr/>
            <p:nvPr/>
          </p:nvSpPr>
          <p:spPr>
            <a:xfrm>
              <a:off x="3150065" y="1425799"/>
              <a:ext cx="19084" cy="30701"/>
            </a:xfrm>
            <a:custGeom>
              <a:rect b="b" l="l" r="r" t="t"/>
              <a:pathLst>
                <a:path extrusionOk="0" h="11287" w="7016">
                  <a:moveTo>
                    <a:pt x="11" y="4141"/>
                  </a:moveTo>
                  <a:lnTo>
                    <a:pt x="551" y="11288"/>
                  </a:lnTo>
                  <a:lnTo>
                    <a:pt x="7017" y="3806"/>
                  </a:lnTo>
                  <a:lnTo>
                    <a:pt x="4108" y="0"/>
                  </a:lnTo>
                  <a:lnTo>
                    <a:pt x="2573" y="443"/>
                  </a:lnTo>
                  <a:cubicBezTo>
                    <a:pt x="951" y="919"/>
                    <a:pt x="-119" y="2454"/>
                    <a:pt x="11" y="4141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49"/>
            <p:cNvSpPr/>
            <p:nvPr/>
          </p:nvSpPr>
          <p:spPr>
            <a:xfrm>
              <a:off x="3154840" y="1589427"/>
              <a:ext cx="57305" cy="79813"/>
            </a:xfrm>
            <a:custGeom>
              <a:rect b="b" l="l" r="r" t="t"/>
              <a:pathLst>
                <a:path extrusionOk="0" h="29343" w="21068">
                  <a:moveTo>
                    <a:pt x="21068" y="1157"/>
                  </a:moveTo>
                  <a:lnTo>
                    <a:pt x="11900" y="0"/>
                  </a:lnTo>
                  <a:cubicBezTo>
                    <a:pt x="7067" y="2822"/>
                    <a:pt x="3250" y="7385"/>
                    <a:pt x="1369" y="12661"/>
                  </a:cubicBezTo>
                  <a:cubicBezTo>
                    <a:pt x="-80" y="16726"/>
                    <a:pt x="-372" y="21191"/>
                    <a:pt x="461" y="25430"/>
                  </a:cubicBezTo>
                  <a:lnTo>
                    <a:pt x="19879" y="29344"/>
                  </a:lnTo>
                  <a:lnTo>
                    <a:pt x="21068" y="1157"/>
                  </a:ln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49"/>
            <p:cNvSpPr/>
            <p:nvPr/>
          </p:nvSpPr>
          <p:spPr>
            <a:xfrm>
              <a:off x="3154119" y="1409428"/>
              <a:ext cx="251736" cy="134509"/>
            </a:xfrm>
            <a:custGeom>
              <a:rect b="b" l="l" r="r" t="t"/>
              <a:pathLst>
                <a:path extrusionOk="0" h="49452" w="92550">
                  <a:moveTo>
                    <a:pt x="92551" y="31310"/>
                  </a:moveTo>
                  <a:lnTo>
                    <a:pt x="35810" y="2161"/>
                  </a:lnTo>
                  <a:cubicBezTo>
                    <a:pt x="31420" y="-88"/>
                    <a:pt x="26349" y="-607"/>
                    <a:pt x="21603" y="723"/>
                  </a:cubicBezTo>
                  <a:lnTo>
                    <a:pt x="3255" y="5848"/>
                  </a:lnTo>
                  <a:cubicBezTo>
                    <a:pt x="1212" y="6421"/>
                    <a:pt x="-140" y="8356"/>
                    <a:pt x="12" y="10465"/>
                  </a:cubicBezTo>
                  <a:lnTo>
                    <a:pt x="682" y="19417"/>
                  </a:lnTo>
                  <a:cubicBezTo>
                    <a:pt x="801" y="20942"/>
                    <a:pt x="1687" y="22304"/>
                    <a:pt x="3039" y="23017"/>
                  </a:cubicBezTo>
                  <a:lnTo>
                    <a:pt x="11289" y="27364"/>
                  </a:lnTo>
                  <a:lnTo>
                    <a:pt x="12435" y="30823"/>
                  </a:lnTo>
                  <a:cubicBezTo>
                    <a:pt x="12834" y="32034"/>
                    <a:pt x="13970" y="32856"/>
                    <a:pt x="15245" y="32856"/>
                  </a:cubicBezTo>
                  <a:lnTo>
                    <a:pt x="17700" y="32856"/>
                  </a:lnTo>
                  <a:cubicBezTo>
                    <a:pt x="18652" y="32856"/>
                    <a:pt x="19549" y="32391"/>
                    <a:pt x="20111" y="31624"/>
                  </a:cubicBezTo>
                  <a:lnTo>
                    <a:pt x="22144" y="28780"/>
                  </a:lnTo>
                  <a:lnTo>
                    <a:pt x="26576" y="29342"/>
                  </a:lnTo>
                  <a:cubicBezTo>
                    <a:pt x="28739" y="29613"/>
                    <a:pt x="30685" y="28013"/>
                    <a:pt x="30826" y="25829"/>
                  </a:cubicBezTo>
                  <a:lnTo>
                    <a:pt x="31474" y="15763"/>
                  </a:lnTo>
                  <a:lnTo>
                    <a:pt x="78409" y="49453"/>
                  </a:lnTo>
                  <a:lnTo>
                    <a:pt x="92540" y="31310"/>
                  </a:ln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49"/>
            <p:cNvSpPr/>
            <p:nvPr/>
          </p:nvSpPr>
          <p:spPr>
            <a:xfrm>
              <a:off x="3271828" y="1475334"/>
              <a:ext cx="109485" cy="68579"/>
            </a:xfrm>
            <a:custGeom>
              <a:rect b="b" l="l" r="r" t="t"/>
              <a:pathLst>
                <a:path extrusionOk="0" h="25213" w="40252">
                  <a:moveTo>
                    <a:pt x="40253" y="18629"/>
                  </a:moveTo>
                  <a:cubicBezTo>
                    <a:pt x="26630" y="12888"/>
                    <a:pt x="13191" y="6682"/>
                    <a:pt x="0" y="0"/>
                  </a:cubicBezTo>
                  <a:lnTo>
                    <a:pt x="35128" y="25214"/>
                  </a:lnTo>
                  <a:lnTo>
                    <a:pt x="40253" y="18629"/>
                  </a:ln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49"/>
            <p:cNvSpPr/>
            <p:nvPr/>
          </p:nvSpPr>
          <p:spPr>
            <a:xfrm>
              <a:off x="2988792" y="2683263"/>
              <a:ext cx="41755" cy="207210"/>
            </a:xfrm>
            <a:custGeom>
              <a:rect b="b" l="l" r="r" t="t"/>
              <a:pathLst>
                <a:path extrusionOk="0" h="76180" w="15351">
                  <a:moveTo>
                    <a:pt x="5707" y="59271"/>
                  </a:moveTo>
                  <a:cubicBezTo>
                    <a:pt x="4215" y="52535"/>
                    <a:pt x="4193" y="45475"/>
                    <a:pt x="5664" y="38739"/>
                  </a:cubicBezTo>
                  <a:cubicBezTo>
                    <a:pt x="6972" y="32738"/>
                    <a:pt x="9426" y="27019"/>
                    <a:pt x="10561" y="20986"/>
                  </a:cubicBezTo>
                  <a:cubicBezTo>
                    <a:pt x="11329" y="16877"/>
                    <a:pt x="11480" y="12661"/>
                    <a:pt x="12248" y="8541"/>
                  </a:cubicBezTo>
                  <a:cubicBezTo>
                    <a:pt x="12810" y="5557"/>
                    <a:pt x="13751" y="2563"/>
                    <a:pt x="15351" y="0"/>
                  </a:cubicBezTo>
                  <a:cubicBezTo>
                    <a:pt x="11361" y="1870"/>
                    <a:pt x="8691" y="5979"/>
                    <a:pt x="8691" y="10607"/>
                  </a:cubicBezTo>
                  <a:cubicBezTo>
                    <a:pt x="8691" y="15818"/>
                    <a:pt x="7880" y="21040"/>
                    <a:pt x="6280" y="26002"/>
                  </a:cubicBezTo>
                  <a:cubicBezTo>
                    <a:pt x="4333" y="32047"/>
                    <a:pt x="1220" y="37755"/>
                    <a:pt x="279" y="44037"/>
                  </a:cubicBezTo>
                  <a:cubicBezTo>
                    <a:pt x="-1062" y="53022"/>
                    <a:pt x="2647" y="62460"/>
                    <a:pt x="6755" y="71002"/>
                  </a:cubicBezTo>
                  <a:cubicBezTo>
                    <a:pt x="8247" y="74094"/>
                    <a:pt x="11329" y="76084"/>
                    <a:pt x="14735" y="76181"/>
                  </a:cubicBezTo>
                  <a:cubicBezTo>
                    <a:pt x="10010" y="71834"/>
                    <a:pt x="7101" y="65607"/>
                    <a:pt x="5696" y="59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49"/>
            <p:cNvSpPr/>
            <p:nvPr/>
          </p:nvSpPr>
          <p:spPr>
            <a:xfrm>
              <a:off x="3001229" y="2679884"/>
              <a:ext cx="96835" cy="210593"/>
            </a:xfrm>
            <a:custGeom>
              <a:rect b="b" l="l" r="r" t="t"/>
              <a:pathLst>
                <a:path extrusionOk="0" h="77424" w="35601">
                  <a:moveTo>
                    <a:pt x="14248" y="249"/>
                  </a:moveTo>
                  <a:cubicBezTo>
                    <a:pt x="13004" y="389"/>
                    <a:pt x="11847" y="746"/>
                    <a:pt x="10777" y="1243"/>
                  </a:cubicBezTo>
                  <a:cubicBezTo>
                    <a:pt x="9177" y="3795"/>
                    <a:pt x="8236" y="6790"/>
                    <a:pt x="7674" y="9785"/>
                  </a:cubicBezTo>
                  <a:cubicBezTo>
                    <a:pt x="6906" y="13904"/>
                    <a:pt x="6755" y="18110"/>
                    <a:pt x="5987" y="22229"/>
                  </a:cubicBezTo>
                  <a:cubicBezTo>
                    <a:pt x="4852" y="28262"/>
                    <a:pt x="2398" y="33982"/>
                    <a:pt x="1090" y="39982"/>
                  </a:cubicBezTo>
                  <a:cubicBezTo>
                    <a:pt x="-381" y="46729"/>
                    <a:pt x="-359" y="53789"/>
                    <a:pt x="1133" y="60514"/>
                  </a:cubicBezTo>
                  <a:cubicBezTo>
                    <a:pt x="2538" y="66850"/>
                    <a:pt x="5447" y="73078"/>
                    <a:pt x="10172" y="77424"/>
                  </a:cubicBezTo>
                  <a:cubicBezTo>
                    <a:pt x="10269" y="77424"/>
                    <a:pt x="10355" y="77424"/>
                    <a:pt x="10453" y="77424"/>
                  </a:cubicBezTo>
                  <a:lnTo>
                    <a:pt x="15848" y="77424"/>
                  </a:lnTo>
                  <a:cubicBezTo>
                    <a:pt x="20281" y="77424"/>
                    <a:pt x="24032" y="74245"/>
                    <a:pt x="24865" y="69899"/>
                  </a:cubicBezTo>
                  <a:cubicBezTo>
                    <a:pt x="26605" y="60698"/>
                    <a:pt x="30314" y="51886"/>
                    <a:pt x="35601" y="44156"/>
                  </a:cubicBezTo>
                  <a:cubicBezTo>
                    <a:pt x="24421" y="32284"/>
                    <a:pt x="17664" y="16293"/>
                    <a:pt x="16972" y="0"/>
                  </a:cubicBezTo>
                  <a:cubicBezTo>
                    <a:pt x="16064" y="54"/>
                    <a:pt x="15156" y="129"/>
                    <a:pt x="14258" y="2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49"/>
            <p:cNvSpPr/>
            <p:nvPr/>
          </p:nvSpPr>
          <p:spPr>
            <a:xfrm>
              <a:off x="3047379" y="2679718"/>
              <a:ext cx="76402" cy="120325"/>
            </a:xfrm>
            <a:custGeom>
              <a:rect b="b" l="l" r="r" t="t"/>
              <a:pathLst>
                <a:path extrusionOk="0" h="44237" w="28089">
                  <a:moveTo>
                    <a:pt x="8650" y="482"/>
                  </a:moveTo>
                  <a:cubicBezTo>
                    <a:pt x="5698" y="-5"/>
                    <a:pt x="2832" y="-91"/>
                    <a:pt x="0" y="82"/>
                  </a:cubicBezTo>
                  <a:cubicBezTo>
                    <a:pt x="692" y="16375"/>
                    <a:pt x="7449" y="32366"/>
                    <a:pt x="18629" y="44238"/>
                  </a:cubicBezTo>
                  <a:cubicBezTo>
                    <a:pt x="21375" y="40237"/>
                    <a:pt x="24532" y="36518"/>
                    <a:pt x="28089" y="33209"/>
                  </a:cubicBezTo>
                  <a:cubicBezTo>
                    <a:pt x="21299" y="22322"/>
                    <a:pt x="16596" y="10548"/>
                    <a:pt x="8650" y="4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49"/>
            <p:cNvSpPr/>
            <p:nvPr/>
          </p:nvSpPr>
          <p:spPr>
            <a:xfrm>
              <a:off x="3483993" y="2796005"/>
              <a:ext cx="119073" cy="68933"/>
            </a:xfrm>
            <a:custGeom>
              <a:rect b="b" l="l" r="r" t="t"/>
              <a:pathLst>
                <a:path extrusionOk="0" h="25343" w="43777">
                  <a:moveTo>
                    <a:pt x="42058" y="13601"/>
                  </a:moveTo>
                  <a:cubicBezTo>
                    <a:pt x="38966" y="9255"/>
                    <a:pt x="36836" y="5579"/>
                    <a:pt x="34090" y="0"/>
                  </a:cubicBezTo>
                  <a:lnTo>
                    <a:pt x="5428" y="6833"/>
                  </a:lnTo>
                  <a:lnTo>
                    <a:pt x="0" y="25343"/>
                  </a:lnTo>
                  <a:cubicBezTo>
                    <a:pt x="14596" y="22121"/>
                    <a:pt x="29181" y="18888"/>
                    <a:pt x="43777" y="15666"/>
                  </a:cubicBezTo>
                  <a:cubicBezTo>
                    <a:pt x="43161" y="15028"/>
                    <a:pt x="42577" y="14336"/>
                    <a:pt x="42058" y="136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49"/>
            <p:cNvSpPr/>
            <p:nvPr/>
          </p:nvSpPr>
          <p:spPr>
            <a:xfrm>
              <a:off x="3474705" y="2884610"/>
              <a:ext cx="194358" cy="12055"/>
            </a:xfrm>
            <a:custGeom>
              <a:rect b="b" l="l" r="r" t="t"/>
              <a:pathLst>
                <a:path extrusionOk="0" h="4432" w="71455">
                  <a:moveTo>
                    <a:pt x="659" y="2173"/>
                  </a:moveTo>
                  <a:lnTo>
                    <a:pt x="0" y="4433"/>
                  </a:lnTo>
                  <a:lnTo>
                    <a:pt x="71456" y="4433"/>
                  </a:lnTo>
                  <a:cubicBezTo>
                    <a:pt x="71207" y="2887"/>
                    <a:pt x="70753" y="1406"/>
                    <a:pt x="70137" y="0"/>
                  </a:cubicBezTo>
                  <a:lnTo>
                    <a:pt x="659" y="216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49"/>
            <p:cNvSpPr/>
            <p:nvPr/>
          </p:nvSpPr>
          <p:spPr>
            <a:xfrm>
              <a:off x="3476469" y="2838571"/>
              <a:ext cx="188977" cy="51933"/>
            </a:xfrm>
            <a:custGeom>
              <a:rect b="b" l="l" r="r" t="t"/>
              <a:pathLst>
                <a:path extrusionOk="0" h="19093" w="69477">
                  <a:moveTo>
                    <a:pt x="60557" y="7860"/>
                  </a:moveTo>
                  <a:lnTo>
                    <a:pt x="51951" y="3871"/>
                  </a:lnTo>
                  <a:cubicBezTo>
                    <a:pt x="49919" y="2930"/>
                    <a:pt x="48080" y="1611"/>
                    <a:pt x="46535" y="0"/>
                  </a:cubicBezTo>
                  <a:cubicBezTo>
                    <a:pt x="31938" y="3222"/>
                    <a:pt x="17353" y="6454"/>
                    <a:pt x="2757" y="9676"/>
                  </a:cubicBezTo>
                  <a:lnTo>
                    <a:pt x="0" y="19093"/>
                  </a:lnTo>
                  <a:lnTo>
                    <a:pt x="69477" y="16931"/>
                  </a:lnTo>
                  <a:cubicBezTo>
                    <a:pt x="67725" y="12974"/>
                    <a:pt x="64580" y="9720"/>
                    <a:pt x="60557" y="78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49"/>
            <p:cNvSpPr/>
            <p:nvPr/>
          </p:nvSpPr>
          <p:spPr>
            <a:xfrm>
              <a:off x="3460090" y="2783432"/>
              <a:ext cx="146788" cy="76788"/>
            </a:xfrm>
            <a:custGeom>
              <a:rect b="b" l="l" r="r" t="t"/>
              <a:pathLst>
                <a:path extrusionOk="0" h="28231" w="53966">
                  <a:moveTo>
                    <a:pt x="51531" y="39"/>
                  </a:moveTo>
                  <a:lnTo>
                    <a:pt x="1645" y="9954"/>
                  </a:lnTo>
                  <a:cubicBezTo>
                    <a:pt x="661" y="10149"/>
                    <a:pt x="-31" y="11024"/>
                    <a:pt x="1" y="12019"/>
                  </a:cubicBezTo>
                  <a:cubicBezTo>
                    <a:pt x="142" y="16646"/>
                    <a:pt x="261" y="21588"/>
                    <a:pt x="401" y="26258"/>
                  </a:cubicBezTo>
                  <a:cubicBezTo>
                    <a:pt x="445" y="27599"/>
                    <a:pt x="1731" y="28518"/>
                    <a:pt x="3018" y="28150"/>
                  </a:cubicBezTo>
                  <a:cubicBezTo>
                    <a:pt x="19409" y="23372"/>
                    <a:pt x="36027" y="19620"/>
                    <a:pt x="52407" y="14797"/>
                  </a:cubicBezTo>
                  <a:cubicBezTo>
                    <a:pt x="53293" y="14538"/>
                    <a:pt x="53888" y="13716"/>
                    <a:pt x="53866" y="12798"/>
                  </a:cubicBezTo>
                  <a:cubicBezTo>
                    <a:pt x="53790" y="9327"/>
                    <a:pt x="53996" y="5564"/>
                    <a:pt x="53964" y="2040"/>
                  </a:cubicBezTo>
                  <a:cubicBezTo>
                    <a:pt x="53953" y="753"/>
                    <a:pt x="52785" y="-209"/>
                    <a:pt x="51520" y="3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49"/>
            <p:cNvSpPr/>
            <p:nvPr/>
          </p:nvSpPr>
          <p:spPr>
            <a:xfrm>
              <a:off x="3045413" y="2592777"/>
              <a:ext cx="123469" cy="183556"/>
            </a:xfrm>
            <a:custGeom>
              <a:rect b="b" l="l" r="r" t="t"/>
              <a:pathLst>
                <a:path extrusionOk="0" h="67484" w="45393">
                  <a:moveTo>
                    <a:pt x="44868" y="56038"/>
                  </a:moveTo>
                  <a:cubicBezTo>
                    <a:pt x="31191" y="40902"/>
                    <a:pt x="21914" y="21808"/>
                    <a:pt x="18487" y="1687"/>
                  </a:cubicBezTo>
                  <a:cubicBezTo>
                    <a:pt x="18260" y="379"/>
                    <a:pt x="16876" y="-356"/>
                    <a:pt x="15665" y="173"/>
                  </a:cubicBezTo>
                  <a:cubicBezTo>
                    <a:pt x="10994" y="2217"/>
                    <a:pt x="5934" y="4120"/>
                    <a:pt x="1350" y="6195"/>
                  </a:cubicBezTo>
                  <a:cubicBezTo>
                    <a:pt x="669" y="6498"/>
                    <a:pt x="215" y="7158"/>
                    <a:pt x="161" y="7904"/>
                  </a:cubicBezTo>
                  <a:cubicBezTo>
                    <a:pt x="-618" y="19181"/>
                    <a:pt x="1436" y="31290"/>
                    <a:pt x="6237" y="41475"/>
                  </a:cubicBezTo>
                  <a:cubicBezTo>
                    <a:pt x="11027" y="51649"/>
                    <a:pt x="18465" y="60558"/>
                    <a:pt x="27612" y="67110"/>
                  </a:cubicBezTo>
                  <a:cubicBezTo>
                    <a:pt x="28239" y="67553"/>
                    <a:pt x="29061" y="67607"/>
                    <a:pt x="29742" y="67250"/>
                  </a:cubicBezTo>
                  <a:cubicBezTo>
                    <a:pt x="34445" y="64764"/>
                    <a:pt x="39548" y="61758"/>
                    <a:pt x="44316" y="59195"/>
                  </a:cubicBezTo>
                  <a:cubicBezTo>
                    <a:pt x="45484" y="58569"/>
                    <a:pt x="45755" y="57022"/>
                    <a:pt x="44868" y="5603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49"/>
            <p:cNvSpPr/>
            <p:nvPr/>
          </p:nvSpPr>
          <p:spPr>
            <a:xfrm>
              <a:off x="3353790" y="1533394"/>
              <a:ext cx="93106" cy="42378"/>
            </a:xfrm>
            <a:custGeom>
              <a:rect b="b" l="l" r="r" t="t"/>
              <a:pathLst>
                <a:path extrusionOk="0" h="15580" w="34230">
                  <a:moveTo>
                    <a:pt x="0" y="13385"/>
                  </a:moveTo>
                  <a:lnTo>
                    <a:pt x="7103" y="0"/>
                  </a:lnTo>
                  <a:lnTo>
                    <a:pt x="34230" y="6693"/>
                  </a:lnTo>
                  <a:lnTo>
                    <a:pt x="34230" y="15580"/>
                  </a:lnTo>
                  <a:lnTo>
                    <a:pt x="0" y="13385"/>
                  </a:ln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49"/>
            <p:cNvSpPr/>
            <p:nvPr/>
          </p:nvSpPr>
          <p:spPr>
            <a:xfrm>
              <a:off x="3171719" y="1509640"/>
              <a:ext cx="430315" cy="495995"/>
            </a:xfrm>
            <a:custGeom>
              <a:rect b="b" l="l" r="r" t="t"/>
              <a:pathLst>
                <a:path extrusionOk="0" h="182351" w="158204">
                  <a:moveTo>
                    <a:pt x="63340" y="26879"/>
                  </a:moveTo>
                  <a:lnTo>
                    <a:pt x="102274" y="26879"/>
                  </a:lnTo>
                  <a:lnTo>
                    <a:pt x="122341" y="0"/>
                  </a:lnTo>
                  <a:cubicBezTo>
                    <a:pt x="154312" y="9861"/>
                    <a:pt x="153804" y="39118"/>
                    <a:pt x="150063" y="50168"/>
                  </a:cubicBezTo>
                  <a:cubicBezTo>
                    <a:pt x="146322" y="61217"/>
                    <a:pt x="144213" y="77219"/>
                    <a:pt x="144213" y="77219"/>
                  </a:cubicBezTo>
                  <a:cubicBezTo>
                    <a:pt x="152279" y="109871"/>
                    <a:pt x="157858" y="143875"/>
                    <a:pt x="158204" y="177554"/>
                  </a:cubicBezTo>
                  <a:cubicBezTo>
                    <a:pt x="158237" y="180678"/>
                    <a:pt x="155296" y="182970"/>
                    <a:pt x="152268" y="182202"/>
                  </a:cubicBezTo>
                  <a:cubicBezTo>
                    <a:pt x="127163" y="175867"/>
                    <a:pt x="101355" y="172180"/>
                    <a:pt x="75536" y="170082"/>
                  </a:cubicBezTo>
                  <a:cubicBezTo>
                    <a:pt x="72974" y="169877"/>
                    <a:pt x="71028" y="167693"/>
                    <a:pt x="71146" y="165130"/>
                  </a:cubicBezTo>
                  <a:cubicBezTo>
                    <a:pt x="71590" y="155346"/>
                    <a:pt x="72206" y="144804"/>
                    <a:pt x="72584" y="135312"/>
                  </a:cubicBezTo>
                  <a:cubicBezTo>
                    <a:pt x="52572" y="115537"/>
                    <a:pt x="36603" y="91685"/>
                    <a:pt x="25931" y="65639"/>
                  </a:cubicBezTo>
                  <a:cubicBezTo>
                    <a:pt x="18330" y="63715"/>
                    <a:pt x="11000" y="62115"/>
                    <a:pt x="3410" y="60179"/>
                  </a:cubicBezTo>
                  <a:cubicBezTo>
                    <a:pt x="166" y="54633"/>
                    <a:pt x="-796" y="47767"/>
                    <a:pt x="663" y="41507"/>
                  </a:cubicBezTo>
                  <a:cubicBezTo>
                    <a:pt x="2123" y="35258"/>
                    <a:pt x="6059" y="29614"/>
                    <a:pt x="11422" y="26078"/>
                  </a:cubicBezTo>
                  <a:cubicBezTo>
                    <a:pt x="20233" y="26500"/>
                    <a:pt x="35575" y="24749"/>
                    <a:pt x="44063" y="23657"/>
                  </a:cubicBezTo>
                  <a:cubicBezTo>
                    <a:pt x="48149" y="23127"/>
                    <a:pt x="52290" y="23473"/>
                    <a:pt x="56237" y="24684"/>
                  </a:cubicBezTo>
                  <a:lnTo>
                    <a:pt x="63362" y="2685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49"/>
            <p:cNvSpPr/>
            <p:nvPr/>
          </p:nvSpPr>
          <p:spPr>
            <a:xfrm>
              <a:off x="3365126" y="1555739"/>
              <a:ext cx="236811" cy="449972"/>
            </a:xfrm>
            <a:custGeom>
              <a:rect b="b" l="l" r="r" t="t"/>
              <a:pathLst>
                <a:path extrusionOk="0" h="165431" w="87063">
                  <a:moveTo>
                    <a:pt x="73072" y="60276"/>
                  </a:moveTo>
                  <a:cubicBezTo>
                    <a:pt x="73072" y="60276"/>
                    <a:pt x="75180" y="44275"/>
                    <a:pt x="78921" y="33225"/>
                  </a:cubicBezTo>
                  <a:cubicBezTo>
                    <a:pt x="81278" y="26251"/>
                    <a:pt x="82349" y="12023"/>
                    <a:pt x="74791" y="0"/>
                  </a:cubicBezTo>
                  <a:cubicBezTo>
                    <a:pt x="76251" y="5720"/>
                    <a:pt x="75656" y="11990"/>
                    <a:pt x="72683" y="17115"/>
                  </a:cubicBezTo>
                  <a:cubicBezTo>
                    <a:pt x="70920" y="20164"/>
                    <a:pt x="68369" y="23062"/>
                    <a:pt x="68379" y="26586"/>
                  </a:cubicBezTo>
                  <a:cubicBezTo>
                    <a:pt x="68391" y="30371"/>
                    <a:pt x="71450" y="33766"/>
                    <a:pt x="70996" y="37518"/>
                  </a:cubicBezTo>
                  <a:cubicBezTo>
                    <a:pt x="70413" y="42405"/>
                    <a:pt x="64466" y="44772"/>
                    <a:pt x="62498" y="49291"/>
                  </a:cubicBezTo>
                  <a:cubicBezTo>
                    <a:pt x="60617" y="53606"/>
                    <a:pt x="62833" y="58493"/>
                    <a:pt x="64833" y="62752"/>
                  </a:cubicBezTo>
                  <a:cubicBezTo>
                    <a:pt x="70737" y="75348"/>
                    <a:pt x="75008" y="88723"/>
                    <a:pt x="77527" y="102400"/>
                  </a:cubicBezTo>
                  <a:cubicBezTo>
                    <a:pt x="80078" y="116260"/>
                    <a:pt x="80976" y="130262"/>
                    <a:pt x="82122" y="144382"/>
                  </a:cubicBezTo>
                  <a:cubicBezTo>
                    <a:pt x="82533" y="149475"/>
                    <a:pt x="82478" y="155594"/>
                    <a:pt x="78218" y="158416"/>
                  </a:cubicBezTo>
                  <a:cubicBezTo>
                    <a:pt x="74099" y="161151"/>
                    <a:pt x="68618" y="159065"/>
                    <a:pt x="64163" y="156935"/>
                  </a:cubicBezTo>
                  <a:cubicBezTo>
                    <a:pt x="66823" y="155745"/>
                    <a:pt x="68747" y="153518"/>
                    <a:pt x="69699" y="150761"/>
                  </a:cubicBezTo>
                  <a:cubicBezTo>
                    <a:pt x="65968" y="153551"/>
                    <a:pt x="60865" y="154686"/>
                    <a:pt x="56227" y="155119"/>
                  </a:cubicBezTo>
                  <a:cubicBezTo>
                    <a:pt x="51578" y="155551"/>
                    <a:pt x="46907" y="155119"/>
                    <a:pt x="42258" y="154697"/>
                  </a:cubicBezTo>
                  <a:cubicBezTo>
                    <a:pt x="32117" y="153767"/>
                    <a:pt x="21964" y="152837"/>
                    <a:pt x="11823" y="151907"/>
                  </a:cubicBezTo>
                  <a:cubicBezTo>
                    <a:pt x="8546" y="151605"/>
                    <a:pt x="5130" y="151259"/>
                    <a:pt x="2330" y="149540"/>
                  </a:cubicBezTo>
                  <a:cubicBezTo>
                    <a:pt x="1465" y="149010"/>
                    <a:pt x="676" y="148296"/>
                    <a:pt x="37" y="147474"/>
                  </a:cubicBezTo>
                  <a:cubicBezTo>
                    <a:pt x="27" y="147723"/>
                    <a:pt x="16" y="147972"/>
                    <a:pt x="5" y="148210"/>
                  </a:cubicBezTo>
                  <a:cubicBezTo>
                    <a:pt x="-114" y="150772"/>
                    <a:pt x="1832" y="152956"/>
                    <a:pt x="4395" y="153162"/>
                  </a:cubicBezTo>
                  <a:cubicBezTo>
                    <a:pt x="30214" y="155259"/>
                    <a:pt x="56022" y="158946"/>
                    <a:pt x="81127" y="165282"/>
                  </a:cubicBezTo>
                  <a:cubicBezTo>
                    <a:pt x="84154" y="166050"/>
                    <a:pt x="87095" y="163757"/>
                    <a:pt x="87063" y="160632"/>
                  </a:cubicBezTo>
                  <a:cubicBezTo>
                    <a:pt x="86717" y="126953"/>
                    <a:pt x="81138" y="92950"/>
                    <a:pt x="73072" y="6029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49"/>
            <p:cNvSpPr/>
            <p:nvPr/>
          </p:nvSpPr>
          <p:spPr>
            <a:xfrm>
              <a:off x="3326747" y="1490558"/>
              <a:ext cx="66901" cy="74319"/>
            </a:xfrm>
            <a:custGeom>
              <a:rect b="b" l="l" r="r" t="t"/>
              <a:pathLst>
                <a:path extrusionOk="0" h="27323" w="24596">
                  <a:moveTo>
                    <a:pt x="129" y="2380"/>
                  </a:moveTo>
                  <a:cubicBezTo>
                    <a:pt x="-314" y="4889"/>
                    <a:pt x="453" y="7451"/>
                    <a:pt x="1394" y="9819"/>
                  </a:cubicBezTo>
                  <a:cubicBezTo>
                    <a:pt x="2345" y="12187"/>
                    <a:pt x="3491" y="14522"/>
                    <a:pt x="3837" y="17041"/>
                  </a:cubicBezTo>
                  <a:cubicBezTo>
                    <a:pt x="4194" y="19571"/>
                    <a:pt x="3589" y="22403"/>
                    <a:pt x="1589" y="23993"/>
                  </a:cubicBezTo>
                  <a:cubicBezTo>
                    <a:pt x="3211" y="24382"/>
                    <a:pt x="5059" y="24415"/>
                    <a:pt x="6421" y="23463"/>
                  </a:cubicBezTo>
                  <a:cubicBezTo>
                    <a:pt x="6465" y="24977"/>
                    <a:pt x="5643" y="26491"/>
                    <a:pt x="4378" y="27323"/>
                  </a:cubicBezTo>
                  <a:cubicBezTo>
                    <a:pt x="9103" y="27345"/>
                    <a:pt x="13828" y="25723"/>
                    <a:pt x="17482" y="22717"/>
                  </a:cubicBezTo>
                  <a:cubicBezTo>
                    <a:pt x="21136" y="19712"/>
                    <a:pt x="23699" y="15408"/>
                    <a:pt x="24596" y="10770"/>
                  </a:cubicBezTo>
                  <a:cubicBezTo>
                    <a:pt x="22888" y="6337"/>
                    <a:pt x="19125" y="2401"/>
                    <a:pt x="14639" y="834"/>
                  </a:cubicBezTo>
                  <a:cubicBezTo>
                    <a:pt x="10152" y="-734"/>
                    <a:pt x="4216" y="-20"/>
                    <a:pt x="118" y="2380"/>
                  </a:cubicBezTo>
                  <a:close/>
                </a:path>
              </a:pathLst>
            </a:custGeom>
            <a:solidFill>
              <a:srgbClr val="5C3F4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49"/>
            <p:cNvSpPr/>
            <p:nvPr/>
          </p:nvSpPr>
          <p:spPr>
            <a:xfrm>
              <a:off x="3373106" y="1468869"/>
              <a:ext cx="58374" cy="69050"/>
            </a:xfrm>
            <a:custGeom>
              <a:rect b="b" l="l" r="r" t="t"/>
              <a:pathLst>
                <a:path extrusionOk="0" h="25386" w="21461">
                  <a:moveTo>
                    <a:pt x="11698" y="13385"/>
                  </a:moveTo>
                  <a:cubicBezTo>
                    <a:pt x="16499" y="10282"/>
                    <a:pt x="19991" y="5417"/>
                    <a:pt x="21462" y="0"/>
                  </a:cubicBezTo>
                  <a:cubicBezTo>
                    <a:pt x="13991" y="4173"/>
                    <a:pt x="6693" y="8714"/>
                    <a:pt x="0" y="13461"/>
                  </a:cubicBezTo>
                  <a:cubicBezTo>
                    <a:pt x="1384" y="18142"/>
                    <a:pt x="4087" y="21602"/>
                    <a:pt x="7179" y="25386"/>
                  </a:cubicBezTo>
                  <a:cubicBezTo>
                    <a:pt x="10239" y="22229"/>
                    <a:pt x="12012" y="17785"/>
                    <a:pt x="11698" y="13385"/>
                  </a:cubicBezTo>
                  <a:close/>
                </a:path>
              </a:pathLst>
            </a:custGeom>
            <a:solidFill>
              <a:srgbClr val="5C3F4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49"/>
            <p:cNvSpPr/>
            <p:nvPr/>
          </p:nvSpPr>
          <p:spPr>
            <a:xfrm>
              <a:off x="3392656" y="1441173"/>
              <a:ext cx="125256" cy="130663"/>
            </a:xfrm>
            <a:custGeom>
              <a:rect b="b" l="l" r="r" t="t"/>
              <a:pathLst>
                <a:path extrusionOk="0" h="48038" w="46050">
                  <a:moveTo>
                    <a:pt x="45421" y="22121"/>
                  </a:moveTo>
                  <a:lnTo>
                    <a:pt x="41756" y="18273"/>
                  </a:lnTo>
                  <a:cubicBezTo>
                    <a:pt x="40955" y="17429"/>
                    <a:pt x="40177" y="16348"/>
                    <a:pt x="39193" y="15710"/>
                  </a:cubicBezTo>
                  <a:cubicBezTo>
                    <a:pt x="38372" y="15180"/>
                    <a:pt x="37755" y="15267"/>
                    <a:pt x="37518" y="14229"/>
                  </a:cubicBezTo>
                  <a:cubicBezTo>
                    <a:pt x="36977" y="11861"/>
                    <a:pt x="36966" y="9320"/>
                    <a:pt x="36458" y="6920"/>
                  </a:cubicBezTo>
                  <a:cubicBezTo>
                    <a:pt x="36328" y="6336"/>
                    <a:pt x="34588" y="-22"/>
                    <a:pt x="34512" y="0"/>
                  </a:cubicBezTo>
                  <a:cubicBezTo>
                    <a:pt x="27808" y="3006"/>
                    <a:pt x="20975" y="6455"/>
                    <a:pt x="14283" y="10196"/>
                  </a:cubicBezTo>
                  <a:cubicBezTo>
                    <a:pt x="12812" y="15602"/>
                    <a:pt x="9331" y="20478"/>
                    <a:pt x="4520" y="23581"/>
                  </a:cubicBezTo>
                  <a:cubicBezTo>
                    <a:pt x="4833" y="27982"/>
                    <a:pt x="3060" y="32425"/>
                    <a:pt x="0" y="35582"/>
                  </a:cubicBezTo>
                  <a:cubicBezTo>
                    <a:pt x="33" y="35615"/>
                    <a:pt x="54" y="35647"/>
                    <a:pt x="87" y="35690"/>
                  </a:cubicBezTo>
                  <a:cubicBezTo>
                    <a:pt x="3957" y="40426"/>
                    <a:pt x="9515" y="43551"/>
                    <a:pt x="15320" y="45464"/>
                  </a:cubicBezTo>
                  <a:cubicBezTo>
                    <a:pt x="20013" y="47010"/>
                    <a:pt x="25376" y="47475"/>
                    <a:pt x="30457" y="48005"/>
                  </a:cubicBezTo>
                  <a:cubicBezTo>
                    <a:pt x="32695" y="48243"/>
                    <a:pt x="34858" y="47173"/>
                    <a:pt x="36047" y="45259"/>
                  </a:cubicBezTo>
                  <a:cubicBezTo>
                    <a:pt x="37312" y="43204"/>
                    <a:pt x="38458" y="41118"/>
                    <a:pt x="39334" y="38761"/>
                  </a:cubicBezTo>
                  <a:cubicBezTo>
                    <a:pt x="40015" y="36955"/>
                    <a:pt x="40577" y="35107"/>
                    <a:pt x="41020" y="33225"/>
                  </a:cubicBezTo>
                  <a:cubicBezTo>
                    <a:pt x="41247" y="32285"/>
                    <a:pt x="41442" y="31344"/>
                    <a:pt x="41604" y="30393"/>
                  </a:cubicBezTo>
                  <a:cubicBezTo>
                    <a:pt x="41669" y="30003"/>
                    <a:pt x="41691" y="28122"/>
                    <a:pt x="41961" y="27906"/>
                  </a:cubicBezTo>
                  <a:lnTo>
                    <a:pt x="45172" y="25451"/>
                  </a:lnTo>
                  <a:cubicBezTo>
                    <a:pt x="46232" y="24640"/>
                    <a:pt x="46351" y="23095"/>
                    <a:pt x="45432" y="22121"/>
                  </a:cubicBez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49"/>
            <p:cNvSpPr/>
            <p:nvPr/>
          </p:nvSpPr>
          <p:spPr>
            <a:xfrm>
              <a:off x="3397623" y="1468896"/>
              <a:ext cx="33818" cy="29906"/>
            </a:xfrm>
            <a:custGeom>
              <a:rect b="b" l="l" r="r" t="t"/>
              <a:pathLst>
                <a:path extrusionOk="0" h="10995" w="12433">
                  <a:moveTo>
                    <a:pt x="5752" y="10985"/>
                  </a:moveTo>
                  <a:cubicBezTo>
                    <a:pt x="8963" y="8022"/>
                    <a:pt x="11309" y="4173"/>
                    <a:pt x="12434" y="0"/>
                  </a:cubicBezTo>
                  <a:cubicBezTo>
                    <a:pt x="8207" y="2368"/>
                    <a:pt x="4033" y="4844"/>
                    <a:pt x="0" y="7417"/>
                  </a:cubicBezTo>
                  <a:lnTo>
                    <a:pt x="2995" y="9439"/>
                  </a:lnTo>
                  <a:cubicBezTo>
                    <a:pt x="3947" y="9979"/>
                    <a:pt x="4865" y="10498"/>
                    <a:pt x="5752" y="10996"/>
                  </a:cubicBezTo>
                  <a:close/>
                </a:path>
              </a:pathLst>
            </a:custGeom>
            <a:solidFill>
              <a:srgbClr val="46292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49"/>
            <p:cNvSpPr/>
            <p:nvPr/>
          </p:nvSpPr>
          <p:spPr>
            <a:xfrm>
              <a:off x="3413263" y="1441116"/>
              <a:ext cx="99547" cy="79772"/>
            </a:xfrm>
            <a:custGeom>
              <a:rect b="b" l="l" r="r" t="t"/>
              <a:pathLst>
                <a:path extrusionOk="0" h="29328" w="36598">
                  <a:moveTo>
                    <a:pt x="0" y="21203"/>
                  </a:moveTo>
                  <a:cubicBezTo>
                    <a:pt x="14607" y="29279"/>
                    <a:pt x="21418" y="30522"/>
                    <a:pt x="26954" y="28436"/>
                  </a:cubicBezTo>
                  <a:cubicBezTo>
                    <a:pt x="30630" y="27051"/>
                    <a:pt x="34338" y="23376"/>
                    <a:pt x="36598" y="20824"/>
                  </a:cubicBezTo>
                  <a:lnTo>
                    <a:pt x="34176" y="18273"/>
                  </a:lnTo>
                  <a:cubicBezTo>
                    <a:pt x="33376" y="17429"/>
                    <a:pt x="32598" y="16348"/>
                    <a:pt x="31614" y="15710"/>
                  </a:cubicBezTo>
                  <a:cubicBezTo>
                    <a:pt x="30792" y="15180"/>
                    <a:pt x="30176" y="15267"/>
                    <a:pt x="29938" y="14229"/>
                  </a:cubicBezTo>
                  <a:cubicBezTo>
                    <a:pt x="29398" y="11861"/>
                    <a:pt x="29386" y="9320"/>
                    <a:pt x="28879" y="6920"/>
                  </a:cubicBezTo>
                  <a:cubicBezTo>
                    <a:pt x="28749" y="6336"/>
                    <a:pt x="27008" y="-22"/>
                    <a:pt x="26932" y="0"/>
                  </a:cubicBezTo>
                  <a:cubicBezTo>
                    <a:pt x="20229" y="3006"/>
                    <a:pt x="13396" y="6455"/>
                    <a:pt x="6703" y="10196"/>
                  </a:cubicBezTo>
                  <a:cubicBezTo>
                    <a:pt x="5568" y="14369"/>
                    <a:pt x="3232" y="18218"/>
                    <a:pt x="22" y="21181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49"/>
            <p:cNvSpPr/>
            <p:nvPr/>
          </p:nvSpPr>
          <p:spPr>
            <a:xfrm>
              <a:off x="3387805" y="1421772"/>
              <a:ext cx="157009" cy="83928"/>
            </a:xfrm>
            <a:custGeom>
              <a:rect b="b" l="l" r="r" t="t"/>
              <a:pathLst>
                <a:path extrusionOk="0" h="30856" w="57724">
                  <a:moveTo>
                    <a:pt x="39020" y="0"/>
                  </a:moveTo>
                  <a:cubicBezTo>
                    <a:pt x="43010" y="432"/>
                    <a:pt x="49216" y="562"/>
                    <a:pt x="53205" y="1005"/>
                  </a:cubicBezTo>
                  <a:cubicBezTo>
                    <a:pt x="54546" y="1157"/>
                    <a:pt x="56027" y="1362"/>
                    <a:pt x="56925" y="2368"/>
                  </a:cubicBezTo>
                  <a:cubicBezTo>
                    <a:pt x="57638" y="3168"/>
                    <a:pt x="57833" y="4335"/>
                    <a:pt x="57671" y="5395"/>
                  </a:cubicBezTo>
                  <a:cubicBezTo>
                    <a:pt x="57509" y="6454"/>
                    <a:pt x="57044" y="7449"/>
                    <a:pt x="56579" y="8411"/>
                  </a:cubicBezTo>
                  <a:cubicBezTo>
                    <a:pt x="54200" y="13320"/>
                    <a:pt x="51605" y="18196"/>
                    <a:pt x="47994" y="22272"/>
                  </a:cubicBezTo>
                  <a:cubicBezTo>
                    <a:pt x="44372" y="26359"/>
                    <a:pt x="39615" y="29625"/>
                    <a:pt x="34241" y="30554"/>
                  </a:cubicBezTo>
                  <a:cubicBezTo>
                    <a:pt x="30598" y="31181"/>
                    <a:pt x="26857" y="30727"/>
                    <a:pt x="23202" y="30144"/>
                  </a:cubicBezTo>
                  <a:cubicBezTo>
                    <a:pt x="15353" y="28889"/>
                    <a:pt x="7590" y="27073"/>
                    <a:pt x="0" y="24726"/>
                  </a:cubicBezTo>
                  <a:cubicBezTo>
                    <a:pt x="13439" y="18337"/>
                    <a:pt x="27959" y="9958"/>
                    <a:pt x="390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49"/>
            <p:cNvSpPr/>
            <p:nvPr/>
          </p:nvSpPr>
          <p:spPr>
            <a:xfrm>
              <a:off x="3317600" y="1372800"/>
              <a:ext cx="176365" cy="136925"/>
            </a:xfrm>
            <a:custGeom>
              <a:rect b="b" l="l" r="r" t="t"/>
              <a:pathLst>
                <a:path extrusionOk="0" h="50340" w="64840">
                  <a:moveTo>
                    <a:pt x="64840" y="18011"/>
                  </a:moveTo>
                  <a:cubicBezTo>
                    <a:pt x="64192" y="22205"/>
                    <a:pt x="61705" y="25935"/>
                    <a:pt x="58613" y="28855"/>
                  </a:cubicBezTo>
                  <a:cubicBezTo>
                    <a:pt x="55521" y="31763"/>
                    <a:pt x="51844" y="33958"/>
                    <a:pt x="48190" y="36131"/>
                  </a:cubicBezTo>
                  <a:cubicBezTo>
                    <a:pt x="41227" y="40272"/>
                    <a:pt x="34210" y="44435"/>
                    <a:pt x="26588" y="47203"/>
                  </a:cubicBezTo>
                  <a:cubicBezTo>
                    <a:pt x="18976" y="49970"/>
                    <a:pt x="10630" y="51289"/>
                    <a:pt x="2715" y="49571"/>
                  </a:cubicBezTo>
                  <a:cubicBezTo>
                    <a:pt x="-1696" y="39158"/>
                    <a:pt x="-637" y="25935"/>
                    <a:pt x="5202" y="16248"/>
                  </a:cubicBezTo>
                  <a:cubicBezTo>
                    <a:pt x="8640" y="10539"/>
                    <a:pt x="13732" y="5793"/>
                    <a:pt x="19765" y="2960"/>
                  </a:cubicBezTo>
                  <a:cubicBezTo>
                    <a:pt x="25798" y="128"/>
                    <a:pt x="32772" y="-759"/>
                    <a:pt x="39281" y="679"/>
                  </a:cubicBezTo>
                  <a:cubicBezTo>
                    <a:pt x="49152" y="2863"/>
                    <a:pt x="58407" y="10215"/>
                    <a:pt x="64840" y="180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49"/>
            <p:cNvSpPr/>
            <p:nvPr/>
          </p:nvSpPr>
          <p:spPr>
            <a:xfrm>
              <a:off x="3348504" y="1506535"/>
              <a:ext cx="47116" cy="43036"/>
            </a:xfrm>
            <a:custGeom>
              <a:rect b="b" l="l" r="r" t="t"/>
              <a:pathLst>
                <a:path extrusionOk="0" h="15822" w="17322">
                  <a:moveTo>
                    <a:pt x="8907" y="407"/>
                  </a:moveTo>
                  <a:cubicBezTo>
                    <a:pt x="6917" y="-198"/>
                    <a:pt x="4658" y="-198"/>
                    <a:pt x="2874" y="883"/>
                  </a:cubicBezTo>
                  <a:cubicBezTo>
                    <a:pt x="863" y="2105"/>
                    <a:pt x="-197" y="4602"/>
                    <a:pt x="30" y="6948"/>
                  </a:cubicBezTo>
                  <a:cubicBezTo>
                    <a:pt x="246" y="9295"/>
                    <a:pt x="1609" y="11435"/>
                    <a:pt x="3458" y="12906"/>
                  </a:cubicBezTo>
                  <a:cubicBezTo>
                    <a:pt x="5306" y="14376"/>
                    <a:pt x="7577" y="15198"/>
                    <a:pt x="9901" y="15620"/>
                  </a:cubicBezTo>
                  <a:cubicBezTo>
                    <a:pt x="11815" y="15965"/>
                    <a:pt x="13956" y="15976"/>
                    <a:pt x="15491" y="14777"/>
                  </a:cubicBezTo>
                  <a:cubicBezTo>
                    <a:pt x="17091" y="13533"/>
                    <a:pt x="17567" y="11252"/>
                    <a:pt x="17210" y="9262"/>
                  </a:cubicBezTo>
                  <a:cubicBezTo>
                    <a:pt x="16367" y="4689"/>
                    <a:pt x="13264" y="1737"/>
                    <a:pt x="8917" y="407"/>
                  </a:cubicBezTo>
                  <a:close/>
                </a:path>
              </a:pathLst>
            </a:custGeom>
            <a:solidFill>
              <a:srgbClr val="EBAE9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49"/>
            <p:cNvSpPr/>
            <p:nvPr/>
          </p:nvSpPr>
          <p:spPr>
            <a:xfrm>
              <a:off x="3355555" y="1516375"/>
              <a:ext cx="29259" cy="23944"/>
            </a:xfrm>
            <a:custGeom>
              <a:rect b="b" l="l" r="r" t="t"/>
              <a:pathLst>
                <a:path extrusionOk="0" h="8803" w="10757">
                  <a:moveTo>
                    <a:pt x="0" y="2487"/>
                  </a:moveTo>
                  <a:cubicBezTo>
                    <a:pt x="335" y="1221"/>
                    <a:pt x="1536" y="292"/>
                    <a:pt x="2822" y="65"/>
                  </a:cubicBezTo>
                  <a:cubicBezTo>
                    <a:pt x="4109" y="-162"/>
                    <a:pt x="5449" y="227"/>
                    <a:pt x="6552" y="930"/>
                  </a:cubicBezTo>
                  <a:cubicBezTo>
                    <a:pt x="7655" y="1622"/>
                    <a:pt x="8552" y="2606"/>
                    <a:pt x="9374" y="3633"/>
                  </a:cubicBezTo>
                  <a:cubicBezTo>
                    <a:pt x="10001" y="4422"/>
                    <a:pt x="10596" y="5287"/>
                    <a:pt x="10736" y="6282"/>
                  </a:cubicBezTo>
                  <a:cubicBezTo>
                    <a:pt x="10866" y="7276"/>
                    <a:pt x="10380" y="8422"/>
                    <a:pt x="9428" y="8725"/>
                  </a:cubicBezTo>
                  <a:cubicBezTo>
                    <a:pt x="8736" y="8941"/>
                    <a:pt x="7980" y="8682"/>
                    <a:pt x="7396" y="8271"/>
                  </a:cubicBezTo>
                  <a:cubicBezTo>
                    <a:pt x="5666" y="7060"/>
                    <a:pt x="5115" y="4433"/>
                    <a:pt x="6228" y="2638"/>
                  </a:cubicBezTo>
                  <a:cubicBezTo>
                    <a:pt x="5687" y="1719"/>
                    <a:pt x="4660" y="1168"/>
                    <a:pt x="3600" y="1016"/>
                  </a:cubicBezTo>
                  <a:cubicBezTo>
                    <a:pt x="2541" y="865"/>
                    <a:pt x="790" y="1773"/>
                    <a:pt x="11" y="2509"/>
                  </a:cubicBezTo>
                  <a:close/>
                </a:path>
              </a:pathLst>
            </a:custGeom>
            <a:solidFill>
              <a:srgbClr val="CD817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49"/>
            <p:cNvSpPr/>
            <p:nvPr/>
          </p:nvSpPr>
          <p:spPr>
            <a:xfrm>
              <a:off x="3343972" y="1558912"/>
              <a:ext cx="126689" cy="33622"/>
            </a:xfrm>
            <a:custGeom>
              <a:rect b="b" l="l" r="r" t="t"/>
              <a:pathLst>
                <a:path extrusionOk="0" h="12361" w="46577">
                  <a:moveTo>
                    <a:pt x="46567" y="7060"/>
                  </a:moveTo>
                  <a:cubicBezTo>
                    <a:pt x="44124" y="4638"/>
                    <a:pt x="41140" y="1567"/>
                    <a:pt x="37734" y="2044"/>
                  </a:cubicBezTo>
                  <a:cubicBezTo>
                    <a:pt x="26900" y="3579"/>
                    <a:pt x="15570" y="3082"/>
                    <a:pt x="5071" y="0"/>
                  </a:cubicBezTo>
                  <a:cubicBezTo>
                    <a:pt x="2779" y="2508"/>
                    <a:pt x="1038" y="5514"/>
                    <a:pt x="0" y="8747"/>
                  </a:cubicBezTo>
                  <a:cubicBezTo>
                    <a:pt x="14769" y="14066"/>
                    <a:pt x="32285" y="13525"/>
                    <a:pt x="46578" y="70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49"/>
            <p:cNvSpPr/>
            <p:nvPr/>
          </p:nvSpPr>
          <p:spPr>
            <a:xfrm rot="-3293481">
              <a:off x="3518945" y="1395864"/>
              <a:ext cx="7930" cy="581302"/>
            </a:xfrm>
            <a:custGeom>
              <a:rect b="b" l="l" r="r" t="t"/>
              <a:pathLst>
                <a:path extrusionOk="0" h="213967" w="2919">
                  <a:moveTo>
                    <a:pt x="0" y="1"/>
                  </a:moveTo>
                  <a:lnTo>
                    <a:pt x="2920" y="1"/>
                  </a:lnTo>
                  <a:lnTo>
                    <a:pt x="2920" y="213968"/>
                  </a:lnTo>
                  <a:lnTo>
                    <a:pt x="0" y="21396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49"/>
            <p:cNvSpPr/>
            <p:nvPr/>
          </p:nvSpPr>
          <p:spPr>
            <a:xfrm>
              <a:off x="3740078" y="1741288"/>
              <a:ext cx="134088" cy="122648"/>
            </a:xfrm>
            <a:custGeom>
              <a:rect b="b" l="l" r="r" t="t"/>
              <a:pathLst>
                <a:path extrusionOk="0" h="45091" w="49297">
                  <a:moveTo>
                    <a:pt x="0" y="37315"/>
                  </a:moveTo>
                  <a:lnTo>
                    <a:pt x="22932" y="4664"/>
                  </a:lnTo>
                  <a:cubicBezTo>
                    <a:pt x="27138" y="-1326"/>
                    <a:pt x="35928" y="-1597"/>
                    <a:pt x="40490" y="4145"/>
                  </a:cubicBezTo>
                  <a:lnTo>
                    <a:pt x="46913" y="12221"/>
                  </a:lnTo>
                  <a:cubicBezTo>
                    <a:pt x="50946" y="17292"/>
                    <a:pt x="49724" y="24719"/>
                    <a:pt x="44296" y="28244"/>
                  </a:cubicBezTo>
                  <a:lnTo>
                    <a:pt x="21256" y="43186"/>
                  </a:lnTo>
                  <a:cubicBezTo>
                    <a:pt x="17202" y="45813"/>
                    <a:pt x="11958" y="45716"/>
                    <a:pt x="8001" y="42938"/>
                  </a:cubicBezTo>
                  <a:lnTo>
                    <a:pt x="0" y="3731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49"/>
            <p:cNvSpPr/>
            <p:nvPr/>
          </p:nvSpPr>
          <p:spPr>
            <a:xfrm>
              <a:off x="3211330" y="1463811"/>
              <a:ext cx="78989" cy="62138"/>
            </a:xfrm>
            <a:custGeom>
              <a:rect b="b" l="l" r="r" t="t"/>
              <a:pathLst>
                <a:path extrusionOk="0" h="22845" w="29040">
                  <a:moveTo>
                    <a:pt x="29041" y="17245"/>
                  </a:moveTo>
                  <a:lnTo>
                    <a:pt x="4476" y="0"/>
                  </a:lnTo>
                  <a:cubicBezTo>
                    <a:pt x="2292" y="930"/>
                    <a:pt x="584" y="2919"/>
                    <a:pt x="0" y="5211"/>
                  </a:cubicBezTo>
                  <a:lnTo>
                    <a:pt x="25116" y="22845"/>
                  </a:lnTo>
                  <a:lnTo>
                    <a:pt x="29041" y="1724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49"/>
            <p:cNvSpPr/>
            <p:nvPr/>
          </p:nvSpPr>
          <p:spPr>
            <a:xfrm>
              <a:off x="3278827" y="1706079"/>
              <a:ext cx="219678" cy="175097"/>
            </a:xfrm>
            <a:custGeom>
              <a:rect b="b" l="l" r="r" t="t"/>
              <a:pathLst>
                <a:path extrusionOk="0" h="64374" w="80764">
                  <a:moveTo>
                    <a:pt x="80765" y="64374"/>
                  </a:moveTo>
                  <a:cubicBezTo>
                    <a:pt x="74289" y="61001"/>
                    <a:pt x="66947" y="57033"/>
                    <a:pt x="59444" y="52362"/>
                  </a:cubicBezTo>
                  <a:cubicBezTo>
                    <a:pt x="51929" y="47702"/>
                    <a:pt x="44242" y="42350"/>
                    <a:pt x="36923" y="36534"/>
                  </a:cubicBezTo>
                  <a:cubicBezTo>
                    <a:pt x="29613" y="30695"/>
                    <a:pt x="22683" y="24392"/>
                    <a:pt x="16467" y="18110"/>
                  </a:cubicBezTo>
                  <a:cubicBezTo>
                    <a:pt x="10239" y="11828"/>
                    <a:pt x="4735" y="5568"/>
                    <a:pt x="0" y="0"/>
                  </a:cubicBezTo>
                  <a:cubicBezTo>
                    <a:pt x="3254" y="6530"/>
                    <a:pt x="7806" y="13720"/>
                    <a:pt x="13515" y="20748"/>
                  </a:cubicBezTo>
                  <a:cubicBezTo>
                    <a:pt x="19223" y="27776"/>
                    <a:pt x="26089" y="34630"/>
                    <a:pt x="33625" y="40652"/>
                  </a:cubicBezTo>
                  <a:cubicBezTo>
                    <a:pt x="41182" y="46664"/>
                    <a:pt x="49389" y="51832"/>
                    <a:pt x="57519" y="55822"/>
                  </a:cubicBezTo>
                  <a:cubicBezTo>
                    <a:pt x="65639" y="59833"/>
                    <a:pt x="73672" y="62655"/>
                    <a:pt x="80754" y="643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9" name="Google Shape;1849;p49"/>
            <p:cNvSpPr/>
            <p:nvPr/>
          </p:nvSpPr>
          <p:spPr>
            <a:xfrm>
              <a:off x="3298436" y="1687970"/>
              <a:ext cx="227678" cy="180831"/>
            </a:xfrm>
            <a:custGeom>
              <a:rect b="b" l="l" r="r" t="t"/>
              <a:pathLst>
                <a:path extrusionOk="0" h="66482" w="83705">
                  <a:moveTo>
                    <a:pt x="83706" y="66483"/>
                  </a:moveTo>
                  <a:cubicBezTo>
                    <a:pt x="73780" y="55811"/>
                    <a:pt x="57152" y="41409"/>
                    <a:pt x="43453" y="31398"/>
                  </a:cubicBezTo>
                  <a:cubicBezTo>
                    <a:pt x="46340" y="32782"/>
                    <a:pt x="49226" y="34068"/>
                    <a:pt x="52081" y="35225"/>
                  </a:cubicBezTo>
                  <a:cubicBezTo>
                    <a:pt x="58600" y="37874"/>
                    <a:pt x="64904" y="39864"/>
                    <a:pt x="70451" y="41172"/>
                  </a:cubicBezTo>
                  <a:cubicBezTo>
                    <a:pt x="65369" y="38577"/>
                    <a:pt x="59530" y="35658"/>
                    <a:pt x="53379" y="32425"/>
                  </a:cubicBezTo>
                  <a:cubicBezTo>
                    <a:pt x="47226" y="29203"/>
                    <a:pt x="40782" y="25657"/>
                    <a:pt x="34425" y="21948"/>
                  </a:cubicBezTo>
                  <a:cubicBezTo>
                    <a:pt x="28078" y="18229"/>
                    <a:pt x="21829" y="14347"/>
                    <a:pt x="16001" y="10574"/>
                  </a:cubicBezTo>
                  <a:cubicBezTo>
                    <a:pt x="10174" y="6801"/>
                    <a:pt x="4757" y="3146"/>
                    <a:pt x="0" y="0"/>
                  </a:cubicBezTo>
                  <a:cubicBezTo>
                    <a:pt x="3860" y="4195"/>
                    <a:pt x="8682" y="8703"/>
                    <a:pt x="14196" y="13083"/>
                  </a:cubicBezTo>
                  <a:cubicBezTo>
                    <a:pt x="19699" y="17472"/>
                    <a:pt x="25884" y="21721"/>
                    <a:pt x="32349" y="25505"/>
                  </a:cubicBezTo>
                  <a:cubicBezTo>
                    <a:pt x="34393" y="26695"/>
                    <a:pt x="36469" y="27841"/>
                    <a:pt x="38555" y="28932"/>
                  </a:cubicBezTo>
                  <a:cubicBezTo>
                    <a:pt x="50762" y="41409"/>
                    <a:pt x="70191" y="57617"/>
                    <a:pt x="83706" y="6647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0" name="Google Shape;1850;p49"/>
            <p:cNvSpPr/>
            <p:nvPr/>
          </p:nvSpPr>
          <p:spPr>
            <a:xfrm>
              <a:off x="3372516" y="1876469"/>
              <a:ext cx="117809" cy="74343"/>
            </a:xfrm>
            <a:custGeom>
              <a:rect b="b" l="l" r="r" t="t"/>
              <a:pathLst>
                <a:path extrusionOk="0" h="27332" w="43312">
                  <a:moveTo>
                    <a:pt x="26554" y="27289"/>
                  </a:moveTo>
                  <a:cubicBezTo>
                    <a:pt x="25041" y="26089"/>
                    <a:pt x="23430" y="24846"/>
                    <a:pt x="21754" y="23581"/>
                  </a:cubicBezTo>
                  <a:lnTo>
                    <a:pt x="21440" y="23343"/>
                  </a:lnTo>
                  <a:cubicBezTo>
                    <a:pt x="21332" y="23256"/>
                    <a:pt x="21224" y="23181"/>
                    <a:pt x="21170" y="23137"/>
                  </a:cubicBezTo>
                  <a:lnTo>
                    <a:pt x="20770" y="22813"/>
                  </a:lnTo>
                  <a:cubicBezTo>
                    <a:pt x="20543" y="22618"/>
                    <a:pt x="20316" y="22424"/>
                    <a:pt x="20089" y="22229"/>
                  </a:cubicBezTo>
                  <a:cubicBezTo>
                    <a:pt x="19678" y="21872"/>
                    <a:pt x="19364" y="21581"/>
                    <a:pt x="19137" y="21342"/>
                  </a:cubicBezTo>
                  <a:cubicBezTo>
                    <a:pt x="19181" y="21386"/>
                    <a:pt x="19116" y="21451"/>
                    <a:pt x="18954" y="21526"/>
                  </a:cubicBezTo>
                  <a:lnTo>
                    <a:pt x="18813" y="21591"/>
                  </a:lnTo>
                  <a:lnTo>
                    <a:pt x="18792" y="21591"/>
                  </a:lnTo>
                  <a:cubicBezTo>
                    <a:pt x="18792" y="21591"/>
                    <a:pt x="19364" y="21505"/>
                    <a:pt x="19364" y="21505"/>
                  </a:cubicBezTo>
                  <a:lnTo>
                    <a:pt x="20564" y="21299"/>
                  </a:lnTo>
                  <a:lnTo>
                    <a:pt x="20802" y="21256"/>
                  </a:lnTo>
                  <a:lnTo>
                    <a:pt x="20835" y="21256"/>
                  </a:lnTo>
                  <a:cubicBezTo>
                    <a:pt x="20835" y="21256"/>
                    <a:pt x="20911" y="21245"/>
                    <a:pt x="20911" y="21245"/>
                  </a:cubicBezTo>
                  <a:lnTo>
                    <a:pt x="21051" y="21224"/>
                  </a:lnTo>
                  <a:cubicBezTo>
                    <a:pt x="21440" y="21180"/>
                    <a:pt x="21830" y="21127"/>
                    <a:pt x="22219" y="21083"/>
                  </a:cubicBezTo>
                  <a:cubicBezTo>
                    <a:pt x="22608" y="21040"/>
                    <a:pt x="22997" y="20986"/>
                    <a:pt x="23387" y="20943"/>
                  </a:cubicBezTo>
                  <a:lnTo>
                    <a:pt x="23679" y="20910"/>
                  </a:lnTo>
                  <a:lnTo>
                    <a:pt x="23711" y="20910"/>
                  </a:lnTo>
                  <a:cubicBezTo>
                    <a:pt x="23711" y="20910"/>
                    <a:pt x="23732" y="20910"/>
                    <a:pt x="23732" y="20910"/>
                  </a:cubicBezTo>
                  <a:lnTo>
                    <a:pt x="23732" y="20910"/>
                  </a:lnTo>
                  <a:cubicBezTo>
                    <a:pt x="23732" y="20910"/>
                    <a:pt x="23732" y="20910"/>
                    <a:pt x="23732" y="20910"/>
                  </a:cubicBezTo>
                  <a:lnTo>
                    <a:pt x="23689" y="20910"/>
                  </a:lnTo>
                  <a:cubicBezTo>
                    <a:pt x="23689" y="20910"/>
                    <a:pt x="23051" y="21029"/>
                    <a:pt x="23051" y="21029"/>
                  </a:cubicBezTo>
                  <a:lnTo>
                    <a:pt x="21937" y="21234"/>
                  </a:lnTo>
                  <a:lnTo>
                    <a:pt x="23300" y="21018"/>
                  </a:lnTo>
                  <a:cubicBezTo>
                    <a:pt x="25214" y="20715"/>
                    <a:pt x="27149" y="20413"/>
                    <a:pt x="29095" y="20110"/>
                  </a:cubicBezTo>
                  <a:cubicBezTo>
                    <a:pt x="27127" y="18845"/>
                    <a:pt x="25138" y="17580"/>
                    <a:pt x="23127" y="16293"/>
                  </a:cubicBezTo>
                  <a:cubicBezTo>
                    <a:pt x="22543" y="15926"/>
                    <a:pt x="21970" y="15558"/>
                    <a:pt x="21386" y="15191"/>
                  </a:cubicBezTo>
                  <a:lnTo>
                    <a:pt x="20651" y="14726"/>
                  </a:lnTo>
                  <a:lnTo>
                    <a:pt x="20435" y="14585"/>
                  </a:lnTo>
                  <a:cubicBezTo>
                    <a:pt x="20381" y="14553"/>
                    <a:pt x="20251" y="14466"/>
                    <a:pt x="20283" y="14488"/>
                  </a:cubicBezTo>
                  <a:cubicBezTo>
                    <a:pt x="20283" y="14456"/>
                    <a:pt x="20305" y="14445"/>
                    <a:pt x="20337" y="14445"/>
                  </a:cubicBezTo>
                  <a:cubicBezTo>
                    <a:pt x="20597" y="14510"/>
                    <a:pt x="20586" y="14423"/>
                    <a:pt x="20737" y="14477"/>
                  </a:cubicBezTo>
                  <a:cubicBezTo>
                    <a:pt x="21019" y="14563"/>
                    <a:pt x="20954" y="14563"/>
                    <a:pt x="20954" y="14553"/>
                  </a:cubicBezTo>
                  <a:cubicBezTo>
                    <a:pt x="28446" y="15591"/>
                    <a:pt x="35928" y="16618"/>
                    <a:pt x="43313" y="17634"/>
                  </a:cubicBezTo>
                  <a:cubicBezTo>
                    <a:pt x="37745" y="15082"/>
                    <a:pt x="32328" y="12639"/>
                    <a:pt x="27354" y="10433"/>
                  </a:cubicBezTo>
                  <a:cubicBezTo>
                    <a:pt x="24965" y="9384"/>
                    <a:pt x="22597" y="8347"/>
                    <a:pt x="20262" y="7320"/>
                  </a:cubicBezTo>
                  <a:cubicBezTo>
                    <a:pt x="19181" y="6855"/>
                    <a:pt x="18099" y="6389"/>
                    <a:pt x="17029" y="5925"/>
                  </a:cubicBezTo>
                  <a:cubicBezTo>
                    <a:pt x="16380" y="5665"/>
                    <a:pt x="15742" y="5406"/>
                    <a:pt x="15094" y="5157"/>
                  </a:cubicBezTo>
                  <a:cubicBezTo>
                    <a:pt x="10088" y="3179"/>
                    <a:pt x="5330" y="1427"/>
                    <a:pt x="995" y="0"/>
                  </a:cubicBezTo>
                  <a:cubicBezTo>
                    <a:pt x="4855" y="2433"/>
                    <a:pt x="9233" y="4984"/>
                    <a:pt x="13948" y="7590"/>
                  </a:cubicBezTo>
                  <a:cubicBezTo>
                    <a:pt x="14521" y="7904"/>
                    <a:pt x="15104" y="8228"/>
                    <a:pt x="15688" y="8552"/>
                  </a:cubicBezTo>
                  <a:cubicBezTo>
                    <a:pt x="15883" y="8693"/>
                    <a:pt x="16045" y="8812"/>
                    <a:pt x="16175" y="8909"/>
                  </a:cubicBezTo>
                  <a:cubicBezTo>
                    <a:pt x="16445" y="9114"/>
                    <a:pt x="16596" y="9266"/>
                    <a:pt x="16672" y="9374"/>
                  </a:cubicBezTo>
                  <a:cubicBezTo>
                    <a:pt x="16823" y="9579"/>
                    <a:pt x="16629" y="9601"/>
                    <a:pt x="16337" y="9547"/>
                  </a:cubicBezTo>
                  <a:cubicBezTo>
                    <a:pt x="17050" y="9611"/>
                    <a:pt x="17981" y="9709"/>
                    <a:pt x="19019" y="9839"/>
                  </a:cubicBezTo>
                  <a:lnTo>
                    <a:pt x="20662" y="10044"/>
                  </a:lnTo>
                  <a:lnTo>
                    <a:pt x="21527" y="10163"/>
                  </a:lnTo>
                  <a:lnTo>
                    <a:pt x="19289" y="9828"/>
                  </a:lnTo>
                  <a:cubicBezTo>
                    <a:pt x="12791" y="8865"/>
                    <a:pt x="6195" y="7925"/>
                    <a:pt x="0" y="7082"/>
                  </a:cubicBezTo>
                  <a:cubicBezTo>
                    <a:pt x="4898" y="9979"/>
                    <a:pt x="9774" y="12855"/>
                    <a:pt x="14586" y="15699"/>
                  </a:cubicBezTo>
                  <a:cubicBezTo>
                    <a:pt x="15775" y="16391"/>
                    <a:pt x="16953" y="17083"/>
                    <a:pt x="18132" y="17764"/>
                  </a:cubicBezTo>
                  <a:lnTo>
                    <a:pt x="18640" y="18045"/>
                  </a:lnTo>
                  <a:cubicBezTo>
                    <a:pt x="18856" y="18164"/>
                    <a:pt x="18770" y="18110"/>
                    <a:pt x="18780" y="18110"/>
                  </a:cubicBezTo>
                  <a:cubicBezTo>
                    <a:pt x="18770" y="18088"/>
                    <a:pt x="18759" y="18067"/>
                    <a:pt x="18770" y="18056"/>
                  </a:cubicBezTo>
                  <a:cubicBezTo>
                    <a:pt x="18770" y="18045"/>
                    <a:pt x="18770" y="18034"/>
                    <a:pt x="18792" y="18023"/>
                  </a:cubicBezTo>
                  <a:lnTo>
                    <a:pt x="19029" y="18121"/>
                  </a:lnTo>
                  <a:lnTo>
                    <a:pt x="19624" y="18380"/>
                  </a:lnTo>
                  <a:cubicBezTo>
                    <a:pt x="20175" y="18315"/>
                    <a:pt x="20662" y="18272"/>
                    <a:pt x="21062" y="18240"/>
                  </a:cubicBezTo>
                  <a:lnTo>
                    <a:pt x="21343" y="18218"/>
                  </a:lnTo>
                  <a:lnTo>
                    <a:pt x="19959" y="18467"/>
                  </a:lnTo>
                  <a:lnTo>
                    <a:pt x="19191" y="18607"/>
                  </a:lnTo>
                  <a:lnTo>
                    <a:pt x="19083" y="18629"/>
                  </a:lnTo>
                  <a:lnTo>
                    <a:pt x="18835" y="18683"/>
                  </a:lnTo>
                  <a:cubicBezTo>
                    <a:pt x="18510" y="18759"/>
                    <a:pt x="18186" y="18845"/>
                    <a:pt x="17861" y="18921"/>
                  </a:cubicBezTo>
                  <a:cubicBezTo>
                    <a:pt x="17537" y="18996"/>
                    <a:pt x="17224" y="19083"/>
                    <a:pt x="16899" y="19158"/>
                  </a:cubicBezTo>
                  <a:lnTo>
                    <a:pt x="16780" y="19191"/>
                  </a:lnTo>
                  <a:lnTo>
                    <a:pt x="16726" y="19191"/>
                  </a:lnTo>
                  <a:cubicBezTo>
                    <a:pt x="16726" y="19191"/>
                    <a:pt x="16694" y="19213"/>
                    <a:pt x="16694" y="19213"/>
                  </a:cubicBezTo>
                  <a:cubicBezTo>
                    <a:pt x="16694" y="19213"/>
                    <a:pt x="16683" y="19213"/>
                    <a:pt x="16694" y="19213"/>
                  </a:cubicBezTo>
                  <a:lnTo>
                    <a:pt x="16748" y="19213"/>
                  </a:lnTo>
                  <a:cubicBezTo>
                    <a:pt x="16748" y="19213"/>
                    <a:pt x="16867" y="19180"/>
                    <a:pt x="16867" y="19180"/>
                  </a:cubicBezTo>
                  <a:lnTo>
                    <a:pt x="17797" y="19018"/>
                  </a:lnTo>
                  <a:lnTo>
                    <a:pt x="18240" y="18943"/>
                  </a:lnTo>
                  <a:lnTo>
                    <a:pt x="18088" y="18975"/>
                  </a:lnTo>
                  <a:lnTo>
                    <a:pt x="16899" y="19223"/>
                  </a:lnTo>
                  <a:cubicBezTo>
                    <a:pt x="15440" y="19537"/>
                    <a:pt x="13991" y="19840"/>
                    <a:pt x="12553" y="20142"/>
                  </a:cubicBezTo>
                  <a:cubicBezTo>
                    <a:pt x="14142" y="21018"/>
                    <a:pt x="15699" y="21883"/>
                    <a:pt x="17245" y="22727"/>
                  </a:cubicBezTo>
                  <a:cubicBezTo>
                    <a:pt x="17937" y="23094"/>
                    <a:pt x="18629" y="23473"/>
                    <a:pt x="19310" y="23840"/>
                  </a:cubicBezTo>
                  <a:cubicBezTo>
                    <a:pt x="19635" y="24013"/>
                    <a:pt x="19948" y="24175"/>
                    <a:pt x="20272" y="24348"/>
                  </a:cubicBezTo>
                  <a:lnTo>
                    <a:pt x="20673" y="24554"/>
                  </a:lnTo>
                  <a:lnTo>
                    <a:pt x="21029" y="24727"/>
                  </a:lnTo>
                  <a:cubicBezTo>
                    <a:pt x="22921" y="25657"/>
                    <a:pt x="24749" y="26532"/>
                    <a:pt x="26511" y="2733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49"/>
            <p:cNvSpPr/>
            <p:nvPr/>
          </p:nvSpPr>
          <p:spPr>
            <a:xfrm>
              <a:off x="3278857" y="2312614"/>
              <a:ext cx="210006" cy="119691"/>
            </a:xfrm>
            <a:custGeom>
              <a:rect b="b" l="l" r="r" t="t"/>
              <a:pathLst>
                <a:path extrusionOk="0" h="44004" w="77208">
                  <a:moveTo>
                    <a:pt x="77208" y="0"/>
                  </a:moveTo>
                  <a:cubicBezTo>
                    <a:pt x="72375" y="3990"/>
                    <a:pt x="66796" y="8476"/>
                    <a:pt x="60623" y="12920"/>
                  </a:cubicBezTo>
                  <a:cubicBezTo>
                    <a:pt x="54460" y="17364"/>
                    <a:pt x="47713" y="21754"/>
                    <a:pt x="40740" y="25743"/>
                  </a:cubicBezTo>
                  <a:cubicBezTo>
                    <a:pt x="33755" y="29722"/>
                    <a:pt x="26532" y="33279"/>
                    <a:pt x="19570" y="36317"/>
                  </a:cubicBezTo>
                  <a:cubicBezTo>
                    <a:pt x="12607" y="39366"/>
                    <a:pt x="5903" y="41875"/>
                    <a:pt x="0" y="44005"/>
                  </a:cubicBezTo>
                  <a:cubicBezTo>
                    <a:pt x="6228" y="43345"/>
                    <a:pt x="13374" y="41896"/>
                    <a:pt x="20770" y="39496"/>
                  </a:cubicBezTo>
                  <a:cubicBezTo>
                    <a:pt x="28154" y="37106"/>
                    <a:pt x="35776" y="33777"/>
                    <a:pt x="42977" y="29679"/>
                  </a:cubicBezTo>
                  <a:cubicBezTo>
                    <a:pt x="50167" y="25570"/>
                    <a:pt x="56914" y="20716"/>
                    <a:pt x="62742" y="15580"/>
                  </a:cubicBezTo>
                  <a:cubicBezTo>
                    <a:pt x="68569" y="10444"/>
                    <a:pt x="73467" y="5039"/>
                    <a:pt x="77208" y="1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49"/>
            <p:cNvSpPr/>
            <p:nvPr/>
          </p:nvSpPr>
          <p:spPr>
            <a:xfrm>
              <a:off x="3279798" y="2327460"/>
              <a:ext cx="152981" cy="104252"/>
            </a:xfrm>
            <a:custGeom>
              <a:rect b="b" l="l" r="r" t="t"/>
              <a:pathLst>
                <a:path extrusionOk="0" h="38328" w="56243">
                  <a:moveTo>
                    <a:pt x="56243" y="11"/>
                  </a:moveTo>
                  <a:cubicBezTo>
                    <a:pt x="52481" y="2919"/>
                    <a:pt x="48199" y="6293"/>
                    <a:pt x="43572" y="9785"/>
                  </a:cubicBezTo>
                  <a:cubicBezTo>
                    <a:pt x="38944" y="13277"/>
                    <a:pt x="33982" y="16867"/>
                    <a:pt x="28911" y="20327"/>
                  </a:cubicBezTo>
                  <a:cubicBezTo>
                    <a:pt x="23840" y="23776"/>
                    <a:pt x="18672" y="27084"/>
                    <a:pt x="13731" y="30111"/>
                  </a:cubicBezTo>
                  <a:cubicBezTo>
                    <a:pt x="8801" y="33139"/>
                    <a:pt x="4087" y="35885"/>
                    <a:pt x="0" y="38328"/>
                  </a:cubicBezTo>
                  <a:cubicBezTo>
                    <a:pt x="4552" y="36945"/>
                    <a:pt x="9687" y="34944"/>
                    <a:pt x="14964" y="32371"/>
                  </a:cubicBezTo>
                  <a:cubicBezTo>
                    <a:pt x="20251" y="29809"/>
                    <a:pt x="25667" y="26673"/>
                    <a:pt x="30835" y="23160"/>
                  </a:cubicBezTo>
                  <a:cubicBezTo>
                    <a:pt x="35992" y="19635"/>
                    <a:pt x="40901" y="15732"/>
                    <a:pt x="45215" y="11753"/>
                  </a:cubicBezTo>
                  <a:cubicBezTo>
                    <a:pt x="49540" y="7774"/>
                    <a:pt x="53281" y="3730"/>
                    <a:pt x="562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49"/>
            <p:cNvSpPr/>
            <p:nvPr/>
          </p:nvSpPr>
          <p:spPr>
            <a:xfrm>
              <a:off x="3283941" y="2235622"/>
              <a:ext cx="178418" cy="182947"/>
            </a:xfrm>
            <a:custGeom>
              <a:rect b="b" l="l" r="r" t="t"/>
              <a:pathLst>
                <a:path extrusionOk="0" h="67260" w="65595">
                  <a:moveTo>
                    <a:pt x="65596" y="0"/>
                  </a:moveTo>
                  <a:cubicBezTo>
                    <a:pt x="56330" y="9244"/>
                    <a:pt x="44740" y="21602"/>
                    <a:pt x="32890" y="33722"/>
                  </a:cubicBezTo>
                  <a:cubicBezTo>
                    <a:pt x="21073" y="45864"/>
                    <a:pt x="9017" y="57768"/>
                    <a:pt x="0" y="67261"/>
                  </a:cubicBezTo>
                  <a:cubicBezTo>
                    <a:pt x="5504" y="63715"/>
                    <a:pt x="11591" y="59249"/>
                    <a:pt x="17796" y="54103"/>
                  </a:cubicBezTo>
                  <a:cubicBezTo>
                    <a:pt x="23992" y="48967"/>
                    <a:pt x="30295" y="43151"/>
                    <a:pt x="36274" y="37020"/>
                  </a:cubicBezTo>
                  <a:cubicBezTo>
                    <a:pt x="42253" y="30889"/>
                    <a:pt x="47897" y="24446"/>
                    <a:pt x="52881" y="18121"/>
                  </a:cubicBezTo>
                  <a:cubicBezTo>
                    <a:pt x="57865" y="11796"/>
                    <a:pt x="62190" y="5590"/>
                    <a:pt x="65596" y="1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49"/>
            <p:cNvSpPr/>
            <p:nvPr/>
          </p:nvSpPr>
          <p:spPr>
            <a:xfrm>
              <a:off x="3484463" y="2017989"/>
              <a:ext cx="36799" cy="149246"/>
            </a:xfrm>
            <a:custGeom>
              <a:rect b="b" l="l" r="r" t="t"/>
              <a:pathLst>
                <a:path extrusionOk="0" h="54870" w="13529">
                  <a:moveTo>
                    <a:pt x="7060" y="0"/>
                  </a:moveTo>
                  <a:cubicBezTo>
                    <a:pt x="7406" y="18500"/>
                    <a:pt x="5017" y="37052"/>
                    <a:pt x="0" y="54870"/>
                  </a:cubicBezTo>
                  <a:cubicBezTo>
                    <a:pt x="6401" y="44178"/>
                    <a:pt x="11309" y="31614"/>
                    <a:pt x="13407" y="19321"/>
                  </a:cubicBezTo>
                  <a:cubicBezTo>
                    <a:pt x="14402" y="13504"/>
                    <a:pt x="9061" y="5547"/>
                    <a:pt x="7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49"/>
            <p:cNvSpPr/>
            <p:nvPr/>
          </p:nvSpPr>
          <p:spPr>
            <a:xfrm>
              <a:off x="3135894" y="2574785"/>
              <a:ext cx="492883" cy="142022"/>
            </a:xfrm>
            <a:custGeom>
              <a:rect b="b" l="l" r="r" t="t"/>
              <a:pathLst>
                <a:path extrusionOk="0" h="52214" w="181207">
                  <a:moveTo>
                    <a:pt x="181208" y="0"/>
                  </a:moveTo>
                  <a:cubicBezTo>
                    <a:pt x="179802" y="1060"/>
                    <a:pt x="178375" y="2141"/>
                    <a:pt x="176915" y="3232"/>
                  </a:cubicBezTo>
                  <a:cubicBezTo>
                    <a:pt x="176191" y="3773"/>
                    <a:pt x="175477" y="4346"/>
                    <a:pt x="174731" y="4887"/>
                  </a:cubicBezTo>
                  <a:cubicBezTo>
                    <a:pt x="173975" y="5417"/>
                    <a:pt x="173207" y="5947"/>
                    <a:pt x="172439" y="6487"/>
                  </a:cubicBezTo>
                  <a:cubicBezTo>
                    <a:pt x="171671" y="7028"/>
                    <a:pt x="170904" y="7568"/>
                    <a:pt x="170126" y="8109"/>
                  </a:cubicBezTo>
                  <a:cubicBezTo>
                    <a:pt x="169347" y="8650"/>
                    <a:pt x="168590" y="9222"/>
                    <a:pt x="167768" y="9731"/>
                  </a:cubicBezTo>
                  <a:cubicBezTo>
                    <a:pt x="166158" y="10779"/>
                    <a:pt x="164536" y="11828"/>
                    <a:pt x="162881" y="12909"/>
                  </a:cubicBezTo>
                  <a:cubicBezTo>
                    <a:pt x="156200" y="17061"/>
                    <a:pt x="149031" y="21062"/>
                    <a:pt x="141409" y="24694"/>
                  </a:cubicBezTo>
                  <a:cubicBezTo>
                    <a:pt x="126132" y="31852"/>
                    <a:pt x="109071" y="37388"/>
                    <a:pt x="91544" y="40285"/>
                  </a:cubicBezTo>
                  <a:cubicBezTo>
                    <a:pt x="82787" y="41701"/>
                    <a:pt x="73888" y="42437"/>
                    <a:pt x="65196" y="42588"/>
                  </a:cubicBezTo>
                  <a:cubicBezTo>
                    <a:pt x="64104" y="42621"/>
                    <a:pt x="63023" y="42588"/>
                    <a:pt x="61942" y="42566"/>
                  </a:cubicBezTo>
                  <a:cubicBezTo>
                    <a:pt x="60860" y="42534"/>
                    <a:pt x="59779" y="42544"/>
                    <a:pt x="58698" y="42491"/>
                  </a:cubicBezTo>
                  <a:cubicBezTo>
                    <a:pt x="56546" y="42361"/>
                    <a:pt x="54405" y="42285"/>
                    <a:pt x="52286" y="42047"/>
                  </a:cubicBezTo>
                  <a:cubicBezTo>
                    <a:pt x="48038" y="41701"/>
                    <a:pt x="43875" y="41020"/>
                    <a:pt x="39809" y="40220"/>
                  </a:cubicBezTo>
                  <a:cubicBezTo>
                    <a:pt x="37798" y="39744"/>
                    <a:pt x="35766" y="39355"/>
                    <a:pt x="33819" y="38760"/>
                  </a:cubicBezTo>
                  <a:cubicBezTo>
                    <a:pt x="32846" y="38479"/>
                    <a:pt x="31852" y="38241"/>
                    <a:pt x="30889" y="37928"/>
                  </a:cubicBezTo>
                  <a:cubicBezTo>
                    <a:pt x="29938" y="37604"/>
                    <a:pt x="28976" y="37290"/>
                    <a:pt x="28035" y="36966"/>
                  </a:cubicBezTo>
                  <a:cubicBezTo>
                    <a:pt x="27559" y="36804"/>
                    <a:pt x="27073" y="36663"/>
                    <a:pt x="26619" y="36479"/>
                  </a:cubicBezTo>
                  <a:cubicBezTo>
                    <a:pt x="26154" y="36295"/>
                    <a:pt x="25700" y="36112"/>
                    <a:pt x="25235" y="35928"/>
                  </a:cubicBezTo>
                  <a:cubicBezTo>
                    <a:pt x="24316" y="35560"/>
                    <a:pt x="23397" y="35193"/>
                    <a:pt x="22489" y="34825"/>
                  </a:cubicBezTo>
                  <a:cubicBezTo>
                    <a:pt x="21602" y="34403"/>
                    <a:pt x="20726" y="33982"/>
                    <a:pt x="19851" y="33571"/>
                  </a:cubicBezTo>
                  <a:cubicBezTo>
                    <a:pt x="19408" y="33365"/>
                    <a:pt x="18975" y="33160"/>
                    <a:pt x="18532" y="32955"/>
                  </a:cubicBezTo>
                  <a:cubicBezTo>
                    <a:pt x="18099" y="32738"/>
                    <a:pt x="17688" y="32490"/>
                    <a:pt x="17266" y="32263"/>
                  </a:cubicBezTo>
                  <a:cubicBezTo>
                    <a:pt x="10509" y="28608"/>
                    <a:pt x="4627" y="23937"/>
                    <a:pt x="0" y="18607"/>
                  </a:cubicBezTo>
                  <a:cubicBezTo>
                    <a:pt x="3211" y="24878"/>
                    <a:pt x="8293" y="30965"/>
                    <a:pt x="14834" y="35993"/>
                  </a:cubicBezTo>
                  <a:cubicBezTo>
                    <a:pt x="15245" y="36307"/>
                    <a:pt x="15645" y="36641"/>
                    <a:pt x="16066" y="36944"/>
                  </a:cubicBezTo>
                  <a:cubicBezTo>
                    <a:pt x="16499" y="37236"/>
                    <a:pt x="16921" y="37528"/>
                    <a:pt x="17353" y="37820"/>
                  </a:cubicBezTo>
                  <a:cubicBezTo>
                    <a:pt x="18218" y="38404"/>
                    <a:pt x="19094" y="38988"/>
                    <a:pt x="19980" y="39582"/>
                  </a:cubicBezTo>
                  <a:cubicBezTo>
                    <a:pt x="20900" y="40112"/>
                    <a:pt x="21819" y="40642"/>
                    <a:pt x="22748" y="41172"/>
                  </a:cubicBezTo>
                  <a:cubicBezTo>
                    <a:pt x="23213" y="41431"/>
                    <a:pt x="23689" y="41701"/>
                    <a:pt x="24154" y="41972"/>
                  </a:cubicBezTo>
                  <a:cubicBezTo>
                    <a:pt x="24629" y="42231"/>
                    <a:pt x="25116" y="42447"/>
                    <a:pt x="25603" y="42696"/>
                  </a:cubicBezTo>
                  <a:cubicBezTo>
                    <a:pt x="26576" y="43161"/>
                    <a:pt x="27559" y="43637"/>
                    <a:pt x="28543" y="44112"/>
                  </a:cubicBezTo>
                  <a:cubicBezTo>
                    <a:pt x="29538" y="44566"/>
                    <a:pt x="30565" y="44956"/>
                    <a:pt x="31582" y="45377"/>
                  </a:cubicBezTo>
                  <a:cubicBezTo>
                    <a:pt x="33614" y="46253"/>
                    <a:pt x="35744" y="46902"/>
                    <a:pt x="37874" y="47626"/>
                  </a:cubicBezTo>
                  <a:cubicBezTo>
                    <a:pt x="42166" y="48924"/>
                    <a:pt x="46599" y="50037"/>
                    <a:pt x="51151" y="50740"/>
                  </a:cubicBezTo>
                  <a:cubicBezTo>
                    <a:pt x="53422" y="51162"/>
                    <a:pt x="55725" y="51389"/>
                    <a:pt x="58027" y="51670"/>
                  </a:cubicBezTo>
                  <a:cubicBezTo>
                    <a:pt x="59184" y="51811"/>
                    <a:pt x="60341" y="51854"/>
                    <a:pt x="61509" y="51951"/>
                  </a:cubicBezTo>
                  <a:cubicBezTo>
                    <a:pt x="62676" y="52038"/>
                    <a:pt x="63844" y="52135"/>
                    <a:pt x="65012" y="52146"/>
                  </a:cubicBezTo>
                  <a:cubicBezTo>
                    <a:pt x="74375" y="52427"/>
                    <a:pt x="83825" y="51854"/>
                    <a:pt x="93177" y="50351"/>
                  </a:cubicBezTo>
                  <a:cubicBezTo>
                    <a:pt x="111860" y="47281"/>
                    <a:pt x="129819" y="40490"/>
                    <a:pt x="144999" y="31452"/>
                  </a:cubicBezTo>
                  <a:cubicBezTo>
                    <a:pt x="152567" y="26889"/>
                    <a:pt x="159454" y="21808"/>
                    <a:pt x="165541" y="16499"/>
                  </a:cubicBezTo>
                  <a:cubicBezTo>
                    <a:pt x="167023" y="15137"/>
                    <a:pt x="168493" y="13785"/>
                    <a:pt x="169931" y="12455"/>
                  </a:cubicBezTo>
                  <a:cubicBezTo>
                    <a:pt x="170666" y="11807"/>
                    <a:pt x="171326" y="11082"/>
                    <a:pt x="171996" y="10390"/>
                  </a:cubicBezTo>
                  <a:cubicBezTo>
                    <a:pt x="172667" y="9698"/>
                    <a:pt x="173326" y="9006"/>
                    <a:pt x="173985" y="8314"/>
                  </a:cubicBezTo>
                  <a:cubicBezTo>
                    <a:pt x="174634" y="7622"/>
                    <a:pt x="175283" y="6941"/>
                    <a:pt x="175931" y="6271"/>
                  </a:cubicBezTo>
                  <a:cubicBezTo>
                    <a:pt x="176558" y="5579"/>
                    <a:pt x="177142" y="4854"/>
                    <a:pt x="177737" y="4162"/>
                  </a:cubicBezTo>
                  <a:cubicBezTo>
                    <a:pt x="178905" y="2757"/>
                    <a:pt x="180062" y="1384"/>
                    <a:pt x="181186" y="3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49"/>
            <p:cNvSpPr/>
            <p:nvPr/>
          </p:nvSpPr>
          <p:spPr>
            <a:xfrm>
              <a:off x="3594970" y="1472452"/>
              <a:ext cx="132701" cy="439185"/>
            </a:xfrm>
            <a:custGeom>
              <a:rect b="b" l="l" r="r" t="t"/>
              <a:pathLst>
                <a:path extrusionOk="0" h="161465" w="48787">
                  <a:moveTo>
                    <a:pt x="25440" y="161465"/>
                  </a:moveTo>
                  <a:cubicBezTo>
                    <a:pt x="29322" y="156643"/>
                    <a:pt x="33062" y="151021"/>
                    <a:pt x="36339" y="144685"/>
                  </a:cubicBezTo>
                  <a:cubicBezTo>
                    <a:pt x="39614" y="138360"/>
                    <a:pt x="42426" y="131343"/>
                    <a:pt x="44534" y="123829"/>
                  </a:cubicBezTo>
                  <a:cubicBezTo>
                    <a:pt x="46642" y="116325"/>
                    <a:pt x="48037" y="108325"/>
                    <a:pt x="48556" y="100129"/>
                  </a:cubicBezTo>
                  <a:cubicBezTo>
                    <a:pt x="49075" y="91934"/>
                    <a:pt x="48729" y="83533"/>
                    <a:pt x="47443" y="75262"/>
                  </a:cubicBezTo>
                  <a:cubicBezTo>
                    <a:pt x="46123" y="66991"/>
                    <a:pt x="43874" y="58893"/>
                    <a:pt x="40858" y="51248"/>
                  </a:cubicBezTo>
                  <a:cubicBezTo>
                    <a:pt x="37842" y="43605"/>
                    <a:pt x="34058" y="36425"/>
                    <a:pt x="29743" y="29928"/>
                  </a:cubicBezTo>
                  <a:cubicBezTo>
                    <a:pt x="25430" y="23429"/>
                    <a:pt x="20596" y="17613"/>
                    <a:pt x="15536" y="12607"/>
                  </a:cubicBezTo>
                  <a:cubicBezTo>
                    <a:pt x="10477" y="7590"/>
                    <a:pt x="5190" y="3395"/>
                    <a:pt x="0" y="0"/>
                  </a:cubicBezTo>
                  <a:cubicBezTo>
                    <a:pt x="8465" y="9060"/>
                    <a:pt x="17061" y="20272"/>
                    <a:pt x="23980" y="33377"/>
                  </a:cubicBezTo>
                  <a:cubicBezTo>
                    <a:pt x="30922" y="46426"/>
                    <a:pt x="36177" y="61304"/>
                    <a:pt x="38598" y="76656"/>
                  </a:cubicBezTo>
                  <a:cubicBezTo>
                    <a:pt x="41009" y="92010"/>
                    <a:pt x="40588" y="107773"/>
                    <a:pt x="37993" y="122337"/>
                  </a:cubicBezTo>
                  <a:cubicBezTo>
                    <a:pt x="35441" y="136922"/>
                    <a:pt x="30706" y="150242"/>
                    <a:pt x="25440" y="1614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49"/>
            <p:cNvSpPr/>
            <p:nvPr/>
          </p:nvSpPr>
          <p:spPr>
            <a:xfrm>
              <a:off x="3694510" y="1530925"/>
              <a:ext cx="58254" cy="177567"/>
            </a:xfrm>
            <a:custGeom>
              <a:rect b="b" l="l" r="r" t="t"/>
              <a:pathLst>
                <a:path extrusionOk="0" h="65282" w="21417">
                  <a:moveTo>
                    <a:pt x="19505" y="65272"/>
                  </a:moveTo>
                  <a:cubicBezTo>
                    <a:pt x="20748" y="60557"/>
                    <a:pt x="21516" y="54881"/>
                    <a:pt x="21407" y="48794"/>
                  </a:cubicBezTo>
                  <a:cubicBezTo>
                    <a:pt x="21310" y="42718"/>
                    <a:pt x="20337" y="36242"/>
                    <a:pt x="18488" y="30025"/>
                  </a:cubicBezTo>
                  <a:cubicBezTo>
                    <a:pt x="16629" y="23808"/>
                    <a:pt x="13882" y="17861"/>
                    <a:pt x="10628" y="12726"/>
                  </a:cubicBezTo>
                  <a:cubicBezTo>
                    <a:pt x="7385" y="7579"/>
                    <a:pt x="3622" y="3254"/>
                    <a:pt x="0" y="0"/>
                  </a:cubicBezTo>
                  <a:cubicBezTo>
                    <a:pt x="2746" y="4043"/>
                    <a:pt x="5687" y="8768"/>
                    <a:pt x="8325" y="14034"/>
                  </a:cubicBezTo>
                  <a:cubicBezTo>
                    <a:pt x="10974" y="19288"/>
                    <a:pt x="13320" y="25073"/>
                    <a:pt x="15104" y="31041"/>
                  </a:cubicBezTo>
                  <a:cubicBezTo>
                    <a:pt x="16877" y="37009"/>
                    <a:pt x="18088" y="43129"/>
                    <a:pt x="18759" y="48978"/>
                  </a:cubicBezTo>
                  <a:cubicBezTo>
                    <a:pt x="19440" y="54827"/>
                    <a:pt x="19570" y="60395"/>
                    <a:pt x="19494" y="652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49"/>
            <p:cNvSpPr/>
            <p:nvPr/>
          </p:nvSpPr>
          <p:spPr>
            <a:xfrm>
              <a:off x="3051517" y="1689468"/>
              <a:ext cx="313379" cy="174820"/>
            </a:xfrm>
            <a:custGeom>
              <a:rect b="b" l="l" r="r" t="t"/>
              <a:pathLst>
                <a:path extrusionOk="0" h="64272" w="115213">
                  <a:moveTo>
                    <a:pt x="115214" y="55811"/>
                  </a:moveTo>
                  <a:cubicBezTo>
                    <a:pt x="105072" y="57823"/>
                    <a:pt x="93374" y="59120"/>
                    <a:pt x="81016" y="58525"/>
                  </a:cubicBezTo>
                  <a:cubicBezTo>
                    <a:pt x="68679" y="57963"/>
                    <a:pt x="55738" y="55530"/>
                    <a:pt x="43563" y="51011"/>
                  </a:cubicBezTo>
                  <a:cubicBezTo>
                    <a:pt x="37466" y="48762"/>
                    <a:pt x="31573" y="46037"/>
                    <a:pt x="26199" y="42740"/>
                  </a:cubicBezTo>
                  <a:cubicBezTo>
                    <a:pt x="20836" y="39431"/>
                    <a:pt x="16004" y="35507"/>
                    <a:pt x="12111" y="30977"/>
                  </a:cubicBezTo>
                  <a:cubicBezTo>
                    <a:pt x="8252" y="26468"/>
                    <a:pt x="5354" y="21289"/>
                    <a:pt x="3624" y="15959"/>
                  </a:cubicBezTo>
                  <a:cubicBezTo>
                    <a:pt x="1883" y="10628"/>
                    <a:pt x="1353" y="5136"/>
                    <a:pt x="2013" y="0"/>
                  </a:cubicBezTo>
                  <a:cubicBezTo>
                    <a:pt x="132" y="4812"/>
                    <a:pt x="-517" y="10683"/>
                    <a:pt x="435" y="16705"/>
                  </a:cubicBezTo>
                  <a:cubicBezTo>
                    <a:pt x="1364" y="22727"/>
                    <a:pt x="3808" y="28879"/>
                    <a:pt x="7668" y="34404"/>
                  </a:cubicBezTo>
                  <a:cubicBezTo>
                    <a:pt x="11517" y="39896"/>
                    <a:pt x="16642" y="44697"/>
                    <a:pt x="22372" y="48611"/>
                  </a:cubicBezTo>
                  <a:cubicBezTo>
                    <a:pt x="28124" y="52524"/>
                    <a:pt x="34449" y="55606"/>
                    <a:pt x="40968" y="58017"/>
                  </a:cubicBezTo>
                  <a:cubicBezTo>
                    <a:pt x="54029" y="62882"/>
                    <a:pt x="68063" y="64829"/>
                    <a:pt x="81026" y="64137"/>
                  </a:cubicBezTo>
                  <a:cubicBezTo>
                    <a:pt x="87513" y="63801"/>
                    <a:pt x="93730" y="62828"/>
                    <a:pt x="99483" y="61379"/>
                  </a:cubicBezTo>
                  <a:cubicBezTo>
                    <a:pt x="105234" y="59931"/>
                    <a:pt x="110521" y="57995"/>
                    <a:pt x="115203" y="558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9" name="Google Shape;1859;p49"/>
          <p:cNvGrpSpPr/>
          <p:nvPr/>
        </p:nvGrpSpPr>
        <p:grpSpPr>
          <a:xfrm rot="-623194">
            <a:off x="1038779" y="3711825"/>
            <a:ext cx="1236613" cy="455668"/>
            <a:chOff x="-339951" y="870768"/>
            <a:chExt cx="2012159" cy="741205"/>
          </a:xfrm>
        </p:grpSpPr>
        <p:sp>
          <p:nvSpPr>
            <p:cNvPr id="1860" name="Google Shape;1860;p49"/>
            <p:cNvSpPr/>
            <p:nvPr/>
          </p:nvSpPr>
          <p:spPr>
            <a:xfrm>
              <a:off x="-73596" y="1122537"/>
              <a:ext cx="1303034" cy="379390"/>
            </a:xfrm>
            <a:custGeom>
              <a:rect b="b" l="l" r="r" t="t"/>
              <a:pathLst>
                <a:path extrusionOk="0" h="48922" w="168025">
                  <a:moveTo>
                    <a:pt x="164264" y="39293"/>
                  </a:moveTo>
                  <a:cubicBezTo>
                    <a:pt x="159961" y="36947"/>
                    <a:pt x="154620" y="36936"/>
                    <a:pt x="150468" y="34331"/>
                  </a:cubicBezTo>
                  <a:cubicBezTo>
                    <a:pt x="145419" y="31152"/>
                    <a:pt x="143062" y="24730"/>
                    <a:pt x="137894" y="21735"/>
                  </a:cubicBezTo>
                  <a:cubicBezTo>
                    <a:pt x="134250" y="19626"/>
                    <a:pt x="129807" y="19572"/>
                    <a:pt x="125601" y="19767"/>
                  </a:cubicBezTo>
                  <a:cubicBezTo>
                    <a:pt x="115686" y="20232"/>
                    <a:pt x="105815" y="21756"/>
                    <a:pt x="95890" y="21681"/>
                  </a:cubicBezTo>
                  <a:cubicBezTo>
                    <a:pt x="85964" y="21594"/>
                    <a:pt x="75715" y="19767"/>
                    <a:pt x="67530" y="14156"/>
                  </a:cubicBezTo>
                  <a:cubicBezTo>
                    <a:pt x="64351" y="11972"/>
                    <a:pt x="61551" y="9269"/>
                    <a:pt x="58362" y="7095"/>
                  </a:cubicBezTo>
                  <a:cubicBezTo>
                    <a:pt x="51572" y="2457"/>
                    <a:pt x="43322" y="446"/>
                    <a:pt x="35192" y="78"/>
                  </a:cubicBezTo>
                  <a:cubicBezTo>
                    <a:pt x="26120" y="-332"/>
                    <a:pt x="4378" y="500"/>
                    <a:pt x="377" y="11745"/>
                  </a:cubicBezTo>
                  <a:cubicBezTo>
                    <a:pt x="-1709" y="17583"/>
                    <a:pt x="5351" y="19021"/>
                    <a:pt x="9503" y="20675"/>
                  </a:cubicBezTo>
                  <a:cubicBezTo>
                    <a:pt x="16368" y="23400"/>
                    <a:pt x="23115" y="26751"/>
                    <a:pt x="28510" y="31887"/>
                  </a:cubicBezTo>
                  <a:cubicBezTo>
                    <a:pt x="31526" y="34763"/>
                    <a:pt x="34067" y="38136"/>
                    <a:pt x="37268" y="40818"/>
                  </a:cubicBezTo>
                  <a:cubicBezTo>
                    <a:pt x="43582" y="46116"/>
                    <a:pt x="52037" y="48289"/>
                    <a:pt x="60275" y="48527"/>
                  </a:cubicBezTo>
                  <a:cubicBezTo>
                    <a:pt x="68514" y="48754"/>
                    <a:pt x="76688" y="47208"/>
                    <a:pt x="84818" y="45845"/>
                  </a:cubicBezTo>
                  <a:cubicBezTo>
                    <a:pt x="108518" y="41856"/>
                    <a:pt x="133429" y="39434"/>
                    <a:pt x="156101" y="47391"/>
                  </a:cubicBezTo>
                  <a:cubicBezTo>
                    <a:pt x="158318" y="48170"/>
                    <a:pt x="160578" y="49056"/>
                    <a:pt x="162913" y="48905"/>
                  </a:cubicBezTo>
                  <a:cubicBezTo>
                    <a:pt x="165248" y="48754"/>
                    <a:pt x="167703" y="47208"/>
                    <a:pt x="167994" y="44883"/>
                  </a:cubicBezTo>
                  <a:cubicBezTo>
                    <a:pt x="168297" y="42526"/>
                    <a:pt x="166351" y="40450"/>
                    <a:pt x="164264" y="393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49"/>
            <p:cNvSpPr/>
            <p:nvPr/>
          </p:nvSpPr>
          <p:spPr>
            <a:xfrm>
              <a:off x="-339951" y="934597"/>
              <a:ext cx="2012159" cy="677376"/>
            </a:xfrm>
            <a:custGeom>
              <a:rect b="b" l="l" r="r" t="t"/>
              <a:pathLst>
                <a:path extrusionOk="0" h="87347" w="259466">
                  <a:moveTo>
                    <a:pt x="255591" y="72504"/>
                  </a:moveTo>
                  <a:cubicBezTo>
                    <a:pt x="249385" y="67184"/>
                    <a:pt x="241395" y="64557"/>
                    <a:pt x="233762" y="61627"/>
                  </a:cubicBezTo>
                  <a:cubicBezTo>
                    <a:pt x="226128" y="58708"/>
                    <a:pt x="218311" y="55118"/>
                    <a:pt x="213370" y="48610"/>
                  </a:cubicBezTo>
                  <a:cubicBezTo>
                    <a:pt x="209694" y="43766"/>
                    <a:pt x="207791" y="37506"/>
                    <a:pt x="203110" y="33614"/>
                  </a:cubicBezTo>
                  <a:cubicBezTo>
                    <a:pt x="196612" y="28197"/>
                    <a:pt x="187141" y="29105"/>
                    <a:pt x="178718" y="29873"/>
                  </a:cubicBezTo>
                  <a:cubicBezTo>
                    <a:pt x="160608" y="31516"/>
                    <a:pt x="141298" y="30846"/>
                    <a:pt x="125794" y="21331"/>
                  </a:cubicBezTo>
                  <a:cubicBezTo>
                    <a:pt x="117112" y="16001"/>
                    <a:pt x="110030" y="8119"/>
                    <a:pt x="100764" y="3892"/>
                  </a:cubicBezTo>
                  <a:cubicBezTo>
                    <a:pt x="89887" y="-1082"/>
                    <a:pt x="77324" y="-444"/>
                    <a:pt x="65474" y="1189"/>
                  </a:cubicBezTo>
                  <a:cubicBezTo>
                    <a:pt x="45559" y="3913"/>
                    <a:pt x="25978" y="9146"/>
                    <a:pt x="7349" y="16704"/>
                  </a:cubicBezTo>
                  <a:cubicBezTo>
                    <a:pt x="5187" y="17580"/>
                    <a:pt x="2970" y="18574"/>
                    <a:pt x="905" y="19753"/>
                  </a:cubicBezTo>
                  <a:cubicBezTo>
                    <a:pt x="-306" y="22813"/>
                    <a:pt x="-381" y="26240"/>
                    <a:pt x="1165" y="30078"/>
                  </a:cubicBezTo>
                  <a:cubicBezTo>
                    <a:pt x="5608" y="41095"/>
                    <a:pt x="21253" y="40166"/>
                    <a:pt x="32119" y="44955"/>
                  </a:cubicBezTo>
                  <a:cubicBezTo>
                    <a:pt x="45029" y="50642"/>
                    <a:pt x="51462" y="65206"/>
                    <a:pt x="62620" y="73834"/>
                  </a:cubicBezTo>
                  <a:cubicBezTo>
                    <a:pt x="77389" y="85273"/>
                    <a:pt x="98126" y="84711"/>
                    <a:pt x="116420" y="80927"/>
                  </a:cubicBezTo>
                  <a:cubicBezTo>
                    <a:pt x="134714" y="77142"/>
                    <a:pt x="152899" y="70666"/>
                    <a:pt x="171517" y="72071"/>
                  </a:cubicBezTo>
                  <a:cubicBezTo>
                    <a:pt x="198774" y="74137"/>
                    <a:pt x="225047" y="92960"/>
                    <a:pt x="251396" y="85684"/>
                  </a:cubicBezTo>
                  <a:cubicBezTo>
                    <a:pt x="253785" y="85024"/>
                    <a:pt x="256229" y="84073"/>
                    <a:pt x="257818" y="82181"/>
                  </a:cubicBezTo>
                  <a:cubicBezTo>
                    <a:pt x="259180" y="80548"/>
                    <a:pt x="259624" y="78634"/>
                    <a:pt x="259418" y="76667"/>
                  </a:cubicBezTo>
                  <a:cubicBezTo>
                    <a:pt x="258294" y="75142"/>
                    <a:pt x="256996" y="73737"/>
                    <a:pt x="255580" y="72526"/>
                  </a:cubicBezTo>
                  <a:close/>
                  <a:moveTo>
                    <a:pt x="202342" y="69087"/>
                  </a:moveTo>
                  <a:cubicBezTo>
                    <a:pt x="202039" y="71412"/>
                    <a:pt x="199596" y="72958"/>
                    <a:pt x="197261" y="73109"/>
                  </a:cubicBezTo>
                  <a:cubicBezTo>
                    <a:pt x="194925" y="73261"/>
                    <a:pt x="192655" y="72374"/>
                    <a:pt x="190449" y="71596"/>
                  </a:cubicBezTo>
                  <a:cubicBezTo>
                    <a:pt x="167776" y="63638"/>
                    <a:pt x="142866" y="66060"/>
                    <a:pt x="119166" y="70050"/>
                  </a:cubicBezTo>
                  <a:cubicBezTo>
                    <a:pt x="111036" y="71423"/>
                    <a:pt x="102862" y="72969"/>
                    <a:pt x="94623" y="72731"/>
                  </a:cubicBezTo>
                  <a:cubicBezTo>
                    <a:pt x="86384" y="72504"/>
                    <a:pt x="77929" y="70320"/>
                    <a:pt x="71615" y="65022"/>
                  </a:cubicBezTo>
                  <a:cubicBezTo>
                    <a:pt x="68415" y="62341"/>
                    <a:pt x="65885" y="58968"/>
                    <a:pt x="62858" y="56091"/>
                  </a:cubicBezTo>
                  <a:cubicBezTo>
                    <a:pt x="57462" y="50956"/>
                    <a:pt x="50716" y="47604"/>
                    <a:pt x="43850" y="44880"/>
                  </a:cubicBezTo>
                  <a:cubicBezTo>
                    <a:pt x="39698" y="43236"/>
                    <a:pt x="32638" y="41787"/>
                    <a:pt x="34725" y="35949"/>
                  </a:cubicBezTo>
                  <a:cubicBezTo>
                    <a:pt x="38736" y="24715"/>
                    <a:pt x="60468" y="23883"/>
                    <a:pt x="69539" y="24283"/>
                  </a:cubicBezTo>
                  <a:cubicBezTo>
                    <a:pt x="77670" y="24651"/>
                    <a:pt x="85919" y="26661"/>
                    <a:pt x="92709" y="31300"/>
                  </a:cubicBezTo>
                  <a:cubicBezTo>
                    <a:pt x="95899" y="33473"/>
                    <a:pt x="98699" y="36176"/>
                    <a:pt x="101878" y="38360"/>
                  </a:cubicBezTo>
                  <a:cubicBezTo>
                    <a:pt x="110062" y="43971"/>
                    <a:pt x="120312" y="45809"/>
                    <a:pt x="130237" y="45885"/>
                  </a:cubicBezTo>
                  <a:cubicBezTo>
                    <a:pt x="140163" y="45972"/>
                    <a:pt x="150034" y="44447"/>
                    <a:pt x="159949" y="43971"/>
                  </a:cubicBezTo>
                  <a:cubicBezTo>
                    <a:pt x="164154" y="43777"/>
                    <a:pt x="168598" y="43820"/>
                    <a:pt x="172242" y="45939"/>
                  </a:cubicBezTo>
                  <a:cubicBezTo>
                    <a:pt x="177410" y="48934"/>
                    <a:pt x="179767" y="55356"/>
                    <a:pt x="184816" y="58535"/>
                  </a:cubicBezTo>
                  <a:cubicBezTo>
                    <a:pt x="188968" y="61141"/>
                    <a:pt x="194309" y="61152"/>
                    <a:pt x="198612" y="63498"/>
                  </a:cubicBezTo>
                  <a:cubicBezTo>
                    <a:pt x="200699" y="64633"/>
                    <a:pt x="202645" y="66709"/>
                    <a:pt x="202342" y="6906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49"/>
            <p:cNvSpPr/>
            <p:nvPr/>
          </p:nvSpPr>
          <p:spPr>
            <a:xfrm>
              <a:off x="-333008" y="870768"/>
              <a:ext cx="2004846" cy="658105"/>
            </a:xfrm>
            <a:custGeom>
              <a:rect b="b" l="l" r="r" t="t"/>
              <a:pathLst>
                <a:path extrusionOk="0" h="84862" w="258523">
                  <a:moveTo>
                    <a:pt x="250534" y="74213"/>
                  </a:moveTo>
                  <a:cubicBezTo>
                    <a:pt x="244576" y="71197"/>
                    <a:pt x="237441" y="70602"/>
                    <a:pt x="232089" y="66602"/>
                  </a:cubicBezTo>
                  <a:cubicBezTo>
                    <a:pt x="222855" y="59693"/>
                    <a:pt x="222347" y="45378"/>
                    <a:pt x="213741" y="37691"/>
                  </a:cubicBezTo>
                  <a:cubicBezTo>
                    <a:pt x="205232" y="30079"/>
                    <a:pt x="192290" y="31614"/>
                    <a:pt x="180916" y="32663"/>
                  </a:cubicBezTo>
                  <a:cubicBezTo>
                    <a:pt x="166666" y="33971"/>
                    <a:pt x="151518" y="33560"/>
                    <a:pt x="139182" y="26317"/>
                  </a:cubicBezTo>
                  <a:cubicBezTo>
                    <a:pt x="133192" y="22792"/>
                    <a:pt x="128186" y="17840"/>
                    <a:pt x="122618" y="13688"/>
                  </a:cubicBezTo>
                  <a:cubicBezTo>
                    <a:pt x="100108" y="-3092"/>
                    <a:pt x="72797" y="-2248"/>
                    <a:pt x="46870" y="4574"/>
                  </a:cubicBezTo>
                  <a:cubicBezTo>
                    <a:pt x="35593" y="7536"/>
                    <a:pt x="5579" y="13904"/>
                    <a:pt x="0" y="27971"/>
                  </a:cubicBezTo>
                  <a:cubicBezTo>
                    <a:pt x="2065" y="26792"/>
                    <a:pt x="4282" y="25798"/>
                    <a:pt x="6444" y="24922"/>
                  </a:cubicBezTo>
                  <a:cubicBezTo>
                    <a:pt x="25073" y="17364"/>
                    <a:pt x="44642" y="12131"/>
                    <a:pt x="64569" y="9407"/>
                  </a:cubicBezTo>
                  <a:cubicBezTo>
                    <a:pt x="76419" y="7785"/>
                    <a:pt x="88982" y="7136"/>
                    <a:pt x="99859" y="12110"/>
                  </a:cubicBezTo>
                  <a:cubicBezTo>
                    <a:pt x="109125" y="16348"/>
                    <a:pt x="116207" y="24219"/>
                    <a:pt x="124888" y="29549"/>
                  </a:cubicBezTo>
                  <a:cubicBezTo>
                    <a:pt x="140393" y="39064"/>
                    <a:pt x="159703" y="39734"/>
                    <a:pt x="177813" y="38091"/>
                  </a:cubicBezTo>
                  <a:cubicBezTo>
                    <a:pt x="186235" y="37323"/>
                    <a:pt x="195707" y="36426"/>
                    <a:pt x="202205" y="41832"/>
                  </a:cubicBezTo>
                  <a:cubicBezTo>
                    <a:pt x="206886" y="45724"/>
                    <a:pt x="208778" y="51984"/>
                    <a:pt x="212465" y="56828"/>
                  </a:cubicBezTo>
                  <a:cubicBezTo>
                    <a:pt x="217406" y="63337"/>
                    <a:pt x="225223" y="66926"/>
                    <a:pt x="232856" y="69845"/>
                  </a:cubicBezTo>
                  <a:cubicBezTo>
                    <a:pt x="240490" y="72765"/>
                    <a:pt x="248480" y="75403"/>
                    <a:pt x="254686" y="80722"/>
                  </a:cubicBezTo>
                  <a:cubicBezTo>
                    <a:pt x="256102" y="81933"/>
                    <a:pt x="257389" y="83339"/>
                    <a:pt x="258524" y="84863"/>
                  </a:cubicBezTo>
                  <a:cubicBezTo>
                    <a:pt x="258081" y="80646"/>
                    <a:pt x="254588" y="76257"/>
                    <a:pt x="250534" y="74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49"/>
            <p:cNvSpPr/>
            <p:nvPr/>
          </p:nvSpPr>
          <p:spPr>
            <a:xfrm>
              <a:off x="-339951" y="934597"/>
              <a:ext cx="2012159" cy="677376"/>
            </a:xfrm>
            <a:custGeom>
              <a:rect b="b" l="l" r="r" t="t"/>
              <a:pathLst>
                <a:path extrusionOk="0" h="87347" w="259466">
                  <a:moveTo>
                    <a:pt x="255591" y="72504"/>
                  </a:moveTo>
                  <a:cubicBezTo>
                    <a:pt x="249385" y="67184"/>
                    <a:pt x="241395" y="64557"/>
                    <a:pt x="233762" y="61627"/>
                  </a:cubicBezTo>
                  <a:cubicBezTo>
                    <a:pt x="226128" y="58708"/>
                    <a:pt x="218311" y="55118"/>
                    <a:pt x="213370" y="48610"/>
                  </a:cubicBezTo>
                  <a:cubicBezTo>
                    <a:pt x="209694" y="43766"/>
                    <a:pt x="207791" y="37506"/>
                    <a:pt x="203110" y="33614"/>
                  </a:cubicBezTo>
                  <a:cubicBezTo>
                    <a:pt x="196612" y="28197"/>
                    <a:pt x="187141" y="29105"/>
                    <a:pt x="178718" y="29873"/>
                  </a:cubicBezTo>
                  <a:cubicBezTo>
                    <a:pt x="160608" y="31516"/>
                    <a:pt x="141298" y="30846"/>
                    <a:pt x="125794" y="21331"/>
                  </a:cubicBezTo>
                  <a:cubicBezTo>
                    <a:pt x="117112" y="16001"/>
                    <a:pt x="110030" y="8119"/>
                    <a:pt x="100764" y="3892"/>
                  </a:cubicBezTo>
                  <a:cubicBezTo>
                    <a:pt x="89887" y="-1082"/>
                    <a:pt x="77324" y="-444"/>
                    <a:pt x="65474" y="1189"/>
                  </a:cubicBezTo>
                  <a:cubicBezTo>
                    <a:pt x="45559" y="3913"/>
                    <a:pt x="25978" y="9146"/>
                    <a:pt x="7349" y="16704"/>
                  </a:cubicBezTo>
                  <a:cubicBezTo>
                    <a:pt x="5187" y="17580"/>
                    <a:pt x="2970" y="18574"/>
                    <a:pt x="905" y="19753"/>
                  </a:cubicBezTo>
                  <a:cubicBezTo>
                    <a:pt x="-306" y="22813"/>
                    <a:pt x="-381" y="26240"/>
                    <a:pt x="1165" y="30078"/>
                  </a:cubicBezTo>
                  <a:cubicBezTo>
                    <a:pt x="5608" y="41095"/>
                    <a:pt x="21253" y="40166"/>
                    <a:pt x="32119" y="44955"/>
                  </a:cubicBezTo>
                  <a:cubicBezTo>
                    <a:pt x="45029" y="50642"/>
                    <a:pt x="51462" y="65206"/>
                    <a:pt x="62620" y="73834"/>
                  </a:cubicBezTo>
                  <a:cubicBezTo>
                    <a:pt x="77389" y="85273"/>
                    <a:pt x="98126" y="84711"/>
                    <a:pt x="116420" y="80927"/>
                  </a:cubicBezTo>
                  <a:cubicBezTo>
                    <a:pt x="134714" y="77142"/>
                    <a:pt x="152899" y="70666"/>
                    <a:pt x="171517" y="72071"/>
                  </a:cubicBezTo>
                  <a:cubicBezTo>
                    <a:pt x="198774" y="74137"/>
                    <a:pt x="225047" y="92960"/>
                    <a:pt x="251396" y="85684"/>
                  </a:cubicBezTo>
                  <a:cubicBezTo>
                    <a:pt x="253785" y="85024"/>
                    <a:pt x="256229" y="84073"/>
                    <a:pt x="257818" y="82181"/>
                  </a:cubicBezTo>
                  <a:cubicBezTo>
                    <a:pt x="259180" y="80548"/>
                    <a:pt x="259624" y="78634"/>
                    <a:pt x="259418" y="76667"/>
                  </a:cubicBezTo>
                  <a:cubicBezTo>
                    <a:pt x="258294" y="75142"/>
                    <a:pt x="256996" y="73737"/>
                    <a:pt x="255580" y="72526"/>
                  </a:cubicBezTo>
                  <a:close/>
                  <a:moveTo>
                    <a:pt x="202342" y="69087"/>
                  </a:moveTo>
                  <a:cubicBezTo>
                    <a:pt x="202039" y="71412"/>
                    <a:pt x="199596" y="72958"/>
                    <a:pt x="197261" y="73109"/>
                  </a:cubicBezTo>
                  <a:cubicBezTo>
                    <a:pt x="194925" y="73261"/>
                    <a:pt x="192655" y="72374"/>
                    <a:pt x="190449" y="71596"/>
                  </a:cubicBezTo>
                  <a:cubicBezTo>
                    <a:pt x="167776" y="63638"/>
                    <a:pt x="142866" y="66060"/>
                    <a:pt x="119166" y="70050"/>
                  </a:cubicBezTo>
                  <a:cubicBezTo>
                    <a:pt x="111036" y="71423"/>
                    <a:pt x="102862" y="72969"/>
                    <a:pt x="94623" y="72731"/>
                  </a:cubicBezTo>
                  <a:cubicBezTo>
                    <a:pt x="86384" y="72504"/>
                    <a:pt x="77929" y="70320"/>
                    <a:pt x="71615" y="65022"/>
                  </a:cubicBezTo>
                  <a:cubicBezTo>
                    <a:pt x="68415" y="62341"/>
                    <a:pt x="65885" y="58968"/>
                    <a:pt x="62858" y="56091"/>
                  </a:cubicBezTo>
                  <a:cubicBezTo>
                    <a:pt x="57462" y="50956"/>
                    <a:pt x="50716" y="47604"/>
                    <a:pt x="43850" y="44880"/>
                  </a:cubicBezTo>
                  <a:cubicBezTo>
                    <a:pt x="39698" y="43236"/>
                    <a:pt x="32638" y="41787"/>
                    <a:pt x="34725" y="35949"/>
                  </a:cubicBezTo>
                  <a:cubicBezTo>
                    <a:pt x="38736" y="24715"/>
                    <a:pt x="60468" y="23883"/>
                    <a:pt x="69539" y="24283"/>
                  </a:cubicBezTo>
                  <a:cubicBezTo>
                    <a:pt x="77670" y="24651"/>
                    <a:pt x="85919" y="26661"/>
                    <a:pt x="92709" y="31300"/>
                  </a:cubicBezTo>
                  <a:cubicBezTo>
                    <a:pt x="95899" y="33473"/>
                    <a:pt x="98699" y="36176"/>
                    <a:pt x="101878" y="38360"/>
                  </a:cubicBezTo>
                  <a:cubicBezTo>
                    <a:pt x="110062" y="43971"/>
                    <a:pt x="120312" y="45809"/>
                    <a:pt x="130237" y="45885"/>
                  </a:cubicBezTo>
                  <a:cubicBezTo>
                    <a:pt x="140163" y="45972"/>
                    <a:pt x="150034" y="44447"/>
                    <a:pt x="159949" y="43971"/>
                  </a:cubicBezTo>
                  <a:cubicBezTo>
                    <a:pt x="164154" y="43777"/>
                    <a:pt x="168598" y="43820"/>
                    <a:pt x="172242" y="45939"/>
                  </a:cubicBezTo>
                  <a:cubicBezTo>
                    <a:pt x="177410" y="48934"/>
                    <a:pt x="179767" y="55356"/>
                    <a:pt x="184816" y="58535"/>
                  </a:cubicBezTo>
                  <a:cubicBezTo>
                    <a:pt x="188968" y="61141"/>
                    <a:pt x="194309" y="61152"/>
                    <a:pt x="198612" y="63498"/>
                  </a:cubicBezTo>
                  <a:cubicBezTo>
                    <a:pt x="200699" y="64633"/>
                    <a:pt x="202645" y="66709"/>
                    <a:pt x="202342" y="69066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49"/>
            <p:cNvSpPr/>
            <p:nvPr/>
          </p:nvSpPr>
          <p:spPr>
            <a:xfrm>
              <a:off x="-333008" y="870768"/>
              <a:ext cx="2004846" cy="658105"/>
            </a:xfrm>
            <a:custGeom>
              <a:rect b="b" l="l" r="r" t="t"/>
              <a:pathLst>
                <a:path extrusionOk="0" h="84862" w="258523">
                  <a:moveTo>
                    <a:pt x="250534" y="74213"/>
                  </a:moveTo>
                  <a:cubicBezTo>
                    <a:pt x="244576" y="71197"/>
                    <a:pt x="237441" y="70602"/>
                    <a:pt x="232089" y="66602"/>
                  </a:cubicBezTo>
                  <a:cubicBezTo>
                    <a:pt x="222855" y="59693"/>
                    <a:pt x="222347" y="45378"/>
                    <a:pt x="213741" y="37691"/>
                  </a:cubicBezTo>
                  <a:cubicBezTo>
                    <a:pt x="205232" y="30079"/>
                    <a:pt x="192290" y="31614"/>
                    <a:pt x="180916" y="32663"/>
                  </a:cubicBezTo>
                  <a:cubicBezTo>
                    <a:pt x="166666" y="33971"/>
                    <a:pt x="151518" y="33560"/>
                    <a:pt x="139182" y="26317"/>
                  </a:cubicBezTo>
                  <a:cubicBezTo>
                    <a:pt x="133192" y="22792"/>
                    <a:pt x="128186" y="17840"/>
                    <a:pt x="122618" y="13688"/>
                  </a:cubicBezTo>
                  <a:cubicBezTo>
                    <a:pt x="100108" y="-3092"/>
                    <a:pt x="72797" y="-2248"/>
                    <a:pt x="46870" y="4574"/>
                  </a:cubicBezTo>
                  <a:cubicBezTo>
                    <a:pt x="35593" y="7536"/>
                    <a:pt x="5579" y="13904"/>
                    <a:pt x="0" y="27971"/>
                  </a:cubicBezTo>
                  <a:cubicBezTo>
                    <a:pt x="2065" y="26792"/>
                    <a:pt x="4282" y="25798"/>
                    <a:pt x="6444" y="24922"/>
                  </a:cubicBezTo>
                  <a:cubicBezTo>
                    <a:pt x="25073" y="17364"/>
                    <a:pt x="44642" y="12131"/>
                    <a:pt x="64569" y="9407"/>
                  </a:cubicBezTo>
                  <a:cubicBezTo>
                    <a:pt x="76419" y="7785"/>
                    <a:pt x="88982" y="7136"/>
                    <a:pt x="99859" y="12110"/>
                  </a:cubicBezTo>
                  <a:cubicBezTo>
                    <a:pt x="109125" y="16348"/>
                    <a:pt x="116207" y="24219"/>
                    <a:pt x="124888" y="29549"/>
                  </a:cubicBezTo>
                  <a:cubicBezTo>
                    <a:pt x="140393" y="39064"/>
                    <a:pt x="159703" y="39734"/>
                    <a:pt x="177813" y="38091"/>
                  </a:cubicBezTo>
                  <a:cubicBezTo>
                    <a:pt x="186235" y="37323"/>
                    <a:pt x="195707" y="36426"/>
                    <a:pt x="202205" y="41832"/>
                  </a:cubicBezTo>
                  <a:cubicBezTo>
                    <a:pt x="206886" y="45724"/>
                    <a:pt x="208778" y="51984"/>
                    <a:pt x="212465" y="56828"/>
                  </a:cubicBezTo>
                  <a:cubicBezTo>
                    <a:pt x="217406" y="63337"/>
                    <a:pt x="225223" y="66926"/>
                    <a:pt x="232856" y="69845"/>
                  </a:cubicBezTo>
                  <a:cubicBezTo>
                    <a:pt x="240490" y="72765"/>
                    <a:pt x="248480" y="75403"/>
                    <a:pt x="254686" y="80722"/>
                  </a:cubicBezTo>
                  <a:cubicBezTo>
                    <a:pt x="256102" y="81933"/>
                    <a:pt x="257389" y="83339"/>
                    <a:pt x="258524" y="84863"/>
                  </a:cubicBezTo>
                  <a:cubicBezTo>
                    <a:pt x="258081" y="80646"/>
                    <a:pt x="254588" y="76257"/>
                    <a:pt x="250534" y="74192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49"/>
            <p:cNvSpPr/>
            <p:nvPr/>
          </p:nvSpPr>
          <p:spPr>
            <a:xfrm>
              <a:off x="-73596" y="1122537"/>
              <a:ext cx="1303034" cy="379390"/>
            </a:xfrm>
            <a:custGeom>
              <a:rect b="b" l="l" r="r" t="t"/>
              <a:pathLst>
                <a:path extrusionOk="0" h="48922" w="168025">
                  <a:moveTo>
                    <a:pt x="164264" y="39293"/>
                  </a:moveTo>
                  <a:cubicBezTo>
                    <a:pt x="159961" y="36947"/>
                    <a:pt x="154620" y="36936"/>
                    <a:pt x="150468" y="34331"/>
                  </a:cubicBezTo>
                  <a:cubicBezTo>
                    <a:pt x="145419" y="31152"/>
                    <a:pt x="143062" y="24730"/>
                    <a:pt x="137894" y="21735"/>
                  </a:cubicBezTo>
                  <a:cubicBezTo>
                    <a:pt x="134250" y="19626"/>
                    <a:pt x="129807" y="19572"/>
                    <a:pt x="125601" y="19767"/>
                  </a:cubicBezTo>
                  <a:cubicBezTo>
                    <a:pt x="115686" y="20232"/>
                    <a:pt x="105815" y="21756"/>
                    <a:pt x="95890" y="21681"/>
                  </a:cubicBezTo>
                  <a:cubicBezTo>
                    <a:pt x="85964" y="21594"/>
                    <a:pt x="75715" y="19767"/>
                    <a:pt x="67530" y="14156"/>
                  </a:cubicBezTo>
                  <a:cubicBezTo>
                    <a:pt x="64351" y="11972"/>
                    <a:pt x="61551" y="9269"/>
                    <a:pt x="58362" y="7095"/>
                  </a:cubicBezTo>
                  <a:cubicBezTo>
                    <a:pt x="51572" y="2457"/>
                    <a:pt x="43322" y="446"/>
                    <a:pt x="35192" y="78"/>
                  </a:cubicBezTo>
                  <a:cubicBezTo>
                    <a:pt x="26120" y="-332"/>
                    <a:pt x="4378" y="500"/>
                    <a:pt x="377" y="11745"/>
                  </a:cubicBezTo>
                  <a:cubicBezTo>
                    <a:pt x="-1709" y="17583"/>
                    <a:pt x="5351" y="19021"/>
                    <a:pt x="9503" y="20675"/>
                  </a:cubicBezTo>
                  <a:cubicBezTo>
                    <a:pt x="16368" y="23400"/>
                    <a:pt x="23115" y="26751"/>
                    <a:pt x="28510" y="31887"/>
                  </a:cubicBezTo>
                  <a:cubicBezTo>
                    <a:pt x="31526" y="34763"/>
                    <a:pt x="34067" y="38136"/>
                    <a:pt x="37268" y="40818"/>
                  </a:cubicBezTo>
                  <a:cubicBezTo>
                    <a:pt x="43582" y="46116"/>
                    <a:pt x="52037" y="48289"/>
                    <a:pt x="60275" y="48527"/>
                  </a:cubicBezTo>
                  <a:cubicBezTo>
                    <a:pt x="68514" y="48754"/>
                    <a:pt x="76688" y="47208"/>
                    <a:pt x="84818" y="45845"/>
                  </a:cubicBezTo>
                  <a:cubicBezTo>
                    <a:pt x="108518" y="41856"/>
                    <a:pt x="133429" y="39434"/>
                    <a:pt x="156101" y="47391"/>
                  </a:cubicBezTo>
                  <a:cubicBezTo>
                    <a:pt x="158318" y="48170"/>
                    <a:pt x="160578" y="49056"/>
                    <a:pt x="162913" y="48905"/>
                  </a:cubicBezTo>
                  <a:cubicBezTo>
                    <a:pt x="165248" y="48754"/>
                    <a:pt x="167703" y="47208"/>
                    <a:pt x="167994" y="44883"/>
                  </a:cubicBezTo>
                  <a:cubicBezTo>
                    <a:pt x="168297" y="42526"/>
                    <a:pt x="166351" y="40450"/>
                    <a:pt x="164264" y="39315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49"/>
            <p:cNvSpPr/>
            <p:nvPr/>
          </p:nvSpPr>
          <p:spPr>
            <a:xfrm>
              <a:off x="-333008" y="870768"/>
              <a:ext cx="2004846" cy="658105"/>
            </a:xfrm>
            <a:custGeom>
              <a:rect b="b" l="l" r="r" t="t"/>
              <a:pathLst>
                <a:path extrusionOk="0" h="84862" w="258523">
                  <a:moveTo>
                    <a:pt x="250534" y="74213"/>
                  </a:moveTo>
                  <a:cubicBezTo>
                    <a:pt x="244576" y="71197"/>
                    <a:pt x="237441" y="70602"/>
                    <a:pt x="232089" y="66602"/>
                  </a:cubicBezTo>
                  <a:cubicBezTo>
                    <a:pt x="222855" y="59693"/>
                    <a:pt x="222347" y="45378"/>
                    <a:pt x="213741" y="37691"/>
                  </a:cubicBezTo>
                  <a:cubicBezTo>
                    <a:pt x="205232" y="30079"/>
                    <a:pt x="192290" y="31614"/>
                    <a:pt x="180916" y="32663"/>
                  </a:cubicBezTo>
                  <a:cubicBezTo>
                    <a:pt x="166666" y="33971"/>
                    <a:pt x="151518" y="33560"/>
                    <a:pt x="139182" y="26317"/>
                  </a:cubicBezTo>
                  <a:cubicBezTo>
                    <a:pt x="133192" y="22792"/>
                    <a:pt x="128186" y="17840"/>
                    <a:pt x="122618" y="13688"/>
                  </a:cubicBezTo>
                  <a:cubicBezTo>
                    <a:pt x="100108" y="-3092"/>
                    <a:pt x="72797" y="-2248"/>
                    <a:pt x="46870" y="4574"/>
                  </a:cubicBezTo>
                  <a:cubicBezTo>
                    <a:pt x="35593" y="7536"/>
                    <a:pt x="5579" y="13904"/>
                    <a:pt x="0" y="27971"/>
                  </a:cubicBezTo>
                  <a:cubicBezTo>
                    <a:pt x="2065" y="26792"/>
                    <a:pt x="4282" y="25798"/>
                    <a:pt x="6444" y="24922"/>
                  </a:cubicBezTo>
                  <a:cubicBezTo>
                    <a:pt x="25073" y="17364"/>
                    <a:pt x="44642" y="12131"/>
                    <a:pt x="64569" y="9407"/>
                  </a:cubicBezTo>
                  <a:cubicBezTo>
                    <a:pt x="76419" y="7785"/>
                    <a:pt x="88982" y="7136"/>
                    <a:pt x="99859" y="12110"/>
                  </a:cubicBezTo>
                  <a:cubicBezTo>
                    <a:pt x="109125" y="16348"/>
                    <a:pt x="116207" y="24219"/>
                    <a:pt x="124888" y="29549"/>
                  </a:cubicBezTo>
                  <a:cubicBezTo>
                    <a:pt x="140393" y="39064"/>
                    <a:pt x="159703" y="39734"/>
                    <a:pt x="177813" y="38091"/>
                  </a:cubicBezTo>
                  <a:cubicBezTo>
                    <a:pt x="186235" y="37323"/>
                    <a:pt x="195707" y="36426"/>
                    <a:pt x="202205" y="41832"/>
                  </a:cubicBezTo>
                  <a:cubicBezTo>
                    <a:pt x="206886" y="45724"/>
                    <a:pt x="208778" y="51984"/>
                    <a:pt x="212465" y="56828"/>
                  </a:cubicBezTo>
                  <a:cubicBezTo>
                    <a:pt x="217406" y="63337"/>
                    <a:pt x="225223" y="66926"/>
                    <a:pt x="232856" y="69845"/>
                  </a:cubicBezTo>
                  <a:cubicBezTo>
                    <a:pt x="240490" y="72765"/>
                    <a:pt x="248480" y="75403"/>
                    <a:pt x="254686" y="80722"/>
                  </a:cubicBezTo>
                  <a:cubicBezTo>
                    <a:pt x="256102" y="81933"/>
                    <a:pt x="257389" y="83339"/>
                    <a:pt x="258524" y="84863"/>
                  </a:cubicBezTo>
                  <a:cubicBezTo>
                    <a:pt x="258081" y="80646"/>
                    <a:pt x="254588" y="76257"/>
                    <a:pt x="250534" y="74192"/>
                  </a:cubicBezTo>
                  <a:close/>
                </a:path>
              </a:pathLst>
            </a:custGeom>
            <a:solidFill>
              <a:srgbClr val="BF2543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49"/>
            <p:cNvSpPr/>
            <p:nvPr/>
          </p:nvSpPr>
          <p:spPr>
            <a:xfrm>
              <a:off x="-73596" y="1122537"/>
              <a:ext cx="1303034" cy="379390"/>
            </a:xfrm>
            <a:custGeom>
              <a:rect b="b" l="l" r="r" t="t"/>
              <a:pathLst>
                <a:path extrusionOk="0" h="48922" w="168025">
                  <a:moveTo>
                    <a:pt x="164264" y="39293"/>
                  </a:moveTo>
                  <a:cubicBezTo>
                    <a:pt x="159961" y="36947"/>
                    <a:pt x="154620" y="36936"/>
                    <a:pt x="150468" y="34331"/>
                  </a:cubicBezTo>
                  <a:cubicBezTo>
                    <a:pt x="145419" y="31152"/>
                    <a:pt x="143062" y="24730"/>
                    <a:pt x="137894" y="21735"/>
                  </a:cubicBezTo>
                  <a:cubicBezTo>
                    <a:pt x="134250" y="19626"/>
                    <a:pt x="129807" y="19572"/>
                    <a:pt x="125601" y="19767"/>
                  </a:cubicBezTo>
                  <a:cubicBezTo>
                    <a:pt x="115686" y="20232"/>
                    <a:pt x="105815" y="21756"/>
                    <a:pt x="95890" y="21681"/>
                  </a:cubicBezTo>
                  <a:cubicBezTo>
                    <a:pt x="85964" y="21594"/>
                    <a:pt x="75715" y="19767"/>
                    <a:pt x="67530" y="14156"/>
                  </a:cubicBezTo>
                  <a:cubicBezTo>
                    <a:pt x="64351" y="11972"/>
                    <a:pt x="61551" y="9269"/>
                    <a:pt x="58362" y="7095"/>
                  </a:cubicBezTo>
                  <a:cubicBezTo>
                    <a:pt x="51572" y="2457"/>
                    <a:pt x="43322" y="446"/>
                    <a:pt x="35192" y="78"/>
                  </a:cubicBezTo>
                  <a:cubicBezTo>
                    <a:pt x="26120" y="-332"/>
                    <a:pt x="4378" y="500"/>
                    <a:pt x="377" y="11745"/>
                  </a:cubicBezTo>
                  <a:cubicBezTo>
                    <a:pt x="-1709" y="17583"/>
                    <a:pt x="5351" y="19021"/>
                    <a:pt x="9503" y="20675"/>
                  </a:cubicBezTo>
                  <a:cubicBezTo>
                    <a:pt x="16368" y="23400"/>
                    <a:pt x="23115" y="26751"/>
                    <a:pt x="28510" y="31887"/>
                  </a:cubicBezTo>
                  <a:cubicBezTo>
                    <a:pt x="31526" y="34763"/>
                    <a:pt x="34067" y="38136"/>
                    <a:pt x="37268" y="40818"/>
                  </a:cubicBezTo>
                  <a:cubicBezTo>
                    <a:pt x="43582" y="46116"/>
                    <a:pt x="52037" y="48289"/>
                    <a:pt x="60275" y="48527"/>
                  </a:cubicBezTo>
                  <a:cubicBezTo>
                    <a:pt x="68514" y="48754"/>
                    <a:pt x="76688" y="47208"/>
                    <a:pt x="84818" y="45845"/>
                  </a:cubicBezTo>
                  <a:cubicBezTo>
                    <a:pt x="108518" y="41856"/>
                    <a:pt x="133429" y="39434"/>
                    <a:pt x="156101" y="47391"/>
                  </a:cubicBezTo>
                  <a:cubicBezTo>
                    <a:pt x="158318" y="48170"/>
                    <a:pt x="160578" y="49056"/>
                    <a:pt x="162913" y="48905"/>
                  </a:cubicBezTo>
                  <a:cubicBezTo>
                    <a:pt x="165248" y="48754"/>
                    <a:pt x="167703" y="47208"/>
                    <a:pt x="167994" y="44883"/>
                  </a:cubicBezTo>
                  <a:cubicBezTo>
                    <a:pt x="168297" y="42526"/>
                    <a:pt x="166351" y="40450"/>
                    <a:pt x="164264" y="39315"/>
                  </a:cubicBezTo>
                  <a:close/>
                </a:path>
              </a:pathLst>
            </a:custGeom>
            <a:solidFill>
              <a:srgbClr val="DBE26C">
                <a:alpha val="3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8" name="Google Shape;1868;p49"/>
          <p:cNvSpPr txBox="1"/>
          <p:nvPr>
            <p:ph type="title"/>
          </p:nvPr>
        </p:nvSpPr>
        <p:spPr>
          <a:xfrm>
            <a:off x="491456" y="1171750"/>
            <a:ext cx="36945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olf Player Portfolio by Slidesgo">
  <a:themeElements>
    <a:clrScheme name="Simple Light">
      <a:dk1>
        <a:srgbClr val="243C61"/>
      </a:dk1>
      <a:lt1>
        <a:srgbClr val="FFFFFF"/>
      </a:lt1>
      <a:dk2>
        <a:srgbClr val="55537B"/>
      </a:dk2>
      <a:lt2>
        <a:srgbClr val="D0EDFE"/>
      </a:lt2>
      <a:accent1>
        <a:srgbClr val="9DD0FA"/>
      </a:accent1>
      <a:accent2>
        <a:srgbClr val="4683E1"/>
      </a:accent2>
      <a:accent3>
        <a:srgbClr val="AFAFCC"/>
      </a:accent3>
      <a:accent4>
        <a:srgbClr val="DBE26C"/>
      </a:accent4>
      <a:accent5>
        <a:srgbClr val="496958"/>
      </a:accent5>
      <a:accent6>
        <a:srgbClr val="BF2543"/>
      </a:accent6>
      <a:hlink>
        <a:srgbClr val="243C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