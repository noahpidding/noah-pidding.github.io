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158555114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15855511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158555114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158555114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158555114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158555114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Bounce Back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Cyrus Mak and Noah Pidding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29350" y="1966500"/>
            <a:ext cx="4534200" cy="1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Determine how the type of surface affects the height that a ball bounces to better understand how material can affect energy transfer. </a:t>
            </a:r>
            <a:endParaRPr sz="17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650" y="1649733"/>
            <a:ext cx="4658349" cy="34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A ball will bounce higher when dropped on a hard surface and lower on a softer surface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Testing: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Independent variable: types of surface (3)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Dependent variable: height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Controlled variables: ball used, drop height, measurement, weather/temperature conditions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# of trials: 30 per surface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Control test: concrete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