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embeddedFontLs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E25FC9-955F-4D17-9234-7552F81C65A8}">
  <a:tblStyle styleId="{65E25FC9-955F-4D17-9234-7552F81C65A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CenturyGothic-bold.fntdata"/><Relationship Id="rId23" Type="http://schemas.openxmlformats.org/officeDocument/2006/relationships/font" Target="fonts/CenturyGothic-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CenturyGothic-boldItalic.fntdata"/><Relationship Id="rId25" Type="http://schemas.openxmlformats.org/officeDocument/2006/relationships/font" Target="fonts/CenturyGothic-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dcf5bf24e0_1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15 sec</a:t>
            </a:r>
            <a:endParaRPr/>
          </a:p>
        </p:txBody>
      </p:sp>
      <p:sp>
        <p:nvSpPr>
          <p:cNvPr id="170" name="Google Shape;170;g1dcf5bf24e0_1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12b9adc6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12b9adc6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t>Evan</a:t>
            </a:r>
            <a:endParaRPr/>
          </a:p>
          <a:p>
            <a:pPr indent="0" lvl="0" marL="0" rtl="0" algn="l">
              <a:lnSpc>
                <a:spcPct val="115000"/>
              </a:lnSpc>
              <a:spcBef>
                <a:spcPts val="0"/>
              </a:spcBef>
              <a:spcAft>
                <a:spcPts val="0"/>
              </a:spcAft>
              <a:buNone/>
            </a:pPr>
            <a:r>
              <a:rPr lang="en-US"/>
              <a:t>40 sec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14c7727bb_18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814c7727bb_18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chemeClr val="dk1"/>
                </a:solidFill>
              </a:rPr>
              <a:t>20 sec</a:t>
            </a:r>
            <a:endParaRPr/>
          </a:p>
          <a:p>
            <a:pPr indent="0" lvl="0" marL="0" rtl="0" algn="l">
              <a:lnSpc>
                <a:spcPct val="115000"/>
              </a:lnSpc>
              <a:spcBef>
                <a:spcPts val="0"/>
              </a:spcBef>
              <a:spcAft>
                <a:spcPts val="0"/>
              </a:spcAft>
              <a:buNone/>
            </a:pPr>
            <a:r>
              <a:rPr lang="en-US"/>
              <a:t>good overall less wordy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dcf5bf24e0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dcf5bf24e0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Evan </a:t>
            </a:r>
            <a:endParaRPr/>
          </a:p>
          <a:p>
            <a:pPr indent="0" lvl="0" marL="0" rtl="0" algn="l">
              <a:spcBef>
                <a:spcPts val="0"/>
              </a:spcBef>
              <a:spcAft>
                <a:spcPts val="0"/>
              </a:spcAft>
              <a:buNone/>
            </a:pPr>
            <a:r>
              <a:rPr lang="en-US"/>
              <a:t>25 sec</a:t>
            </a:r>
            <a:endParaRPr/>
          </a:p>
          <a:p>
            <a:pPr indent="0" lvl="0" marL="0" rtl="0" algn="l">
              <a:spcBef>
                <a:spcPts val="0"/>
              </a:spcBef>
              <a:spcAft>
                <a:spcPts val="0"/>
              </a:spcAft>
              <a:buNone/>
            </a:pPr>
            <a:r>
              <a:rPr lang="en-US"/>
              <a:t>- bold keywords, change font</a:t>
            </a:r>
            <a:endParaRPr/>
          </a:p>
          <a:p>
            <a:pPr indent="0" lvl="0" marL="0" rtl="0" algn="l">
              <a:spcBef>
                <a:spcPts val="0"/>
              </a:spcBef>
              <a:spcAft>
                <a:spcPts val="0"/>
              </a:spcAft>
              <a:buNone/>
            </a:pPr>
            <a:r>
              <a:rPr lang="en-US"/>
              <a:t>combine into one sentence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dcf5bf24e0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dcf5bf24e0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Phoebe (a bit under 1 min)</a:t>
            </a:r>
            <a:br>
              <a:rPr lang="en-US"/>
            </a:br>
            <a:r>
              <a:rPr lang="en-US">
                <a:solidFill>
                  <a:srgbClr val="595959"/>
                </a:solidFill>
              </a:rPr>
              <a:t>What approaches did you use to accomplish goals (aka milestones) </a:t>
            </a:r>
            <a:endParaRPr>
              <a:solidFill>
                <a:srgbClr val="595959"/>
              </a:solidFill>
            </a:endParaRPr>
          </a:p>
          <a:p>
            <a:pPr indent="-527050" lvl="1" marL="1828800" rtl="0" algn="l">
              <a:lnSpc>
                <a:spcPct val="115000"/>
              </a:lnSpc>
              <a:spcBef>
                <a:spcPts val="0"/>
              </a:spcBef>
              <a:spcAft>
                <a:spcPts val="0"/>
              </a:spcAft>
              <a:buClr>
                <a:srgbClr val="595959"/>
              </a:buClr>
              <a:buSzPts val="1100"/>
              <a:buChar char="○"/>
            </a:pPr>
            <a:r>
              <a:rPr lang="en-US">
                <a:solidFill>
                  <a:srgbClr val="595959"/>
                </a:solidFill>
              </a:rPr>
              <a:t>Steps to reach solution(s)</a:t>
            </a:r>
            <a:endParaRPr>
              <a:solidFill>
                <a:srgbClr val="595959"/>
              </a:solidFill>
            </a:endParaRPr>
          </a:p>
          <a:p>
            <a:pPr indent="-527050" lvl="1" marL="1828800" rtl="0" algn="l">
              <a:lnSpc>
                <a:spcPct val="115000"/>
              </a:lnSpc>
              <a:spcBef>
                <a:spcPts val="0"/>
              </a:spcBef>
              <a:spcAft>
                <a:spcPts val="0"/>
              </a:spcAft>
              <a:buClr>
                <a:srgbClr val="595959"/>
              </a:buClr>
              <a:buSzPts val="1100"/>
              <a:buChar char="○"/>
            </a:pPr>
            <a:r>
              <a:rPr lang="en-US">
                <a:solidFill>
                  <a:srgbClr val="595959"/>
                </a:solidFill>
              </a:rPr>
              <a:t>phases of the project → ie what were the different main focuses you were working/are planning to work on during the project timeline</a:t>
            </a:r>
            <a:endParaRPr>
              <a:solidFill>
                <a:srgbClr val="595959"/>
              </a:solidFill>
            </a:endParaRPr>
          </a:p>
          <a:p>
            <a:pPr indent="-527050" lvl="2" marL="2743200" rtl="0" algn="l">
              <a:lnSpc>
                <a:spcPct val="115000"/>
              </a:lnSpc>
              <a:spcBef>
                <a:spcPts val="0"/>
              </a:spcBef>
              <a:spcAft>
                <a:spcPts val="0"/>
              </a:spcAft>
              <a:buClr>
                <a:srgbClr val="595959"/>
              </a:buClr>
              <a:buSzPts val="1100"/>
              <a:buChar char="■"/>
            </a:pPr>
            <a:r>
              <a:rPr lang="en-US">
                <a:solidFill>
                  <a:srgbClr val="595959"/>
                </a:solidFill>
              </a:rPr>
              <a:t>summarize each phase</a:t>
            </a:r>
            <a:endParaRPr>
              <a:solidFill>
                <a:srgbClr val="595959"/>
              </a:solidFill>
            </a:endParaRPr>
          </a:p>
          <a:p>
            <a:pPr indent="-527050" lvl="2" marL="2743200" rtl="0" algn="l">
              <a:lnSpc>
                <a:spcPct val="115000"/>
              </a:lnSpc>
              <a:spcBef>
                <a:spcPts val="0"/>
              </a:spcBef>
              <a:spcAft>
                <a:spcPts val="0"/>
              </a:spcAft>
              <a:buClr>
                <a:srgbClr val="595959"/>
              </a:buClr>
              <a:buSzPts val="1100"/>
              <a:buChar char="■"/>
            </a:pPr>
            <a:r>
              <a:rPr lang="en-US">
                <a:solidFill>
                  <a:srgbClr val="595959"/>
                </a:solidFill>
              </a:rPr>
              <a:t>include some of the tools and research done in each phase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16f05a4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816f05a4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Zoe (~30 seconds)</a:t>
            </a:r>
            <a:endParaRPr/>
          </a:p>
          <a:p>
            <a:pPr indent="0" lvl="0" marL="0" rtl="0" algn="l">
              <a:spcBef>
                <a:spcPts val="0"/>
              </a:spcBef>
              <a:spcAft>
                <a:spcPts val="0"/>
              </a:spcAft>
              <a:buNone/>
            </a:pPr>
            <a:r>
              <a:rPr lang="en-US"/>
              <a:t>long slide - what do people really need to know? just be way less detailed</a:t>
            </a:r>
            <a:br>
              <a:rPr lang="en-US"/>
            </a:br>
            <a:r>
              <a:rPr lang="en-US"/>
              <a:t>split into 2 slides? top graphic and customer</a:t>
            </a:r>
            <a:endParaRPr/>
          </a:p>
          <a:p>
            <a:pPr indent="0" lvl="0" marL="0" rtl="0" algn="l">
              <a:spcBef>
                <a:spcPts val="0"/>
              </a:spcBef>
              <a:spcAft>
                <a:spcPts val="0"/>
              </a:spcAft>
              <a:buNone/>
            </a:pPr>
            <a:r>
              <a:rPr b="1" lang="en-US"/>
              <a:t>keep customers short</a:t>
            </a:r>
            <a:r>
              <a:rPr lang="en-US"/>
              <a:t> - it’s self explanatory</a:t>
            </a:r>
            <a:endParaRPr/>
          </a:p>
          <a:p>
            <a:pPr indent="0" lvl="0" marL="0" rtl="0" algn="l">
              <a:spcBef>
                <a:spcPts val="0"/>
              </a:spcBef>
              <a:spcAft>
                <a:spcPts val="0"/>
              </a:spcAft>
              <a:buNone/>
            </a:pPr>
            <a:r>
              <a:rPr lang="en-US"/>
              <a:t>examples photo on each end - one expensive niche, other cheap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b7f39b7f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7b7f39b7f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Zoe - (~30 seconds)</a:t>
            </a:r>
            <a:endParaRPr/>
          </a:p>
          <a:p>
            <a:pPr indent="0" lvl="0" marL="0" rtl="0" algn="l">
              <a:spcBef>
                <a:spcPts val="0"/>
              </a:spcBef>
              <a:spcAft>
                <a:spcPts val="0"/>
              </a:spcAft>
              <a:buNone/>
            </a:pPr>
            <a:r>
              <a:rPr lang="en-US"/>
              <a:t>long slide - what do people really need to know? just be way less detailed</a:t>
            </a:r>
            <a:br>
              <a:rPr lang="en-US"/>
            </a:br>
            <a:r>
              <a:rPr lang="en-US"/>
              <a:t>split into 2 slides? top graphic and customer</a:t>
            </a:r>
            <a:endParaRPr/>
          </a:p>
          <a:p>
            <a:pPr indent="0" lvl="0" marL="0" rtl="0" algn="l">
              <a:spcBef>
                <a:spcPts val="0"/>
              </a:spcBef>
              <a:spcAft>
                <a:spcPts val="0"/>
              </a:spcAft>
              <a:buNone/>
            </a:pPr>
            <a:r>
              <a:rPr b="1" lang="en-US"/>
              <a:t>keep </a:t>
            </a:r>
            <a:r>
              <a:rPr b="1" lang="en-US"/>
              <a:t>customers</a:t>
            </a:r>
            <a:r>
              <a:rPr b="1" lang="en-US"/>
              <a:t> short</a:t>
            </a:r>
            <a:r>
              <a:rPr lang="en-US"/>
              <a:t> - it’s self explanatory</a:t>
            </a:r>
            <a:endParaRPr/>
          </a:p>
          <a:p>
            <a:pPr indent="0" lvl="0" marL="0" rtl="0" algn="l">
              <a:spcBef>
                <a:spcPts val="0"/>
              </a:spcBef>
              <a:spcAft>
                <a:spcPts val="0"/>
              </a:spcAft>
              <a:buNone/>
            </a:pPr>
            <a:r>
              <a:rPr lang="en-US"/>
              <a:t>examples photo on each end - one expensive niche, other cheap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b7f39b7f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7b7f39b7f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2 min</a:t>
            </a:r>
            <a:endParaRPr/>
          </a:p>
          <a:p>
            <a:pPr indent="0" lvl="0" marL="0" rtl="0" algn="l">
              <a:spcBef>
                <a:spcPts val="0"/>
              </a:spcBef>
              <a:spcAft>
                <a:spcPts val="0"/>
              </a:spcAft>
              <a:buNone/>
            </a:pPr>
            <a:r>
              <a:rPr lang="en-US"/>
              <a:t>Noah - good one!</a:t>
            </a:r>
            <a:endParaRPr/>
          </a:p>
          <a:p>
            <a:pPr indent="0" lvl="0" marL="0" rtl="0" algn="l">
              <a:spcBef>
                <a:spcPts val="0"/>
              </a:spcBef>
              <a:spcAft>
                <a:spcPts val="0"/>
              </a:spcAft>
              <a:buNone/>
            </a:pPr>
            <a:r>
              <a:rPr lang="en-US"/>
              <a:t>Font change!</a:t>
            </a:r>
            <a:endParaRPr/>
          </a:p>
          <a:p>
            <a:pPr indent="0" lvl="0" marL="0" rtl="0" algn="l">
              <a:spcBef>
                <a:spcPts val="0"/>
              </a:spcBef>
              <a:spcAft>
                <a:spcPts val="0"/>
              </a:spcAft>
              <a:buNone/>
            </a:pPr>
            <a:r>
              <a:rPr lang="en-US"/>
              <a:t>just be more succinct - don’t say % numbers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2a0de7ba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82a0de7ba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1 min 20 sec</a:t>
            </a:r>
            <a:endParaRPr/>
          </a:p>
          <a:p>
            <a:pPr indent="0" lvl="0" marL="0" rtl="0" algn="l">
              <a:spcBef>
                <a:spcPts val="0"/>
              </a:spcBef>
              <a:spcAft>
                <a:spcPts val="0"/>
              </a:spcAft>
              <a:buNone/>
            </a:pPr>
            <a:r>
              <a:rPr lang="en-US"/>
              <a:t>Noah - good slide! darker colors - try darker background? make trapezoids</a:t>
            </a:r>
            <a:endParaRPr/>
          </a:p>
          <a:p>
            <a:pPr indent="0" lvl="0" marL="0" rtl="0" algn="l">
              <a:spcBef>
                <a:spcPts val="0"/>
              </a:spcBef>
              <a:spcAft>
                <a:spcPts val="0"/>
              </a:spcAft>
              <a:buNone/>
            </a:pPr>
            <a:r>
              <a:rPr lang="en-US"/>
              <a:t>TAM = Potential buyers × Conversion × Price</a:t>
            </a:r>
            <a:endParaRPr/>
          </a:p>
          <a:p>
            <a:pPr indent="0" lvl="0" marL="0" rtl="0" algn="l">
              <a:spcBef>
                <a:spcPts val="0"/>
              </a:spcBef>
              <a:spcAft>
                <a:spcPts val="0"/>
              </a:spcAft>
              <a:buNone/>
            </a:pPr>
            <a:r>
              <a:rPr lang="en-US"/>
              <a:t>Adjusted to be more conservative because:</a:t>
            </a:r>
            <a:endParaRPr/>
          </a:p>
          <a:p>
            <a:pPr indent="0" lvl="0" marL="0" rtl="0" algn="l">
              <a:spcBef>
                <a:spcPts val="0"/>
              </a:spcBef>
              <a:spcAft>
                <a:spcPts val="0"/>
              </a:spcAft>
              <a:buNone/>
            </a:pPr>
            <a:r>
              <a:rPr lang="en-US"/>
              <a:t>Not all homes have compatible fixtures</a:t>
            </a:r>
            <a:endParaRPr/>
          </a:p>
          <a:p>
            <a:pPr indent="0" lvl="0" marL="0" rtl="0" algn="l">
              <a:spcBef>
                <a:spcPts val="0"/>
              </a:spcBef>
              <a:spcAft>
                <a:spcPts val="0"/>
              </a:spcAft>
              <a:buNone/>
            </a:pPr>
            <a:r>
              <a:rPr lang="en-US"/>
              <a:t>Survey showed limited interest &amp; low prices</a:t>
            </a:r>
            <a:endParaRPr/>
          </a:p>
          <a:p>
            <a:pPr indent="0" lvl="0" marL="0" rtl="0" algn="l">
              <a:spcBef>
                <a:spcPts val="0"/>
              </a:spcBef>
              <a:spcAft>
                <a:spcPts val="0"/>
              </a:spcAft>
              <a:buNone/>
            </a:pPr>
            <a:r>
              <a:rPr lang="en-US"/>
              <a:t>Launch will start small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 Takeaways: </a:t>
            </a:r>
            <a:endParaRPr/>
          </a:p>
          <a:p>
            <a:pPr indent="0" lvl="0" marL="0" rtl="0" algn="l">
              <a:spcBef>
                <a:spcPts val="0"/>
              </a:spcBef>
              <a:spcAft>
                <a:spcPts val="0"/>
              </a:spcAft>
              <a:buNone/>
            </a:pPr>
            <a:r>
              <a:rPr lang="en-US"/>
              <a:t>Market smaller than expected</a:t>
            </a:r>
            <a:endParaRPr/>
          </a:p>
          <a:p>
            <a:pPr indent="0" lvl="0" marL="0" rtl="0" algn="l">
              <a:spcBef>
                <a:spcPts val="0"/>
              </a:spcBef>
              <a:spcAft>
                <a:spcPts val="0"/>
              </a:spcAft>
              <a:buNone/>
            </a:pPr>
            <a:r>
              <a:rPr lang="en-US"/>
              <a:t>Revenue limited at current pricing &amp; niche market</a:t>
            </a:r>
            <a:endParaRPr/>
          </a:p>
          <a:p>
            <a:pPr indent="0" lvl="0" marL="0" rtl="0" algn="l">
              <a:spcBef>
                <a:spcPts val="0"/>
              </a:spcBef>
              <a:spcAft>
                <a:spcPts val="0"/>
              </a:spcAft>
              <a:buNone/>
            </a:pPr>
            <a:r>
              <a:rPr lang="en-US"/>
              <a:t>TAM shows demand, but costs make it unrealistic</a:t>
            </a:r>
            <a:endParaRPr/>
          </a:p>
          <a:p>
            <a:pPr indent="0" lvl="0" marL="0" rtl="0" algn="l">
              <a:spcBef>
                <a:spcPts val="0"/>
              </a:spcBef>
              <a:spcAft>
                <a:spcPts val="0"/>
              </a:spcAft>
              <a:buNone/>
            </a:pPr>
            <a:r>
              <a:rPr lang="en-US"/>
              <a:t>TAM shows some potential (hundreds of thousands of units possible), when you combine it with your other findings — high production costs, low willingness-to-pay from the survey, and lack of full-service manufacturers — the numbers don’t actually add up to a profitable or realistic business case.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78b7d39061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78b7d39061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Demetri</a:t>
            </a:r>
            <a:endParaRPr/>
          </a:p>
          <a:p>
            <a:pPr indent="0" lvl="0" marL="0" rtl="0" algn="l">
              <a:spcBef>
                <a:spcPts val="0"/>
              </a:spcBef>
              <a:spcAft>
                <a:spcPts val="0"/>
              </a:spcAft>
              <a:buNone/>
            </a:pPr>
            <a:r>
              <a:rPr lang="en-US"/>
              <a:t>good one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814c7727bb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814c7727bb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Demetri</a:t>
            </a:r>
            <a:endParaRPr/>
          </a:p>
          <a:p>
            <a:pPr indent="0" lvl="0" marL="0" rtl="0" algn="l">
              <a:spcBef>
                <a:spcPts val="0"/>
              </a:spcBef>
              <a:spcAft>
                <a:spcPts val="0"/>
              </a:spcAft>
              <a:buNone/>
            </a:pPr>
            <a:r>
              <a:rPr lang="en-US"/>
              <a:t>summarize - we had 3 phases, realized we needed to only make plain ones (really simplify)</a:t>
            </a:r>
            <a:endParaRPr/>
          </a:p>
          <a:p>
            <a:pPr indent="0" lvl="0" marL="0" rtl="0" algn="l">
              <a:spcBef>
                <a:spcPts val="0"/>
              </a:spcBef>
              <a:spcAft>
                <a:spcPts val="0"/>
              </a:spcAft>
              <a:buNone/>
            </a:pPr>
            <a:r>
              <a:rPr lang="en-US"/>
              <a:t>make chart explanation simpler too</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7b7f39b7f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7b7f39b7f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Pheobe (45 sec)</a:t>
            </a:r>
            <a:endParaRPr/>
          </a:p>
          <a:p>
            <a:pPr indent="0" lvl="0" marL="0" rtl="0" algn="l">
              <a:spcBef>
                <a:spcPts val="0"/>
              </a:spcBef>
              <a:spcAft>
                <a:spcPts val="0"/>
              </a:spcAft>
              <a:buNone/>
            </a:pPr>
            <a:r>
              <a:rPr lang="en-US"/>
              <a:t>mention price point $35 - highlight lowest</a:t>
            </a:r>
            <a:endParaRPr/>
          </a:p>
          <a:p>
            <a:pPr indent="0" lvl="0" marL="0" rtl="0" algn="l">
              <a:spcBef>
                <a:spcPts val="0"/>
              </a:spcBef>
              <a:spcAft>
                <a:spcPts val="0"/>
              </a:spcAft>
              <a:buNone/>
            </a:pPr>
            <a:r>
              <a:rPr lang="en-US"/>
              <a:t>don’t walk through every column, quickly reference survey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16f05a4b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816f05a4b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Zoe (~55 sec-1 min)</a:t>
            </a:r>
            <a:endParaRPr/>
          </a:p>
          <a:p>
            <a:pPr indent="0" lvl="0" marL="0" rtl="0" algn="l">
              <a:spcBef>
                <a:spcPts val="0"/>
              </a:spcBef>
              <a:spcAft>
                <a:spcPts val="0"/>
              </a:spcAft>
              <a:buClr>
                <a:schemeClr val="dk1"/>
              </a:buClr>
              <a:buSzPts val="1100"/>
              <a:buFont typeface="Arial"/>
              <a:buNone/>
            </a:pPr>
            <a:r>
              <a:rPr lang="en-US">
                <a:solidFill>
                  <a:schemeClr val="dk1"/>
                </a:solidFill>
              </a:rPr>
              <a:t>5 icons - the noun project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don’t need sub bullets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final rec separate slide?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7b7f39b7f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7b7f39b7f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50 sec</a:t>
            </a:r>
            <a:endParaRPr/>
          </a:p>
          <a:p>
            <a:pPr indent="0" lvl="0" marL="0" rtl="0" algn="l">
              <a:spcBef>
                <a:spcPts val="0"/>
              </a:spcBef>
              <a:spcAft>
                <a:spcPts val="0"/>
              </a:spcAft>
              <a:buNone/>
            </a:pPr>
            <a:r>
              <a:rPr lang="en-US"/>
              <a:t>Noah</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6f8cf48f29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6f8cf48f2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 phrase or one sentence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812b9adc6d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812b9adc6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2B463C"/>
        </a:solid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9426850" y="1078275"/>
            <a:ext cx="7758000" cy="5643300"/>
          </a:xfrm>
          <a:prstGeom prst="rect">
            <a:avLst/>
          </a:prstGeom>
          <a:noFill/>
          <a:ln>
            <a:noFill/>
          </a:ln>
        </p:spPr>
        <p:txBody>
          <a:bodyPr anchorCtr="0" anchor="ctr" bIns="45700" lIns="91425" spcFirstLastPara="1" rIns="91425" wrap="square" tIns="45700">
            <a:normAutofit/>
          </a:bodyPr>
          <a:lstStyle>
            <a:lvl1pPr lvl="0" rtl="0" algn="l">
              <a:lnSpc>
                <a:spcPct val="140000"/>
              </a:lnSpc>
              <a:spcBef>
                <a:spcPts val="0"/>
              </a:spcBef>
              <a:spcAft>
                <a:spcPts val="0"/>
              </a:spcAft>
              <a:buClr>
                <a:srgbClr val="F4F1E9"/>
              </a:buClr>
              <a:buSzPts val="8200"/>
              <a:buNone/>
              <a:defRPr b="1" sz="8200">
                <a:solidFill>
                  <a:srgbClr val="F4F1E9"/>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 name="Google Shape;13;p2"/>
          <p:cNvSpPr txBox="1"/>
          <p:nvPr>
            <p:ph idx="1" type="subTitle"/>
          </p:nvPr>
        </p:nvSpPr>
        <p:spPr>
          <a:xfrm>
            <a:off x="9426850" y="7207250"/>
            <a:ext cx="7595100" cy="1279500"/>
          </a:xfrm>
          <a:prstGeom prst="rect">
            <a:avLst/>
          </a:prstGeom>
          <a:noFill/>
          <a:ln>
            <a:noFill/>
          </a:ln>
        </p:spPr>
        <p:txBody>
          <a:bodyPr anchorCtr="0" anchor="t" bIns="45700" lIns="91425" spcFirstLastPara="1" rIns="91425" wrap="square" tIns="45700">
            <a:normAutofit/>
          </a:bodyPr>
          <a:lstStyle>
            <a:lvl1pPr lvl="0" rtl="0">
              <a:lnSpc>
                <a:spcPct val="100000"/>
              </a:lnSpc>
              <a:spcBef>
                <a:spcPts val="640"/>
              </a:spcBef>
              <a:spcAft>
                <a:spcPts val="0"/>
              </a:spcAft>
              <a:buClr>
                <a:srgbClr val="888888"/>
              </a:buClr>
              <a:buSzPts val="3200"/>
              <a:buNone/>
              <a:defRPr>
                <a:solidFill>
                  <a:srgbClr val="888888"/>
                </a:solidFill>
              </a:defRPr>
            </a:lvl1pPr>
            <a:lvl2pPr lvl="1" rtl="0" algn="ctr">
              <a:lnSpc>
                <a:spcPct val="100000"/>
              </a:lnSpc>
              <a:spcBef>
                <a:spcPts val="560"/>
              </a:spcBef>
              <a:spcAft>
                <a:spcPts val="0"/>
              </a:spcAft>
              <a:buClr>
                <a:srgbClr val="888888"/>
              </a:buClr>
              <a:buSzPts val="2800"/>
              <a:buNone/>
              <a:defRPr>
                <a:solidFill>
                  <a:srgbClr val="888888"/>
                </a:solidFill>
              </a:defRPr>
            </a:lvl2pPr>
            <a:lvl3pPr lvl="2" rtl="0" algn="ctr">
              <a:lnSpc>
                <a:spcPct val="100000"/>
              </a:lnSpc>
              <a:spcBef>
                <a:spcPts val="480"/>
              </a:spcBef>
              <a:spcAft>
                <a:spcPts val="0"/>
              </a:spcAft>
              <a:buClr>
                <a:srgbClr val="888888"/>
              </a:buClr>
              <a:buSzPts val="2400"/>
              <a:buNone/>
              <a:defRPr>
                <a:solidFill>
                  <a:srgbClr val="888888"/>
                </a:solidFill>
              </a:defRPr>
            </a:lvl3pPr>
            <a:lvl4pPr lvl="3" rtl="0" algn="ctr">
              <a:lnSpc>
                <a:spcPct val="100000"/>
              </a:lnSpc>
              <a:spcBef>
                <a:spcPts val="400"/>
              </a:spcBef>
              <a:spcAft>
                <a:spcPts val="0"/>
              </a:spcAft>
              <a:buClr>
                <a:srgbClr val="888888"/>
              </a:buClr>
              <a:buSzPts val="2000"/>
              <a:buNone/>
              <a:defRPr>
                <a:solidFill>
                  <a:srgbClr val="888888"/>
                </a:solidFill>
              </a:defRPr>
            </a:lvl4pPr>
            <a:lvl5pPr lvl="4" rtl="0" algn="ctr">
              <a:lnSpc>
                <a:spcPct val="100000"/>
              </a:lnSpc>
              <a:spcBef>
                <a:spcPts val="400"/>
              </a:spcBef>
              <a:spcAft>
                <a:spcPts val="0"/>
              </a:spcAft>
              <a:buClr>
                <a:srgbClr val="888888"/>
              </a:buClr>
              <a:buSzPts val="2000"/>
              <a:buNone/>
              <a:defRPr>
                <a:solidFill>
                  <a:srgbClr val="888888"/>
                </a:solidFill>
              </a:defRPr>
            </a:lvl5pPr>
            <a:lvl6pPr lvl="5" rtl="0" algn="ctr">
              <a:lnSpc>
                <a:spcPct val="100000"/>
              </a:lnSpc>
              <a:spcBef>
                <a:spcPts val="400"/>
              </a:spcBef>
              <a:spcAft>
                <a:spcPts val="0"/>
              </a:spcAft>
              <a:buClr>
                <a:srgbClr val="888888"/>
              </a:buClr>
              <a:buSzPts val="2000"/>
              <a:buNone/>
              <a:defRPr>
                <a:solidFill>
                  <a:srgbClr val="888888"/>
                </a:solidFill>
              </a:defRPr>
            </a:lvl6pPr>
            <a:lvl7pPr lvl="6" rtl="0" algn="ctr">
              <a:lnSpc>
                <a:spcPct val="100000"/>
              </a:lnSpc>
              <a:spcBef>
                <a:spcPts val="400"/>
              </a:spcBef>
              <a:spcAft>
                <a:spcPts val="0"/>
              </a:spcAft>
              <a:buClr>
                <a:srgbClr val="888888"/>
              </a:buClr>
              <a:buSzPts val="2000"/>
              <a:buNone/>
              <a:defRPr>
                <a:solidFill>
                  <a:srgbClr val="888888"/>
                </a:solidFill>
              </a:defRPr>
            </a:lvl7pPr>
            <a:lvl8pPr lvl="7" rtl="0" algn="ctr">
              <a:lnSpc>
                <a:spcPct val="100000"/>
              </a:lnSpc>
              <a:spcBef>
                <a:spcPts val="400"/>
              </a:spcBef>
              <a:spcAft>
                <a:spcPts val="0"/>
              </a:spcAft>
              <a:buClr>
                <a:srgbClr val="888888"/>
              </a:buClr>
              <a:buSzPts val="2000"/>
              <a:buNone/>
              <a:defRPr>
                <a:solidFill>
                  <a:srgbClr val="888888"/>
                </a:solidFill>
              </a:defRPr>
            </a:lvl8pPr>
            <a:lvl9pPr lvl="8" rtl="0"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
          <p:cNvSpPr/>
          <p:nvPr/>
        </p:nvSpPr>
        <p:spPr>
          <a:xfrm>
            <a:off x="149125" y="0"/>
            <a:ext cx="9249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txBox="1"/>
          <p:nvPr/>
        </p:nvSpPr>
        <p:spPr>
          <a:xfrm>
            <a:off x="2167073" y="9394483"/>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b="0" i="0" lang="en-US" sz="2400" u="none" cap="none" strike="noStrike">
                <a:solidFill>
                  <a:srgbClr val="FEFFFF"/>
                </a:solidFill>
                <a:latin typeface="Arial"/>
                <a:ea typeface="Arial"/>
                <a:cs typeface="Arial"/>
                <a:sym typeface="Arial"/>
              </a:rPr>
              <a:t>Systems Optimization Club</a:t>
            </a:r>
            <a:endParaRPr b="0" i="0" sz="1400" u="none" cap="none" strike="noStrike">
              <a:solidFill>
                <a:srgbClr val="000000"/>
              </a:solidFill>
              <a:latin typeface="Arial"/>
              <a:ea typeface="Arial"/>
              <a:cs typeface="Arial"/>
              <a:sym typeface="Arial"/>
            </a:endParaRPr>
          </a:p>
        </p:txBody>
      </p:sp>
      <p:cxnSp>
        <p:nvCxnSpPr>
          <p:cNvPr id="18" name="Google Shape;18;p2"/>
          <p:cNvCxnSpPr/>
          <p:nvPr/>
        </p:nvCxnSpPr>
        <p:spPr>
          <a:xfrm rot="10800000">
            <a:off x="9426861" y="8610600"/>
            <a:ext cx="7885500" cy="0"/>
          </a:xfrm>
          <a:prstGeom prst="straightConnector1">
            <a:avLst/>
          </a:prstGeom>
          <a:noFill/>
          <a:ln cap="flat" cmpd="sng" w="9525">
            <a:solidFill>
              <a:srgbClr val="F4F1E9"/>
            </a:solidFill>
            <a:prstDash val="solid"/>
            <a:round/>
            <a:headEnd len="sm" w="sm" type="none"/>
            <a:tailEnd len="sm" w="sm" type="none"/>
          </a:ln>
        </p:spPr>
      </p:cxnSp>
      <p:cxnSp>
        <p:nvCxnSpPr>
          <p:cNvPr id="19" name="Google Shape;19;p2"/>
          <p:cNvCxnSpPr/>
          <p:nvPr/>
        </p:nvCxnSpPr>
        <p:spPr>
          <a:xfrm rot="10800000">
            <a:off x="9426861" y="933774"/>
            <a:ext cx="7885500" cy="0"/>
          </a:xfrm>
          <a:prstGeom prst="straightConnector1">
            <a:avLst/>
          </a:prstGeom>
          <a:noFill/>
          <a:ln cap="flat" cmpd="sng" w="9525">
            <a:solidFill>
              <a:srgbClr val="F4F1E9"/>
            </a:solidFill>
            <a:prstDash val="solid"/>
            <a:round/>
            <a:headEnd len="sm" w="sm" type="none"/>
            <a:tailEnd len="sm" w="sm" type="none"/>
          </a:ln>
        </p:spPr>
      </p:cxnSp>
      <p:sp>
        <p:nvSpPr>
          <p:cNvPr id="20" name="Google Shape;20;p2"/>
          <p:cNvSpPr/>
          <p:nvPr/>
        </p:nvSpPr>
        <p:spPr>
          <a:xfrm>
            <a:off x="149125" y="9960574"/>
            <a:ext cx="18138900" cy="3651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 name="Google Shape;21;p2"/>
          <p:cNvCxnSpPr/>
          <p:nvPr/>
        </p:nvCxnSpPr>
        <p:spPr>
          <a:xfrm rot="10800000">
            <a:off x="2446073" y="9793771"/>
            <a:ext cx="4366200" cy="0"/>
          </a:xfrm>
          <a:prstGeom prst="straightConnector1">
            <a:avLst/>
          </a:prstGeom>
          <a:noFill/>
          <a:ln cap="flat" cmpd="sng" w="28575">
            <a:solidFill>
              <a:srgbClr val="889D78"/>
            </a:solidFill>
            <a:prstDash val="solid"/>
            <a:round/>
            <a:headEnd len="sm" w="sm" type="none"/>
            <a:tailEnd len="sm" w="sm" type="none"/>
          </a:ln>
        </p:spPr>
      </p:cxnSp>
      <p:sp>
        <p:nvSpPr>
          <p:cNvPr id="22" name="Google Shape;22;p2"/>
          <p:cNvSpPr/>
          <p:nvPr/>
        </p:nvSpPr>
        <p:spPr>
          <a:xfrm>
            <a:off x="806092" y="8351929"/>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2"/>
          <p:cNvPicPr preferRelativeResize="0"/>
          <p:nvPr/>
        </p:nvPicPr>
        <p:blipFill rotWithShape="1">
          <a:blip r:embed="rId3">
            <a:alphaModFix/>
          </a:blip>
          <a:srcRect b="12470" l="0" r="428" t="10363"/>
          <a:stretch/>
        </p:blipFill>
        <p:spPr>
          <a:xfrm>
            <a:off x="2517580" y="1846021"/>
            <a:ext cx="5934245" cy="59499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24" name="Shape 24"/>
        <p:cNvGrpSpPr/>
        <p:nvPr/>
      </p:nvGrpSpPr>
      <p:grpSpPr>
        <a:xfrm>
          <a:off x="0" y="0"/>
          <a:ext cx="0" cy="0"/>
          <a:chOff x="0" y="0"/>
          <a:chExt cx="0" cy="0"/>
        </a:xfrm>
      </p:grpSpPr>
      <p:sp>
        <p:nvSpPr>
          <p:cNvPr id="25" name="Google Shape;25;p3"/>
          <p:cNvSpPr/>
          <p:nvPr/>
        </p:nvSpPr>
        <p:spPr>
          <a:xfrm>
            <a:off x="135175" y="0"/>
            <a:ext cx="8832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3"/>
          <p:cNvSpPr/>
          <p:nvPr/>
        </p:nvSpPr>
        <p:spPr>
          <a:xfrm>
            <a:off x="260714" y="9934796"/>
            <a:ext cx="18027300" cy="3909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 name="Google Shape;27;p3"/>
          <p:cNvCxnSpPr/>
          <p:nvPr/>
        </p:nvCxnSpPr>
        <p:spPr>
          <a:xfrm rot="10800000">
            <a:off x="2418173" y="9640346"/>
            <a:ext cx="4366200" cy="0"/>
          </a:xfrm>
          <a:prstGeom prst="straightConnector1">
            <a:avLst/>
          </a:prstGeom>
          <a:noFill/>
          <a:ln cap="flat" cmpd="sng" w="28575">
            <a:solidFill>
              <a:srgbClr val="889D78"/>
            </a:solidFill>
            <a:prstDash val="solid"/>
            <a:round/>
            <a:headEnd len="sm" w="sm" type="none"/>
            <a:tailEnd len="sm" w="sm" type="none"/>
          </a:ln>
        </p:spPr>
      </p:cxnSp>
      <p:sp>
        <p:nvSpPr>
          <p:cNvPr id="28" name="Google Shape;28;p3"/>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
          <p:cNvSpPr txBox="1"/>
          <p:nvPr/>
        </p:nvSpPr>
        <p:spPr>
          <a:xfrm>
            <a:off x="2139173" y="9241058"/>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i="0" lang="en-US" sz="2400" u="none" cap="none" strike="noStrike">
                <a:solidFill>
                  <a:srgbClr val="545454"/>
                </a:solidFill>
              </a:rPr>
              <a:t>Systems Optimization Club</a:t>
            </a:r>
            <a:endParaRPr i="0" sz="1400" u="none" cap="none" strike="noStrike">
              <a:solidFill>
                <a:srgbClr val="545454"/>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4"/>
          <p:cNvSpPr/>
          <p:nvPr/>
        </p:nvSpPr>
        <p:spPr>
          <a:xfrm>
            <a:off x="260714" y="0"/>
            <a:ext cx="13515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
          <p:cNvSpPr txBox="1"/>
          <p:nvPr>
            <p:ph idx="1" type="body"/>
          </p:nvPr>
        </p:nvSpPr>
        <p:spPr>
          <a:xfrm>
            <a:off x="1612225" y="2360600"/>
            <a:ext cx="13941600" cy="6374700"/>
          </a:xfrm>
          <a:prstGeom prst="rect">
            <a:avLst/>
          </a:prstGeom>
          <a:noFill/>
          <a:ln>
            <a:noFill/>
          </a:ln>
        </p:spPr>
        <p:txBody>
          <a:bodyPr anchorCtr="0" anchor="t" bIns="45700" lIns="91425" spcFirstLastPara="1" rIns="91425" wrap="square" tIns="45700">
            <a:norm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33" name="Google Shape;33;p4"/>
          <p:cNvSpPr txBox="1"/>
          <p:nvPr>
            <p:ph idx="10" type="dt"/>
          </p:nvPr>
        </p:nvSpPr>
        <p:spPr>
          <a:xfrm>
            <a:off x="15218775" y="8864125"/>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4" name="Google Shape;34;p4"/>
          <p:cNvSpPr txBox="1"/>
          <p:nvPr>
            <p:ph idx="11" type="ftr"/>
          </p:nvPr>
        </p:nvSpPr>
        <p:spPr>
          <a:xfrm>
            <a:off x="14963225" y="93579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5" name="Google Shape;35;p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36" name="Google Shape;36;p4"/>
          <p:cNvCxnSpPr/>
          <p:nvPr/>
        </p:nvCxnSpPr>
        <p:spPr>
          <a:xfrm>
            <a:off x="11247701" y="2257148"/>
            <a:ext cx="39900" cy="6834300"/>
          </a:xfrm>
          <a:prstGeom prst="straightConnector1">
            <a:avLst/>
          </a:prstGeom>
          <a:noFill/>
          <a:ln cap="flat" cmpd="sng" w="19050">
            <a:solidFill>
              <a:srgbClr val="CCCCCC"/>
            </a:solidFill>
            <a:prstDash val="solid"/>
            <a:round/>
            <a:headEnd len="sm" w="sm" type="none"/>
            <a:tailEnd len="sm" w="sm" type="none"/>
          </a:ln>
        </p:spPr>
      </p:cxnSp>
      <p:sp>
        <p:nvSpPr>
          <p:cNvPr id="37" name="Google Shape;37;p4"/>
          <p:cNvSpPr/>
          <p:nvPr/>
        </p:nvSpPr>
        <p:spPr>
          <a:xfrm>
            <a:off x="260714" y="9934796"/>
            <a:ext cx="18027300" cy="3909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 name="Google Shape;38;p4"/>
          <p:cNvCxnSpPr/>
          <p:nvPr/>
        </p:nvCxnSpPr>
        <p:spPr>
          <a:xfrm rot="10800000">
            <a:off x="2418173" y="9640346"/>
            <a:ext cx="4366200" cy="0"/>
          </a:xfrm>
          <a:prstGeom prst="straightConnector1">
            <a:avLst/>
          </a:prstGeom>
          <a:noFill/>
          <a:ln cap="flat" cmpd="sng" w="28575">
            <a:solidFill>
              <a:srgbClr val="889D78"/>
            </a:solidFill>
            <a:prstDash val="solid"/>
            <a:round/>
            <a:headEnd len="sm" w="sm" type="none"/>
            <a:tailEnd len="sm" w="sm" type="none"/>
          </a:ln>
        </p:spPr>
      </p:cxnSp>
      <p:sp>
        <p:nvSpPr>
          <p:cNvPr id="39" name="Google Shape;39;p4"/>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4"/>
          <p:cNvSpPr txBox="1"/>
          <p:nvPr/>
        </p:nvSpPr>
        <p:spPr>
          <a:xfrm>
            <a:off x="2139173" y="9241058"/>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b="0" i="0" lang="en-US" sz="2400" u="none" cap="none" strike="noStrike">
                <a:solidFill>
                  <a:srgbClr val="2B463C"/>
                </a:solidFill>
                <a:latin typeface="Arial"/>
                <a:ea typeface="Arial"/>
                <a:cs typeface="Arial"/>
                <a:sym typeface="Arial"/>
              </a:rPr>
              <a:t>Systems Optimization Club</a:t>
            </a:r>
            <a:endParaRPr b="0" i="0" sz="1400" u="none" cap="none" strike="noStrike">
              <a:solidFill>
                <a:srgbClr val="000000"/>
              </a:solidFill>
              <a:latin typeface="Arial"/>
              <a:ea typeface="Arial"/>
              <a:cs typeface="Arial"/>
              <a:sym typeface="Arial"/>
            </a:endParaRPr>
          </a:p>
        </p:txBody>
      </p:sp>
      <p:sp>
        <p:nvSpPr>
          <p:cNvPr id="41" name="Google Shape;41;p4"/>
          <p:cNvSpPr txBox="1"/>
          <p:nvPr>
            <p:ph type="title"/>
          </p:nvPr>
        </p:nvSpPr>
        <p:spPr>
          <a:xfrm>
            <a:off x="914388" y="445400"/>
            <a:ext cx="7772400" cy="1362000"/>
          </a:xfrm>
          <a:prstGeom prst="rect">
            <a:avLst/>
          </a:prstGeom>
          <a:noFill/>
          <a:ln>
            <a:noFill/>
          </a:ln>
        </p:spPr>
        <p:txBody>
          <a:bodyPr anchorCtr="0" anchor="t" bIns="45700" lIns="91425" spcFirstLastPara="1" rIns="91425" wrap="square" tIns="45700">
            <a:normAutofit/>
          </a:bodyPr>
          <a:lstStyle>
            <a:lvl1pPr lvl="0" rtl="0" algn="l">
              <a:lnSpc>
                <a:spcPct val="100000"/>
              </a:lnSpc>
              <a:spcBef>
                <a:spcPts val="0"/>
              </a:spcBef>
              <a:spcAft>
                <a:spcPts val="0"/>
              </a:spcAft>
              <a:buClr>
                <a:schemeClr val="dk1"/>
              </a:buClr>
              <a:buSzPts val="4000"/>
              <a:buFont typeface="Calibri"/>
              <a:buNone/>
              <a:defRPr b="1" sz="4000" cap="none"/>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cxnSp>
        <p:nvCxnSpPr>
          <p:cNvPr id="42" name="Google Shape;42;p4"/>
          <p:cNvCxnSpPr/>
          <p:nvPr/>
        </p:nvCxnSpPr>
        <p:spPr>
          <a:xfrm rot="10800000">
            <a:off x="806100" y="1341158"/>
            <a:ext cx="16230600" cy="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5"/>
          <p:cNvSpPr/>
          <p:nvPr/>
        </p:nvSpPr>
        <p:spPr>
          <a:xfrm>
            <a:off x="260714" y="0"/>
            <a:ext cx="13515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txBox="1"/>
          <p:nvPr>
            <p:ph type="title"/>
          </p:nvPr>
        </p:nvSpPr>
        <p:spPr>
          <a:xfrm>
            <a:off x="914388" y="445400"/>
            <a:ext cx="7772400" cy="1362000"/>
          </a:xfrm>
          <a:prstGeom prst="rect">
            <a:avLst/>
          </a:prstGeom>
          <a:noFill/>
          <a:ln>
            <a:noFill/>
          </a:ln>
        </p:spPr>
        <p:txBody>
          <a:bodyPr anchorCtr="0" anchor="t" bIns="45700" lIns="91425" spcFirstLastPara="1" rIns="91425" wrap="square" tIns="45700">
            <a:normAutofit/>
          </a:bodyPr>
          <a:lstStyle>
            <a:lvl1pPr lvl="0" rtl="0" algn="l">
              <a:lnSpc>
                <a:spcPct val="100000"/>
              </a:lnSpc>
              <a:spcBef>
                <a:spcPts val="0"/>
              </a:spcBef>
              <a:spcAft>
                <a:spcPts val="0"/>
              </a:spcAft>
              <a:buClr>
                <a:schemeClr val="dk1"/>
              </a:buClr>
              <a:buSzPts val="4000"/>
              <a:buFont typeface="Calibri"/>
              <a:buNone/>
              <a:defRPr b="1" sz="4000" cap="none"/>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6" name="Google Shape;46;p5"/>
          <p:cNvSpPr txBox="1"/>
          <p:nvPr>
            <p:ph idx="1" type="body"/>
          </p:nvPr>
        </p:nvSpPr>
        <p:spPr>
          <a:xfrm>
            <a:off x="1717188" y="6954501"/>
            <a:ext cx="7772400" cy="1500300"/>
          </a:xfrm>
          <a:prstGeom prst="rect">
            <a:avLst/>
          </a:prstGeom>
          <a:noFill/>
          <a:ln>
            <a:noFill/>
          </a:ln>
        </p:spPr>
        <p:txBody>
          <a:bodyPr anchorCtr="0" anchor="b" bIns="45700" lIns="91425" spcFirstLastPara="1" rIns="91425" wrap="square" tIns="45700">
            <a:normAutofit/>
          </a:bodyPr>
          <a:lstStyle>
            <a:lvl1pPr indent="-228600" lvl="0" marL="457200" rtl="0" algn="l">
              <a:lnSpc>
                <a:spcPct val="100000"/>
              </a:lnSpc>
              <a:spcBef>
                <a:spcPts val="400"/>
              </a:spcBef>
              <a:spcAft>
                <a:spcPts val="0"/>
              </a:spcAft>
              <a:buClr>
                <a:srgbClr val="054F39"/>
              </a:buClr>
              <a:buSzPts val="2000"/>
              <a:buNone/>
              <a:defRPr sz="2000">
                <a:solidFill>
                  <a:srgbClr val="054F39"/>
                </a:solidFill>
              </a:defRPr>
            </a:lvl1pPr>
            <a:lvl2pPr indent="-228600" lvl="1" marL="914400" rtl="0" algn="l">
              <a:lnSpc>
                <a:spcPct val="100000"/>
              </a:lnSpc>
              <a:spcBef>
                <a:spcPts val="360"/>
              </a:spcBef>
              <a:spcAft>
                <a:spcPts val="0"/>
              </a:spcAft>
              <a:buClr>
                <a:srgbClr val="888888"/>
              </a:buClr>
              <a:buSzPts val="1800"/>
              <a:buNone/>
              <a:defRPr sz="1800">
                <a:solidFill>
                  <a:srgbClr val="888888"/>
                </a:solidFill>
              </a:defRPr>
            </a:lvl2pPr>
            <a:lvl3pPr indent="-228600" lvl="2" marL="1371600" rtl="0" algn="l">
              <a:lnSpc>
                <a:spcPct val="100000"/>
              </a:lnSpc>
              <a:spcBef>
                <a:spcPts val="320"/>
              </a:spcBef>
              <a:spcAft>
                <a:spcPts val="0"/>
              </a:spcAft>
              <a:buClr>
                <a:srgbClr val="888888"/>
              </a:buClr>
              <a:buSzPts val="1600"/>
              <a:buNone/>
              <a:defRPr sz="1600">
                <a:solidFill>
                  <a:srgbClr val="888888"/>
                </a:solidFill>
              </a:defRPr>
            </a:lvl3pPr>
            <a:lvl4pPr indent="-228600" lvl="3" marL="1828800" rtl="0" algn="l">
              <a:lnSpc>
                <a:spcPct val="100000"/>
              </a:lnSpc>
              <a:spcBef>
                <a:spcPts val="280"/>
              </a:spcBef>
              <a:spcAft>
                <a:spcPts val="0"/>
              </a:spcAft>
              <a:buClr>
                <a:srgbClr val="888888"/>
              </a:buClr>
              <a:buSzPts val="1400"/>
              <a:buNone/>
              <a:defRPr sz="1400">
                <a:solidFill>
                  <a:srgbClr val="888888"/>
                </a:solidFill>
              </a:defRPr>
            </a:lvl4pPr>
            <a:lvl5pPr indent="-228600" lvl="4" marL="2286000" rtl="0" algn="l">
              <a:lnSpc>
                <a:spcPct val="100000"/>
              </a:lnSpc>
              <a:spcBef>
                <a:spcPts val="280"/>
              </a:spcBef>
              <a:spcAft>
                <a:spcPts val="0"/>
              </a:spcAft>
              <a:buClr>
                <a:srgbClr val="888888"/>
              </a:buClr>
              <a:buSzPts val="1400"/>
              <a:buNone/>
              <a:defRPr sz="1400">
                <a:solidFill>
                  <a:srgbClr val="888888"/>
                </a:solidFill>
              </a:defRPr>
            </a:lvl5pPr>
            <a:lvl6pPr indent="-228600" lvl="5" marL="2743200" rtl="0" algn="l">
              <a:lnSpc>
                <a:spcPct val="100000"/>
              </a:lnSpc>
              <a:spcBef>
                <a:spcPts val="280"/>
              </a:spcBef>
              <a:spcAft>
                <a:spcPts val="0"/>
              </a:spcAft>
              <a:buClr>
                <a:srgbClr val="888888"/>
              </a:buClr>
              <a:buSzPts val="1400"/>
              <a:buNone/>
              <a:defRPr sz="1400">
                <a:solidFill>
                  <a:srgbClr val="888888"/>
                </a:solidFill>
              </a:defRPr>
            </a:lvl6pPr>
            <a:lvl7pPr indent="-228600" lvl="6" marL="3200400" rtl="0" algn="l">
              <a:lnSpc>
                <a:spcPct val="100000"/>
              </a:lnSpc>
              <a:spcBef>
                <a:spcPts val="280"/>
              </a:spcBef>
              <a:spcAft>
                <a:spcPts val="0"/>
              </a:spcAft>
              <a:buClr>
                <a:srgbClr val="888888"/>
              </a:buClr>
              <a:buSzPts val="1400"/>
              <a:buNone/>
              <a:defRPr sz="1400">
                <a:solidFill>
                  <a:srgbClr val="888888"/>
                </a:solidFill>
              </a:defRPr>
            </a:lvl7pPr>
            <a:lvl8pPr indent="-228600" lvl="7" marL="3657600" rtl="0" algn="l">
              <a:lnSpc>
                <a:spcPct val="100000"/>
              </a:lnSpc>
              <a:spcBef>
                <a:spcPts val="280"/>
              </a:spcBef>
              <a:spcAft>
                <a:spcPts val="0"/>
              </a:spcAft>
              <a:buClr>
                <a:srgbClr val="888888"/>
              </a:buClr>
              <a:buSzPts val="1400"/>
              <a:buNone/>
              <a:defRPr sz="1400">
                <a:solidFill>
                  <a:srgbClr val="888888"/>
                </a:solidFill>
              </a:defRPr>
            </a:lvl8pPr>
            <a:lvl9pPr indent="-228600" lvl="8" marL="4114800" rtl="0" algn="l">
              <a:lnSpc>
                <a:spcPct val="100000"/>
              </a:lnSpc>
              <a:spcBef>
                <a:spcPts val="280"/>
              </a:spcBef>
              <a:spcAft>
                <a:spcPts val="0"/>
              </a:spcAft>
              <a:buClr>
                <a:srgbClr val="888888"/>
              </a:buClr>
              <a:buSzPts val="1400"/>
              <a:buNone/>
              <a:defRPr sz="1400">
                <a:solidFill>
                  <a:srgbClr val="888888"/>
                </a:solidFill>
              </a:defRPr>
            </a:lvl9pPr>
          </a:lstStyle>
          <a:p/>
        </p:txBody>
      </p:sp>
      <p:sp>
        <p:nvSpPr>
          <p:cNvPr id="47" name="Google Shape;47;p5"/>
          <p:cNvSpPr txBox="1"/>
          <p:nvPr>
            <p:ph idx="10" type="dt"/>
          </p:nvPr>
        </p:nvSpPr>
        <p:spPr>
          <a:xfrm>
            <a:off x="783750" y="8992850"/>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8" name="Google Shape;48;p5"/>
          <p:cNvSpPr txBox="1"/>
          <p:nvPr>
            <p:ph idx="11" type="ftr"/>
          </p:nvPr>
        </p:nvSpPr>
        <p:spPr>
          <a:xfrm>
            <a:off x="3657600" y="89928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9" name="Google Shape;49;p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50" name="Google Shape;50;p5"/>
          <p:cNvCxnSpPr/>
          <p:nvPr/>
        </p:nvCxnSpPr>
        <p:spPr>
          <a:xfrm rot="5397279">
            <a:off x="8235650" y="6216173"/>
            <a:ext cx="6065102" cy="0"/>
          </a:xfrm>
          <a:prstGeom prst="straightConnector1">
            <a:avLst/>
          </a:prstGeom>
          <a:noFill/>
          <a:ln cap="flat" cmpd="sng" w="19050">
            <a:solidFill>
              <a:srgbClr val="CCCCCC"/>
            </a:solidFill>
            <a:prstDash val="solid"/>
            <a:round/>
            <a:headEnd len="sm" w="sm" type="none"/>
            <a:tailEnd len="sm" w="sm" type="none"/>
          </a:ln>
        </p:spPr>
      </p:cxnSp>
      <p:sp>
        <p:nvSpPr>
          <p:cNvPr id="51" name="Google Shape;51;p5"/>
          <p:cNvSpPr/>
          <p:nvPr/>
        </p:nvSpPr>
        <p:spPr>
          <a:xfrm>
            <a:off x="260714" y="9934796"/>
            <a:ext cx="18027300" cy="3909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5"/>
          <p:cNvCxnSpPr/>
          <p:nvPr/>
        </p:nvCxnSpPr>
        <p:spPr>
          <a:xfrm rot="10800000">
            <a:off x="2418173" y="9640346"/>
            <a:ext cx="4366200" cy="0"/>
          </a:xfrm>
          <a:prstGeom prst="straightConnector1">
            <a:avLst/>
          </a:prstGeom>
          <a:noFill/>
          <a:ln cap="flat" cmpd="sng" w="28575">
            <a:solidFill>
              <a:srgbClr val="889D78"/>
            </a:solidFill>
            <a:prstDash val="solid"/>
            <a:round/>
            <a:headEnd len="sm" w="sm" type="none"/>
            <a:tailEnd len="sm" w="sm" type="none"/>
          </a:ln>
        </p:spPr>
      </p:cxnSp>
      <p:sp>
        <p:nvSpPr>
          <p:cNvPr id="53" name="Google Shape;53;p5"/>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txBox="1"/>
          <p:nvPr/>
        </p:nvSpPr>
        <p:spPr>
          <a:xfrm>
            <a:off x="2139173" y="9241058"/>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b="0" i="0" lang="en-US" sz="2400" u="none" cap="none" strike="noStrike">
                <a:solidFill>
                  <a:srgbClr val="2B463C"/>
                </a:solidFill>
                <a:latin typeface="Arial"/>
                <a:ea typeface="Arial"/>
                <a:cs typeface="Arial"/>
                <a:sym typeface="Arial"/>
              </a:rPr>
              <a:t>Systems Optimization Club</a:t>
            </a:r>
            <a:endParaRPr b="0" i="0" sz="1400" u="none" cap="none" strike="noStrike">
              <a:solidFill>
                <a:srgbClr val="000000"/>
              </a:solidFill>
              <a:latin typeface="Arial"/>
              <a:ea typeface="Arial"/>
              <a:cs typeface="Arial"/>
              <a:sym typeface="Arial"/>
            </a:endParaRPr>
          </a:p>
        </p:txBody>
      </p:sp>
      <p:cxnSp>
        <p:nvCxnSpPr>
          <p:cNvPr id="55" name="Google Shape;55;p5"/>
          <p:cNvCxnSpPr/>
          <p:nvPr/>
        </p:nvCxnSpPr>
        <p:spPr>
          <a:xfrm rot="10800000">
            <a:off x="806100" y="1341158"/>
            <a:ext cx="16230600" cy="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6"/>
          <p:cNvSpPr/>
          <p:nvPr/>
        </p:nvSpPr>
        <p:spPr>
          <a:xfrm>
            <a:off x="8458351" y="0"/>
            <a:ext cx="9829800" cy="10287000"/>
          </a:xfrm>
          <a:prstGeom prst="rect">
            <a:avLst/>
          </a:prstGeom>
          <a:solidFill>
            <a:srgbClr val="2B46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6"/>
          <p:cNvSpPr txBox="1"/>
          <p:nvPr>
            <p:ph idx="1" type="body"/>
          </p:nvPr>
        </p:nvSpPr>
        <p:spPr>
          <a:xfrm>
            <a:off x="402950" y="2398475"/>
            <a:ext cx="7049700" cy="6819600"/>
          </a:xfrm>
          <a:prstGeom prst="rect">
            <a:avLst/>
          </a:prstGeom>
          <a:noFill/>
          <a:ln>
            <a:noFill/>
          </a:ln>
        </p:spPr>
        <p:txBody>
          <a:bodyPr anchorCtr="0" anchor="t" bIns="45700" lIns="91425" spcFirstLastPara="1" rIns="91425" wrap="square" tIns="45700">
            <a:normAutofit/>
          </a:bodyPr>
          <a:lstStyle>
            <a:lvl1pPr indent="-406400" lvl="0" marL="457200" rtl="0" algn="l">
              <a:lnSpc>
                <a:spcPct val="100000"/>
              </a:lnSpc>
              <a:spcBef>
                <a:spcPts val="560"/>
              </a:spcBef>
              <a:spcAft>
                <a:spcPts val="0"/>
              </a:spcAft>
              <a:buClr>
                <a:schemeClr val="dk1"/>
              </a:buClr>
              <a:buSzPts val="2800"/>
              <a:buChar char="•"/>
              <a:defRPr sz="2800"/>
            </a:lvl1pPr>
            <a:lvl2pPr indent="-381000" lvl="1" marL="914400" rtl="0" algn="l">
              <a:lnSpc>
                <a:spcPct val="100000"/>
              </a:lnSpc>
              <a:spcBef>
                <a:spcPts val="480"/>
              </a:spcBef>
              <a:spcAft>
                <a:spcPts val="0"/>
              </a:spcAft>
              <a:buClr>
                <a:srgbClr val="888888"/>
              </a:buClr>
              <a:buSzPts val="2400"/>
              <a:buChar char="–"/>
              <a:defRPr sz="2400">
                <a:solidFill>
                  <a:srgbClr val="888888"/>
                </a:solidFill>
              </a:defRPr>
            </a:lvl2pPr>
            <a:lvl3pPr indent="-355600" lvl="2" marL="1371600" rtl="0" algn="l">
              <a:lnSpc>
                <a:spcPct val="100000"/>
              </a:lnSpc>
              <a:spcBef>
                <a:spcPts val="400"/>
              </a:spcBef>
              <a:spcAft>
                <a:spcPts val="0"/>
              </a:spcAft>
              <a:buClr>
                <a:srgbClr val="888888"/>
              </a:buClr>
              <a:buSzPts val="2000"/>
              <a:buChar char="•"/>
              <a:defRPr sz="2000">
                <a:solidFill>
                  <a:srgbClr val="888888"/>
                </a:solidFill>
              </a:defRPr>
            </a:lvl3pPr>
            <a:lvl4pPr indent="-342900" lvl="3" marL="1828800" rtl="0" algn="l">
              <a:lnSpc>
                <a:spcPct val="100000"/>
              </a:lnSpc>
              <a:spcBef>
                <a:spcPts val="360"/>
              </a:spcBef>
              <a:spcAft>
                <a:spcPts val="0"/>
              </a:spcAft>
              <a:buClr>
                <a:srgbClr val="888888"/>
              </a:buClr>
              <a:buSzPts val="1800"/>
              <a:buChar char="–"/>
              <a:defRPr sz="1800">
                <a:solidFill>
                  <a:srgbClr val="888888"/>
                </a:solidFill>
              </a:defRPr>
            </a:lvl4pPr>
            <a:lvl5pPr indent="-342900" lvl="4" marL="2286000" rtl="0" algn="l">
              <a:lnSpc>
                <a:spcPct val="100000"/>
              </a:lnSpc>
              <a:spcBef>
                <a:spcPts val="360"/>
              </a:spcBef>
              <a:spcAft>
                <a:spcPts val="0"/>
              </a:spcAft>
              <a:buClr>
                <a:srgbClr val="888888"/>
              </a:buClr>
              <a:buSzPts val="1800"/>
              <a:buChar char="»"/>
              <a:defRPr sz="1800">
                <a:solidFill>
                  <a:srgbClr val="888888"/>
                </a:solidFill>
              </a:defRPr>
            </a:lvl5pPr>
            <a:lvl6pPr indent="-342900" lvl="5" marL="2743200" rtl="0" algn="l">
              <a:lnSpc>
                <a:spcPct val="100000"/>
              </a:lnSpc>
              <a:spcBef>
                <a:spcPts val="360"/>
              </a:spcBef>
              <a:spcAft>
                <a:spcPts val="0"/>
              </a:spcAft>
              <a:buClr>
                <a:srgbClr val="888888"/>
              </a:buClr>
              <a:buSzPts val="1800"/>
              <a:buChar char="•"/>
              <a:defRPr sz="1800">
                <a:solidFill>
                  <a:srgbClr val="888888"/>
                </a:solidFill>
              </a:defRPr>
            </a:lvl6pPr>
            <a:lvl7pPr indent="-342900" lvl="6" marL="3200400" rtl="0" algn="l">
              <a:lnSpc>
                <a:spcPct val="100000"/>
              </a:lnSpc>
              <a:spcBef>
                <a:spcPts val="360"/>
              </a:spcBef>
              <a:spcAft>
                <a:spcPts val="0"/>
              </a:spcAft>
              <a:buClr>
                <a:srgbClr val="888888"/>
              </a:buClr>
              <a:buSzPts val="1800"/>
              <a:buChar char="•"/>
              <a:defRPr sz="1800">
                <a:solidFill>
                  <a:srgbClr val="888888"/>
                </a:solidFill>
              </a:defRPr>
            </a:lvl7pPr>
            <a:lvl8pPr indent="-342900" lvl="7" marL="3657600" rtl="0" algn="l">
              <a:lnSpc>
                <a:spcPct val="100000"/>
              </a:lnSpc>
              <a:spcBef>
                <a:spcPts val="360"/>
              </a:spcBef>
              <a:spcAft>
                <a:spcPts val="0"/>
              </a:spcAft>
              <a:buClr>
                <a:srgbClr val="888888"/>
              </a:buClr>
              <a:buSzPts val="1800"/>
              <a:buChar char="•"/>
              <a:defRPr sz="1800">
                <a:solidFill>
                  <a:srgbClr val="888888"/>
                </a:solidFill>
              </a:defRPr>
            </a:lvl8pPr>
            <a:lvl9pPr indent="-342900" lvl="8" marL="4114800" rtl="0" algn="l">
              <a:lnSpc>
                <a:spcPct val="100000"/>
              </a:lnSpc>
              <a:spcBef>
                <a:spcPts val="360"/>
              </a:spcBef>
              <a:spcAft>
                <a:spcPts val="0"/>
              </a:spcAft>
              <a:buClr>
                <a:srgbClr val="888888"/>
              </a:buClr>
              <a:buSzPts val="1800"/>
              <a:buChar char="•"/>
              <a:defRPr sz="1800">
                <a:solidFill>
                  <a:srgbClr val="888888"/>
                </a:solidFill>
              </a:defRPr>
            </a:lvl9pPr>
          </a:lstStyle>
          <a:p/>
        </p:txBody>
      </p:sp>
      <p:sp>
        <p:nvSpPr>
          <p:cNvPr id="59" name="Google Shape;59;p6"/>
          <p:cNvSpPr txBox="1"/>
          <p:nvPr>
            <p:ph idx="2" type="body"/>
          </p:nvPr>
        </p:nvSpPr>
        <p:spPr>
          <a:xfrm>
            <a:off x="9153050" y="2398475"/>
            <a:ext cx="8339100" cy="7199400"/>
          </a:xfrm>
          <a:prstGeom prst="rect">
            <a:avLst/>
          </a:prstGeom>
          <a:noFill/>
          <a:ln>
            <a:noFill/>
          </a:ln>
        </p:spPr>
        <p:txBody>
          <a:bodyPr anchorCtr="0" anchor="t" bIns="45700" lIns="91425" spcFirstLastPara="1" rIns="91425" wrap="square" tIns="45700">
            <a:normAutofit/>
          </a:bodyPr>
          <a:lstStyle>
            <a:lvl1pPr indent="-406400" lvl="0" marL="457200" rtl="0" algn="l">
              <a:lnSpc>
                <a:spcPct val="100000"/>
              </a:lnSpc>
              <a:spcBef>
                <a:spcPts val="560"/>
              </a:spcBef>
              <a:spcAft>
                <a:spcPts val="0"/>
              </a:spcAft>
              <a:buClr>
                <a:srgbClr val="F4F1E9"/>
              </a:buClr>
              <a:buSzPts val="2800"/>
              <a:buChar char="•"/>
              <a:defRPr sz="2800">
                <a:solidFill>
                  <a:srgbClr val="F4F1E9"/>
                </a:solidFill>
              </a:defRPr>
            </a:lvl1pPr>
            <a:lvl2pPr indent="-381000" lvl="1" marL="914400" rtl="0" algn="l">
              <a:lnSpc>
                <a:spcPct val="100000"/>
              </a:lnSpc>
              <a:spcBef>
                <a:spcPts val="480"/>
              </a:spcBef>
              <a:spcAft>
                <a:spcPts val="0"/>
              </a:spcAft>
              <a:buClr>
                <a:srgbClr val="B7B7B7"/>
              </a:buClr>
              <a:buSzPts val="2400"/>
              <a:buChar char="–"/>
              <a:defRPr sz="2400">
                <a:solidFill>
                  <a:srgbClr val="B7B7B7"/>
                </a:solidFill>
              </a:defRPr>
            </a:lvl2pPr>
            <a:lvl3pPr indent="-355600" lvl="2" marL="1371600" rtl="0" algn="l">
              <a:lnSpc>
                <a:spcPct val="100000"/>
              </a:lnSpc>
              <a:spcBef>
                <a:spcPts val="400"/>
              </a:spcBef>
              <a:spcAft>
                <a:spcPts val="0"/>
              </a:spcAft>
              <a:buClr>
                <a:srgbClr val="B7B7B7"/>
              </a:buClr>
              <a:buSzPts val="2000"/>
              <a:buChar char="•"/>
              <a:defRPr sz="2000">
                <a:solidFill>
                  <a:srgbClr val="B7B7B7"/>
                </a:solidFill>
              </a:defRPr>
            </a:lvl3pPr>
            <a:lvl4pPr indent="-342900" lvl="3" marL="1828800" rtl="0" algn="l">
              <a:lnSpc>
                <a:spcPct val="100000"/>
              </a:lnSpc>
              <a:spcBef>
                <a:spcPts val="360"/>
              </a:spcBef>
              <a:spcAft>
                <a:spcPts val="0"/>
              </a:spcAft>
              <a:buClr>
                <a:srgbClr val="B7B7B7"/>
              </a:buClr>
              <a:buSzPts val="1800"/>
              <a:buChar char="–"/>
              <a:defRPr sz="1800">
                <a:solidFill>
                  <a:srgbClr val="B7B7B7"/>
                </a:solidFill>
              </a:defRPr>
            </a:lvl4pPr>
            <a:lvl5pPr indent="-342900" lvl="4" marL="2286000" rtl="0" algn="l">
              <a:lnSpc>
                <a:spcPct val="100000"/>
              </a:lnSpc>
              <a:spcBef>
                <a:spcPts val="360"/>
              </a:spcBef>
              <a:spcAft>
                <a:spcPts val="0"/>
              </a:spcAft>
              <a:buClr>
                <a:srgbClr val="B7B7B7"/>
              </a:buClr>
              <a:buSzPts val="1800"/>
              <a:buChar char="»"/>
              <a:defRPr sz="1800">
                <a:solidFill>
                  <a:srgbClr val="B7B7B7"/>
                </a:solidFill>
              </a:defRPr>
            </a:lvl5pPr>
            <a:lvl6pPr indent="-342900" lvl="5" marL="2743200" rtl="0" algn="l">
              <a:lnSpc>
                <a:spcPct val="100000"/>
              </a:lnSpc>
              <a:spcBef>
                <a:spcPts val="360"/>
              </a:spcBef>
              <a:spcAft>
                <a:spcPts val="0"/>
              </a:spcAft>
              <a:buClr>
                <a:srgbClr val="B7B7B7"/>
              </a:buClr>
              <a:buSzPts val="1800"/>
              <a:buChar char="•"/>
              <a:defRPr sz="1800">
                <a:solidFill>
                  <a:srgbClr val="B7B7B7"/>
                </a:solidFill>
              </a:defRPr>
            </a:lvl6pPr>
            <a:lvl7pPr indent="-342900" lvl="6" marL="3200400" rtl="0" algn="l">
              <a:lnSpc>
                <a:spcPct val="100000"/>
              </a:lnSpc>
              <a:spcBef>
                <a:spcPts val="360"/>
              </a:spcBef>
              <a:spcAft>
                <a:spcPts val="0"/>
              </a:spcAft>
              <a:buClr>
                <a:srgbClr val="B7B7B7"/>
              </a:buClr>
              <a:buSzPts val="1800"/>
              <a:buChar char="•"/>
              <a:defRPr sz="1800">
                <a:solidFill>
                  <a:srgbClr val="B7B7B7"/>
                </a:solidFill>
              </a:defRPr>
            </a:lvl7pPr>
            <a:lvl8pPr indent="-342900" lvl="7" marL="3657600" rtl="0" algn="l">
              <a:lnSpc>
                <a:spcPct val="100000"/>
              </a:lnSpc>
              <a:spcBef>
                <a:spcPts val="360"/>
              </a:spcBef>
              <a:spcAft>
                <a:spcPts val="0"/>
              </a:spcAft>
              <a:buClr>
                <a:srgbClr val="B7B7B7"/>
              </a:buClr>
              <a:buSzPts val="1800"/>
              <a:buChar char="•"/>
              <a:defRPr sz="1800">
                <a:solidFill>
                  <a:srgbClr val="B7B7B7"/>
                </a:solidFill>
              </a:defRPr>
            </a:lvl8pPr>
            <a:lvl9pPr indent="-342900" lvl="8" marL="4114800" rtl="0" algn="l">
              <a:lnSpc>
                <a:spcPct val="100000"/>
              </a:lnSpc>
              <a:spcBef>
                <a:spcPts val="360"/>
              </a:spcBef>
              <a:spcAft>
                <a:spcPts val="0"/>
              </a:spcAft>
              <a:buClr>
                <a:srgbClr val="B7B7B7"/>
              </a:buClr>
              <a:buSzPts val="1800"/>
              <a:buChar char="•"/>
              <a:defRPr sz="1800">
                <a:solidFill>
                  <a:srgbClr val="B7B7B7"/>
                </a:solidFill>
              </a:defRPr>
            </a:lvl9pPr>
          </a:lstStyle>
          <a:p/>
        </p:txBody>
      </p:sp>
      <p:sp>
        <p:nvSpPr>
          <p:cNvPr id="60" name="Google Shape;60;p6"/>
          <p:cNvSpPr txBox="1"/>
          <p:nvPr>
            <p:ph idx="10" type="dt"/>
          </p:nvPr>
        </p:nvSpPr>
        <p:spPr>
          <a:xfrm>
            <a:off x="783750" y="8992850"/>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1" name="Google Shape;61;p6"/>
          <p:cNvSpPr txBox="1"/>
          <p:nvPr>
            <p:ph idx="11" type="ftr"/>
          </p:nvPr>
        </p:nvSpPr>
        <p:spPr>
          <a:xfrm>
            <a:off x="3657600" y="89928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2" name="Google Shape;62;p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3" name="Google Shape;63;p6"/>
          <p:cNvSpPr txBox="1"/>
          <p:nvPr>
            <p:ph type="title"/>
          </p:nvPr>
        </p:nvSpPr>
        <p:spPr>
          <a:xfrm>
            <a:off x="1017150" y="365075"/>
            <a:ext cx="6200400" cy="2033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rgbClr val="889D78"/>
              </a:buClr>
              <a:buSzPts val="1800"/>
              <a:buNone/>
              <a:defRPr>
                <a:solidFill>
                  <a:srgbClr val="889D78"/>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4" name="Google Shape;64;p6"/>
          <p:cNvSpPr txBox="1"/>
          <p:nvPr>
            <p:ph idx="3" type="title"/>
          </p:nvPr>
        </p:nvSpPr>
        <p:spPr>
          <a:xfrm>
            <a:off x="10394950" y="342550"/>
            <a:ext cx="6200400" cy="2033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rgbClr val="889D78"/>
              </a:buClr>
              <a:buSzPts val="1800"/>
              <a:buNone/>
              <a:defRPr>
                <a:solidFill>
                  <a:srgbClr val="889D78"/>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5" name="Shape 65"/>
        <p:cNvGrpSpPr/>
        <p:nvPr/>
      </p:nvGrpSpPr>
      <p:grpSpPr>
        <a:xfrm>
          <a:off x="0" y="0"/>
          <a:ext cx="0" cy="0"/>
          <a:chOff x="0" y="0"/>
          <a:chExt cx="0" cy="0"/>
        </a:xfrm>
      </p:grpSpPr>
      <p:sp>
        <p:nvSpPr>
          <p:cNvPr id="66" name="Google Shape;6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4400"/>
              <a:buFont typeface="Calibri"/>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7" name="Google Shape;67;p7"/>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rtl="0" algn="l">
              <a:lnSpc>
                <a:spcPct val="100000"/>
              </a:lnSpc>
              <a:spcBef>
                <a:spcPts val="480"/>
              </a:spcBef>
              <a:spcAft>
                <a:spcPts val="0"/>
              </a:spcAft>
              <a:buClr>
                <a:schemeClr val="dk1"/>
              </a:buClr>
              <a:buSzPts val="2400"/>
              <a:buNone/>
              <a:defRPr b="1" sz="2400"/>
            </a:lvl1pPr>
            <a:lvl2pPr indent="-228600" lvl="1" marL="914400" rtl="0" algn="l">
              <a:lnSpc>
                <a:spcPct val="100000"/>
              </a:lnSpc>
              <a:spcBef>
                <a:spcPts val="400"/>
              </a:spcBef>
              <a:spcAft>
                <a:spcPts val="0"/>
              </a:spcAft>
              <a:buClr>
                <a:schemeClr val="dk1"/>
              </a:buClr>
              <a:buSzPts val="2000"/>
              <a:buNone/>
              <a:defRPr b="1" sz="2000"/>
            </a:lvl2pPr>
            <a:lvl3pPr indent="-228600" lvl="2" marL="1371600" rtl="0" algn="l">
              <a:lnSpc>
                <a:spcPct val="100000"/>
              </a:lnSpc>
              <a:spcBef>
                <a:spcPts val="360"/>
              </a:spcBef>
              <a:spcAft>
                <a:spcPts val="0"/>
              </a:spcAft>
              <a:buClr>
                <a:schemeClr val="dk1"/>
              </a:buClr>
              <a:buSzPts val="1800"/>
              <a:buNone/>
              <a:defRPr b="1" sz="1800"/>
            </a:lvl3pPr>
            <a:lvl4pPr indent="-228600" lvl="3" marL="1828800" rtl="0" algn="l">
              <a:lnSpc>
                <a:spcPct val="100000"/>
              </a:lnSpc>
              <a:spcBef>
                <a:spcPts val="320"/>
              </a:spcBef>
              <a:spcAft>
                <a:spcPts val="0"/>
              </a:spcAft>
              <a:buClr>
                <a:schemeClr val="dk1"/>
              </a:buClr>
              <a:buSzPts val="1600"/>
              <a:buNone/>
              <a:defRPr b="1" sz="1600"/>
            </a:lvl4pPr>
            <a:lvl5pPr indent="-228600" lvl="4" marL="2286000" rtl="0" algn="l">
              <a:lnSpc>
                <a:spcPct val="100000"/>
              </a:lnSpc>
              <a:spcBef>
                <a:spcPts val="320"/>
              </a:spcBef>
              <a:spcAft>
                <a:spcPts val="0"/>
              </a:spcAft>
              <a:buClr>
                <a:schemeClr val="dk1"/>
              </a:buClr>
              <a:buSzPts val="1600"/>
              <a:buNone/>
              <a:defRPr b="1" sz="1600"/>
            </a:lvl5pPr>
            <a:lvl6pPr indent="-228600" lvl="5" marL="2743200" rtl="0" algn="l">
              <a:lnSpc>
                <a:spcPct val="100000"/>
              </a:lnSpc>
              <a:spcBef>
                <a:spcPts val="320"/>
              </a:spcBef>
              <a:spcAft>
                <a:spcPts val="0"/>
              </a:spcAft>
              <a:buClr>
                <a:schemeClr val="dk1"/>
              </a:buClr>
              <a:buSzPts val="1600"/>
              <a:buNone/>
              <a:defRPr b="1" sz="1600"/>
            </a:lvl6pPr>
            <a:lvl7pPr indent="-228600" lvl="6" marL="3200400" rtl="0" algn="l">
              <a:lnSpc>
                <a:spcPct val="100000"/>
              </a:lnSpc>
              <a:spcBef>
                <a:spcPts val="320"/>
              </a:spcBef>
              <a:spcAft>
                <a:spcPts val="0"/>
              </a:spcAft>
              <a:buClr>
                <a:schemeClr val="dk1"/>
              </a:buClr>
              <a:buSzPts val="1600"/>
              <a:buNone/>
              <a:defRPr b="1" sz="1600"/>
            </a:lvl7pPr>
            <a:lvl8pPr indent="-228600" lvl="7" marL="3657600" rtl="0" algn="l">
              <a:lnSpc>
                <a:spcPct val="100000"/>
              </a:lnSpc>
              <a:spcBef>
                <a:spcPts val="320"/>
              </a:spcBef>
              <a:spcAft>
                <a:spcPts val="0"/>
              </a:spcAft>
              <a:buClr>
                <a:schemeClr val="dk1"/>
              </a:buClr>
              <a:buSzPts val="1600"/>
              <a:buNone/>
              <a:defRPr b="1" sz="1600"/>
            </a:lvl8pPr>
            <a:lvl9pPr indent="-228600" lvl="8" marL="4114800" rtl="0" algn="l">
              <a:lnSpc>
                <a:spcPct val="100000"/>
              </a:lnSpc>
              <a:spcBef>
                <a:spcPts val="320"/>
              </a:spcBef>
              <a:spcAft>
                <a:spcPts val="0"/>
              </a:spcAft>
              <a:buClr>
                <a:schemeClr val="dk1"/>
              </a:buClr>
              <a:buSzPts val="1600"/>
              <a:buNone/>
              <a:defRPr b="1" sz="1600"/>
            </a:lvl9pPr>
          </a:lstStyle>
          <a:p/>
        </p:txBody>
      </p:sp>
      <p:sp>
        <p:nvSpPr>
          <p:cNvPr id="68" name="Google Shape;68;p7"/>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rtl="0" algn="l">
              <a:lnSpc>
                <a:spcPct val="100000"/>
              </a:lnSpc>
              <a:spcBef>
                <a:spcPts val="480"/>
              </a:spcBef>
              <a:spcAft>
                <a:spcPts val="0"/>
              </a:spcAft>
              <a:buClr>
                <a:schemeClr val="dk1"/>
              </a:buClr>
              <a:buSzPts val="2400"/>
              <a:buChar char="•"/>
              <a:defRPr sz="2400"/>
            </a:lvl1pPr>
            <a:lvl2pPr indent="-355600" lvl="1" marL="914400" rtl="0" algn="l">
              <a:lnSpc>
                <a:spcPct val="100000"/>
              </a:lnSpc>
              <a:spcBef>
                <a:spcPts val="400"/>
              </a:spcBef>
              <a:spcAft>
                <a:spcPts val="0"/>
              </a:spcAft>
              <a:buClr>
                <a:schemeClr val="dk1"/>
              </a:buClr>
              <a:buSzPts val="2000"/>
              <a:buChar char="–"/>
              <a:defRPr sz="2000"/>
            </a:lvl2pPr>
            <a:lvl3pPr indent="-342900" lvl="2" marL="1371600" rtl="0" algn="l">
              <a:lnSpc>
                <a:spcPct val="100000"/>
              </a:lnSpc>
              <a:spcBef>
                <a:spcPts val="360"/>
              </a:spcBef>
              <a:spcAft>
                <a:spcPts val="0"/>
              </a:spcAft>
              <a:buClr>
                <a:schemeClr val="dk1"/>
              </a:buClr>
              <a:buSzPts val="1800"/>
              <a:buChar char="•"/>
              <a:defRPr sz="1800"/>
            </a:lvl3pPr>
            <a:lvl4pPr indent="-330200" lvl="3" marL="1828800" rtl="0" algn="l">
              <a:lnSpc>
                <a:spcPct val="100000"/>
              </a:lnSpc>
              <a:spcBef>
                <a:spcPts val="320"/>
              </a:spcBef>
              <a:spcAft>
                <a:spcPts val="0"/>
              </a:spcAft>
              <a:buClr>
                <a:schemeClr val="dk1"/>
              </a:buClr>
              <a:buSzPts val="1600"/>
              <a:buChar char="–"/>
              <a:defRPr sz="1600"/>
            </a:lvl4pPr>
            <a:lvl5pPr indent="-330200" lvl="4" marL="2286000" rtl="0" algn="l">
              <a:lnSpc>
                <a:spcPct val="100000"/>
              </a:lnSpc>
              <a:spcBef>
                <a:spcPts val="320"/>
              </a:spcBef>
              <a:spcAft>
                <a:spcPts val="0"/>
              </a:spcAft>
              <a:buClr>
                <a:schemeClr val="dk1"/>
              </a:buClr>
              <a:buSzPts val="1600"/>
              <a:buChar char="»"/>
              <a:defRPr sz="1600"/>
            </a:lvl5pPr>
            <a:lvl6pPr indent="-330200" lvl="5" marL="2743200" rtl="0" algn="l">
              <a:lnSpc>
                <a:spcPct val="100000"/>
              </a:lnSpc>
              <a:spcBef>
                <a:spcPts val="320"/>
              </a:spcBef>
              <a:spcAft>
                <a:spcPts val="0"/>
              </a:spcAft>
              <a:buClr>
                <a:schemeClr val="dk1"/>
              </a:buClr>
              <a:buSzPts val="1600"/>
              <a:buChar char="•"/>
              <a:defRPr sz="1600"/>
            </a:lvl6pPr>
            <a:lvl7pPr indent="-330200" lvl="6" marL="3200400" rtl="0" algn="l">
              <a:lnSpc>
                <a:spcPct val="100000"/>
              </a:lnSpc>
              <a:spcBef>
                <a:spcPts val="320"/>
              </a:spcBef>
              <a:spcAft>
                <a:spcPts val="0"/>
              </a:spcAft>
              <a:buClr>
                <a:schemeClr val="dk1"/>
              </a:buClr>
              <a:buSzPts val="1600"/>
              <a:buChar char="•"/>
              <a:defRPr sz="1600"/>
            </a:lvl7pPr>
            <a:lvl8pPr indent="-330200" lvl="7" marL="3657600" rtl="0" algn="l">
              <a:lnSpc>
                <a:spcPct val="100000"/>
              </a:lnSpc>
              <a:spcBef>
                <a:spcPts val="320"/>
              </a:spcBef>
              <a:spcAft>
                <a:spcPts val="0"/>
              </a:spcAft>
              <a:buClr>
                <a:schemeClr val="dk1"/>
              </a:buClr>
              <a:buSzPts val="1600"/>
              <a:buChar char="•"/>
              <a:defRPr sz="1600"/>
            </a:lvl8pPr>
            <a:lvl9pPr indent="-330200" lvl="8" marL="4114800" rtl="0" algn="l">
              <a:lnSpc>
                <a:spcPct val="100000"/>
              </a:lnSpc>
              <a:spcBef>
                <a:spcPts val="320"/>
              </a:spcBef>
              <a:spcAft>
                <a:spcPts val="0"/>
              </a:spcAft>
              <a:buClr>
                <a:schemeClr val="dk1"/>
              </a:buClr>
              <a:buSzPts val="1600"/>
              <a:buChar char="•"/>
              <a:defRPr sz="1600"/>
            </a:lvl9pPr>
          </a:lstStyle>
          <a:p/>
        </p:txBody>
      </p:sp>
      <p:sp>
        <p:nvSpPr>
          <p:cNvPr id="69" name="Google Shape;69;p7"/>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rtl="0" algn="l">
              <a:lnSpc>
                <a:spcPct val="100000"/>
              </a:lnSpc>
              <a:spcBef>
                <a:spcPts val="480"/>
              </a:spcBef>
              <a:spcAft>
                <a:spcPts val="0"/>
              </a:spcAft>
              <a:buClr>
                <a:schemeClr val="dk1"/>
              </a:buClr>
              <a:buSzPts val="2400"/>
              <a:buNone/>
              <a:defRPr b="1" sz="2400"/>
            </a:lvl1pPr>
            <a:lvl2pPr indent="-228600" lvl="1" marL="914400" rtl="0" algn="l">
              <a:lnSpc>
                <a:spcPct val="100000"/>
              </a:lnSpc>
              <a:spcBef>
                <a:spcPts val="400"/>
              </a:spcBef>
              <a:spcAft>
                <a:spcPts val="0"/>
              </a:spcAft>
              <a:buClr>
                <a:schemeClr val="dk1"/>
              </a:buClr>
              <a:buSzPts val="2000"/>
              <a:buNone/>
              <a:defRPr b="1" sz="2000"/>
            </a:lvl2pPr>
            <a:lvl3pPr indent="-228600" lvl="2" marL="1371600" rtl="0" algn="l">
              <a:lnSpc>
                <a:spcPct val="100000"/>
              </a:lnSpc>
              <a:spcBef>
                <a:spcPts val="360"/>
              </a:spcBef>
              <a:spcAft>
                <a:spcPts val="0"/>
              </a:spcAft>
              <a:buClr>
                <a:schemeClr val="dk1"/>
              </a:buClr>
              <a:buSzPts val="1800"/>
              <a:buNone/>
              <a:defRPr b="1" sz="1800"/>
            </a:lvl3pPr>
            <a:lvl4pPr indent="-228600" lvl="3" marL="1828800" rtl="0" algn="l">
              <a:lnSpc>
                <a:spcPct val="100000"/>
              </a:lnSpc>
              <a:spcBef>
                <a:spcPts val="320"/>
              </a:spcBef>
              <a:spcAft>
                <a:spcPts val="0"/>
              </a:spcAft>
              <a:buClr>
                <a:schemeClr val="dk1"/>
              </a:buClr>
              <a:buSzPts val="1600"/>
              <a:buNone/>
              <a:defRPr b="1" sz="1600"/>
            </a:lvl4pPr>
            <a:lvl5pPr indent="-228600" lvl="4" marL="2286000" rtl="0" algn="l">
              <a:lnSpc>
                <a:spcPct val="100000"/>
              </a:lnSpc>
              <a:spcBef>
                <a:spcPts val="320"/>
              </a:spcBef>
              <a:spcAft>
                <a:spcPts val="0"/>
              </a:spcAft>
              <a:buClr>
                <a:schemeClr val="dk1"/>
              </a:buClr>
              <a:buSzPts val="1600"/>
              <a:buNone/>
              <a:defRPr b="1" sz="1600"/>
            </a:lvl5pPr>
            <a:lvl6pPr indent="-228600" lvl="5" marL="2743200" rtl="0" algn="l">
              <a:lnSpc>
                <a:spcPct val="100000"/>
              </a:lnSpc>
              <a:spcBef>
                <a:spcPts val="320"/>
              </a:spcBef>
              <a:spcAft>
                <a:spcPts val="0"/>
              </a:spcAft>
              <a:buClr>
                <a:schemeClr val="dk1"/>
              </a:buClr>
              <a:buSzPts val="1600"/>
              <a:buNone/>
              <a:defRPr b="1" sz="1600"/>
            </a:lvl6pPr>
            <a:lvl7pPr indent="-228600" lvl="6" marL="3200400" rtl="0" algn="l">
              <a:lnSpc>
                <a:spcPct val="100000"/>
              </a:lnSpc>
              <a:spcBef>
                <a:spcPts val="320"/>
              </a:spcBef>
              <a:spcAft>
                <a:spcPts val="0"/>
              </a:spcAft>
              <a:buClr>
                <a:schemeClr val="dk1"/>
              </a:buClr>
              <a:buSzPts val="1600"/>
              <a:buNone/>
              <a:defRPr b="1" sz="1600"/>
            </a:lvl7pPr>
            <a:lvl8pPr indent="-228600" lvl="7" marL="3657600" rtl="0" algn="l">
              <a:lnSpc>
                <a:spcPct val="100000"/>
              </a:lnSpc>
              <a:spcBef>
                <a:spcPts val="320"/>
              </a:spcBef>
              <a:spcAft>
                <a:spcPts val="0"/>
              </a:spcAft>
              <a:buClr>
                <a:schemeClr val="dk1"/>
              </a:buClr>
              <a:buSzPts val="1600"/>
              <a:buNone/>
              <a:defRPr b="1" sz="1600"/>
            </a:lvl8pPr>
            <a:lvl9pPr indent="-228600" lvl="8" marL="4114800" rtl="0" algn="l">
              <a:lnSpc>
                <a:spcPct val="100000"/>
              </a:lnSpc>
              <a:spcBef>
                <a:spcPts val="320"/>
              </a:spcBef>
              <a:spcAft>
                <a:spcPts val="0"/>
              </a:spcAft>
              <a:buClr>
                <a:schemeClr val="dk1"/>
              </a:buClr>
              <a:buSzPts val="1600"/>
              <a:buNone/>
              <a:defRPr b="1" sz="1600"/>
            </a:lvl9pPr>
          </a:lstStyle>
          <a:p/>
        </p:txBody>
      </p:sp>
      <p:sp>
        <p:nvSpPr>
          <p:cNvPr id="70" name="Google Shape;70;p7"/>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rtl="0" algn="l">
              <a:lnSpc>
                <a:spcPct val="100000"/>
              </a:lnSpc>
              <a:spcBef>
                <a:spcPts val="480"/>
              </a:spcBef>
              <a:spcAft>
                <a:spcPts val="0"/>
              </a:spcAft>
              <a:buClr>
                <a:schemeClr val="dk1"/>
              </a:buClr>
              <a:buSzPts val="2400"/>
              <a:buChar char="•"/>
              <a:defRPr sz="2400"/>
            </a:lvl1pPr>
            <a:lvl2pPr indent="-355600" lvl="1" marL="914400" rtl="0" algn="l">
              <a:lnSpc>
                <a:spcPct val="100000"/>
              </a:lnSpc>
              <a:spcBef>
                <a:spcPts val="400"/>
              </a:spcBef>
              <a:spcAft>
                <a:spcPts val="0"/>
              </a:spcAft>
              <a:buClr>
                <a:schemeClr val="dk1"/>
              </a:buClr>
              <a:buSzPts val="2000"/>
              <a:buChar char="–"/>
              <a:defRPr sz="2000"/>
            </a:lvl2pPr>
            <a:lvl3pPr indent="-342900" lvl="2" marL="1371600" rtl="0" algn="l">
              <a:lnSpc>
                <a:spcPct val="100000"/>
              </a:lnSpc>
              <a:spcBef>
                <a:spcPts val="360"/>
              </a:spcBef>
              <a:spcAft>
                <a:spcPts val="0"/>
              </a:spcAft>
              <a:buClr>
                <a:schemeClr val="dk1"/>
              </a:buClr>
              <a:buSzPts val="1800"/>
              <a:buChar char="•"/>
              <a:defRPr sz="1800"/>
            </a:lvl3pPr>
            <a:lvl4pPr indent="-330200" lvl="3" marL="1828800" rtl="0" algn="l">
              <a:lnSpc>
                <a:spcPct val="100000"/>
              </a:lnSpc>
              <a:spcBef>
                <a:spcPts val="320"/>
              </a:spcBef>
              <a:spcAft>
                <a:spcPts val="0"/>
              </a:spcAft>
              <a:buClr>
                <a:schemeClr val="dk1"/>
              </a:buClr>
              <a:buSzPts val="1600"/>
              <a:buChar char="–"/>
              <a:defRPr sz="1600"/>
            </a:lvl4pPr>
            <a:lvl5pPr indent="-330200" lvl="4" marL="2286000" rtl="0" algn="l">
              <a:lnSpc>
                <a:spcPct val="100000"/>
              </a:lnSpc>
              <a:spcBef>
                <a:spcPts val="320"/>
              </a:spcBef>
              <a:spcAft>
                <a:spcPts val="0"/>
              </a:spcAft>
              <a:buClr>
                <a:schemeClr val="dk1"/>
              </a:buClr>
              <a:buSzPts val="1600"/>
              <a:buChar char="»"/>
              <a:defRPr sz="1600"/>
            </a:lvl5pPr>
            <a:lvl6pPr indent="-330200" lvl="5" marL="2743200" rtl="0" algn="l">
              <a:lnSpc>
                <a:spcPct val="100000"/>
              </a:lnSpc>
              <a:spcBef>
                <a:spcPts val="320"/>
              </a:spcBef>
              <a:spcAft>
                <a:spcPts val="0"/>
              </a:spcAft>
              <a:buClr>
                <a:schemeClr val="dk1"/>
              </a:buClr>
              <a:buSzPts val="1600"/>
              <a:buChar char="•"/>
              <a:defRPr sz="1600"/>
            </a:lvl6pPr>
            <a:lvl7pPr indent="-330200" lvl="6" marL="3200400" rtl="0" algn="l">
              <a:lnSpc>
                <a:spcPct val="100000"/>
              </a:lnSpc>
              <a:spcBef>
                <a:spcPts val="320"/>
              </a:spcBef>
              <a:spcAft>
                <a:spcPts val="0"/>
              </a:spcAft>
              <a:buClr>
                <a:schemeClr val="dk1"/>
              </a:buClr>
              <a:buSzPts val="1600"/>
              <a:buChar char="•"/>
              <a:defRPr sz="1600"/>
            </a:lvl7pPr>
            <a:lvl8pPr indent="-330200" lvl="7" marL="3657600" rtl="0" algn="l">
              <a:lnSpc>
                <a:spcPct val="100000"/>
              </a:lnSpc>
              <a:spcBef>
                <a:spcPts val="320"/>
              </a:spcBef>
              <a:spcAft>
                <a:spcPts val="0"/>
              </a:spcAft>
              <a:buClr>
                <a:schemeClr val="dk1"/>
              </a:buClr>
              <a:buSzPts val="1600"/>
              <a:buChar char="•"/>
              <a:defRPr sz="1600"/>
            </a:lvl8pPr>
            <a:lvl9pPr indent="-330200" lvl="8" marL="4114800" rtl="0" algn="l">
              <a:lnSpc>
                <a:spcPct val="100000"/>
              </a:lnSpc>
              <a:spcBef>
                <a:spcPts val="320"/>
              </a:spcBef>
              <a:spcAft>
                <a:spcPts val="0"/>
              </a:spcAft>
              <a:buClr>
                <a:schemeClr val="dk1"/>
              </a:buClr>
              <a:buSzPts val="1600"/>
              <a:buChar char="•"/>
              <a:defRPr sz="1600"/>
            </a:lvl9pPr>
          </a:lstStyle>
          <a:p/>
        </p:txBody>
      </p:sp>
      <p:sp>
        <p:nvSpPr>
          <p:cNvPr id="71" name="Google Shape;71;p7"/>
          <p:cNvSpPr txBox="1"/>
          <p:nvPr>
            <p:ph idx="10" type="dt"/>
          </p:nvPr>
        </p:nvSpPr>
        <p:spPr>
          <a:xfrm>
            <a:off x="783750" y="8992850"/>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2" name="Google Shape;72;p7"/>
          <p:cNvSpPr txBox="1"/>
          <p:nvPr>
            <p:ph idx="11" type="ftr"/>
          </p:nvPr>
        </p:nvSpPr>
        <p:spPr>
          <a:xfrm>
            <a:off x="3657600" y="89928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3" name="Google Shape;73;p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74" name="Google Shape;74;p7"/>
          <p:cNvCxnSpPr/>
          <p:nvPr/>
        </p:nvCxnSpPr>
        <p:spPr>
          <a:xfrm rot="5397279">
            <a:off x="8235650" y="6216173"/>
            <a:ext cx="6065102" cy="0"/>
          </a:xfrm>
          <a:prstGeom prst="straightConnector1">
            <a:avLst/>
          </a:prstGeom>
          <a:noFill/>
          <a:ln cap="flat" cmpd="sng" w="19050">
            <a:solidFill>
              <a:srgbClr val="CCCCCC"/>
            </a:solidFill>
            <a:prstDash val="solid"/>
            <a:round/>
            <a:headEnd len="sm" w="sm" type="none"/>
            <a:tailEnd len="sm" w="sm" type="none"/>
          </a:ln>
        </p:spPr>
      </p:cxnSp>
      <p:sp>
        <p:nvSpPr>
          <p:cNvPr id="75" name="Google Shape;75;p7"/>
          <p:cNvSpPr/>
          <p:nvPr/>
        </p:nvSpPr>
        <p:spPr>
          <a:xfrm>
            <a:off x="260714" y="0"/>
            <a:ext cx="13515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7"/>
          <p:cNvSpPr/>
          <p:nvPr/>
        </p:nvSpPr>
        <p:spPr>
          <a:xfrm>
            <a:off x="260714" y="9934796"/>
            <a:ext cx="18027300" cy="3909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7" name="Google Shape;77;p7"/>
          <p:cNvCxnSpPr/>
          <p:nvPr/>
        </p:nvCxnSpPr>
        <p:spPr>
          <a:xfrm rot="10800000">
            <a:off x="2418173" y="9640346"/>
            <a:ext cx="4366200" cy="0"/>
          </a:xfrm>
          <a:prstGeom prst="straightConnector1">
            <a:avLst/>
          </a:prstGeom>
          <a:noFill/>
          <a:ln cap="flat" cmpd="sng" w="28575">
            <a:solidFill>
              <a:srgbClr val="889D78"/>
            </a:solidFill>
            <a:prstDash val="solid"/>
            <a:round/>
            <a:headEnd len="sm" w="sm" type="none"/>
            <a:tailEnd len="sm" w="sm" type="none"/>
          </a:ln>
        </p:spPr>
      </p:cxnSp>
      <p:sp>
        <p:nvSpPr>
          <p:cNvPr id="78" name="Google Shape;78;p7"/>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7"/>
          <p:cNvSpPr txBox="1"/>
          <p:nvPr/>
        </p:nvSpPr>
        <p:spPr>
          <a:xfrm>
            <a:off x="2139173" y="9241058"/>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b="0" i="0" lang="en-US" sz="2400" u="none" cap="none" strike="noStrike">
                <a:solidFill>
                  <a:srgbClr val="2B463C"/>
                </a:solidFill>
                <a:latin typeface="Arial"/>
                <a:ea typeface="Arial"/>
                <a:cs typeface="Arial"/>
                <a:sym typeface="Arial"/>
              </a:rPr>
              <a:t>Systems Optimization Club</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8"/>
          <p:cNvSpPr txBox="1"/>
          <p:nvPr>
            <p:ph type="title"/>
          </p:nvPr>
        </p:nvSpPr>
        <p:spPr>
          <a:xfrm>
            <a:off x="258225" y="813213"/>
            <a:ext cx="8229600" cy="11430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2" name="Google Shape;82;p8"/>
          <p:cNvSpPr txBox="1"/>
          <p:nvPr>
            <p:ph idx="10" type="dt"/>
          </p:nvPr>
        </p:nvSpPr>
        <p:spPr>
          <a:xfrm>
            <a:off x="783750" y="8992850"/>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3" name="Google Shape;83;p8"/>
          <p:cNvSpPr txBox="1"/>
          <p:nvPr>
            <p:ph idx="11" type="ftr"/>
          </p:nvPr>
        </p:nvSpPr>
        <p:spPr>
          <a:xfrm>
            <a:off x="3657600" y="89928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4" name="Google Shape;84;p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85" name="Google Shape;85;p8"/>
          <p:cNvCxnSpPr/>
          <p:nvPr/>
        </p:nvCxnSpPr>
        <p:spPr>
          <a:xfrm rot="10800000">
            <a:off x="889900" y="1702958"/>
            <a:ext cx="16230600" cy="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9"/>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chemeClr val="dk1"/>
              </a:buClr>
              <a:buSzPts val="2000"/>
              <a:buFont typeface="Calibri"/>
              <a:buNone/>
              <a:defRPr b="1" sz="20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8" name="Google Shape;88;p9"/>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rtl="0" algn="l">
              <a:lnSpc>
                <a:spcPct val="100000"/>
              </a:lnSpc>
              <a:spcBef>
                <a:spcPts val="640"/>
              </a:spcBef>
              <a:spcAft>
                <a:spcPts val="0"/>
              </a:spcAft>
              <a:buClr>
                <a:schemeClr val="dk1"/>
              </a:buClr>
              <a:buSzPts val="3200"/>
              <a:buChar char="•"/>
              <a:defRPr sz="3200"/>
            </a:lvl1pPr>
            <a:lvl2pPr indent="-406400" lvl="1" marL="914400" rtl="0" algn="l">
              <a:lnSpc>
                <a:spcPct val="100000"/>
              </a:lnSpc>
              <a:spcBef>
                <a:spcPts val="560"/>
              </a:spcBef>
              <a:spcAft>
                <a:spcPts val="0"/>
              </a:spcAft>
              <a:buClr>
                <a:schemeClr val="dk1"/>
              </a:buClr>
              <a:buSzPts val="2800"/>
              <a:buChar char="–"/>
              <a:defRPr sz="2800"/>
            </a:lvl2pPr>
            <a:lvl3pPr indent="-381000" lvl="2" marL="1371600" rtl="0" algn="l">
              <a:lnSpc>
                <a:spcPct val="100000"/>
              </a:lnSpc>
              <a:spcBef>
                <a:spcPts val="480"/>
              </a:spcBef>
              <a:spcAft>
                <a:spcPts val="0"/>
              </a:spcAft>
              <a:buClr>
                <a:schemeClr val="dk1"/>
              </a:buClr>
              <a:buSzPts val="2400"/>
              <a:buChar char="•"/>
              <a:defRPr sz="2400"/>
            </a:lvl3pPr>
            <a:lvl4pPr indent="-355600" lvl="3" marL="1828800" rtl="0" algn="l">
              <a:lnSpc>
                <a:spcPct val="100000"/>
              </a:lnSpc>
              <a:spcBef>
                <a:spcPts val="400"/>
              </a:spcBef>
              <a:spcAft>
                <a:spcPts val="0"/>
              </a:spcAft>
              <a:buClr>
                <a:schemeClr val="dk1"/>
              </a:buClr>
              <a:buSzPts val="2000"/>
              <a:buChar char="–"/>
              <a:defRPr sz="2000"/>
            </a:lvl4pPr>
            <a:lvl5pPr indent="-355600" lvl="4" marL="2286000" rtl="0" algn="l">
              <a:lnSpc>
                <a:spcPct val="100000"/>
              </a:lnSpc>
              <a:spcBef>
                <a:spcPts val="400"/>
              </a:spcBef>
              <a:spcAft>
                <a:spcPts val="0"/>
              </a:spcAft>
              <a:buClr>
                <a:schemeClr val="dk1"/>
              </a:buClr>
              <a:buSzPts val="2000"/>
              <a:buChar char="»"/>
              <a:defRPr sz="2000"/>
            </a:lvl5pPr>
            <a:lvl6pPr indent="-355600" lvl="5" marL="2743200" rtl="0" algn="l">
              <a:lnSpc>
                <a:spcPct val="100000"/>
              </a:lnSpc>
              <a:spcBef>
                <a:spcPts val="400"/>
              </a:spcBef>
              <a:spcAft>
                <a:spcPts val="0"/>
              </a:spcAft>
              <a:buClr>
                <a:schemeClr val="dk1"/>
              </a:buClr>
              <a:buSzPts val="2000"/>
              <a:buChar char="•"/>
              <a:defRPr sz="2000"/>
            </a:lvl6pPr>
            <a:lvl7pPr indent="-355600" lvl="6" marL="3200400" rtl="0" algn="l">
              <a:lnSpc>
                <a:spcPct val="100000"/>
              </a:lnSpc>
              <a:spcBef>
                <a:spcPts val="400"/>
              </a:spcBef>
              <a:spcAft>
                <a:spcPts val="0"/>
              </a:spcAft>
              <a:buClr>
                <a:schemeClr val="dk1"/>
              </a:buClr>
              <a:buSzPts val="2000"/>
              <a:buChar char="•"/>
              <a:defRPr sz="2000"/>
            </a:lvl7pPr>
            <a:lvl8pPr indent="-355600" lvl="7" marL="3657600" rtl="0" algn="l">
              <a:lnSpc>
                <a:spcPct val="100000"/>
              </a:lnSpc>
              <a:spcBef>
                <a:spcPts val="400"/>
              </a:spcBef>
              <a:spcAft>
                <a:spcPts val="0"/>
              </a:spcAft>
              <a:buClr>
                <a:schemeClr val="dk1"/>
              </a:buClr>
              <a:buSzPts val="2000"/>
              <a:buChar char="•"/>
              <a:defRPr sz="2000"/>
            </a:lvl8pPr>
            <a:lvl9pPr indent="-355600" lvl="8" marL="4114800" rtl="0" algn="l">
              <a:lnSpc>
                <a:spcPct val="100000"/>
              </a:lnSpc>
              <a:spcBef>
                <a:spcPts val="400"/>
              </a:spcBef>
              <a:spcAft>
                <a:spcPts val="0"/>
              </a:spcAft>
              <a:buClr>
                <a:schemeClr val="dk1"/>
              </a:buClr>
              <a:buSzPts val="2000"/>
              <a:buChar char="•"/>
              <a:defRPr sz="2000"/>
            </a:lvl9pPr>
          </a:lstStyle>
          <a:p/>
        </p:txBody>
      </p:sp>
      <p:sp>
        <p:nvSpPr>
          <p:cNvPr id="89" name="Google Shape;89;p9"/>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280"/>
              </a:spcBef>
              <a:spcAft>
                <a:spcPts val="0"/>
              </a:spcAft>
              <a:buClr>
                <a:schemeClr val="dk1"/>
              </a:buClr>
              <a:buSzPts val="1400"/>
              <a:buNone/>
              <a:defRPr sz="1400"/>
            </a:lvl1pPr>
            <a:lvl2pPr indent="-228600" lvl="1" marL="914400" rtl="0" algn="l">
              <a:lnSpc>
                <a:spcPct val="100000"/>
              </a:lnSpc>
              <a:spcBef>
                <a:spcPts val="240"/>
              </a:spcBef>
              <a:spcAft>
                <a:spcPts val="0"/>
              </a:spcAft>
              <a:buClr>
                <a:schemeClr val="dk1"/>
              </a:buClr>
              <a:buSzPts val="1200"/>
              <a:buNone/>
              <a:defRPr sz="1200"/>
            </a:lvl2pPr>
            <a:lvl3pPr indent="-228600" lvl="2" marL="1371600" rtl="0" algn="l">
              <a:lnSpc>
                <a:spcPct val="100000"/>
              </a:lnSpc>
              <a:spcBef>
                <a:spcPts val="200"/>
              </a:spcBef>
              <a:spcAft>
                <a:spcPts val="0"/>
              </a:spcAft>
              <a:buClr>
                <a:schemeClr val="dk1"/>
              </a:buClr>
              <a:buSzPts val="1000"/>
              <a:buNone/>
              <a:defRPr sz="1000"/>
            </a:lvl3pPr>
            <a:lvl4pPr indent="-228600" lvl="3" marL="1828800" rtl="0" algn="l">
              <a:lnSpc>
                <a:spcPct val="100000"/>
              </a:lnSpc>
              <a:spcBef>
                <a:spcPts val="180"/>
              </a:spcBef>
              <a:spcAft>
                <a:spcPts val="0"/>
              </a:spcAft>
              <a:buClr>
                <a:schemeClr val="dk1"/>
              </a:buClr>
              <a:buSzPts val="900"/>
              <a:buNone/>
              <a:defRPr sz="900"/>
            </a:lvl4pPr>
            <a:lvl5pPr indent="-228600" lvl="4" marL="2286000" rtl="0" algn="l">
              <a:lnSpc>
                <a:spcPct val="100000"/>
              </a:lnSpc>
              <a:spcBef>
                <a:spcPts val="180"/>
              </a:spcBef>
              <a:spcAft>
                <a:spcPts val="0"/>
              </a:spcAft>
              <a:buClr>
                <a:schemeClr val="dk1"/>
              </a:buClr>
              <a:buSzPts val="900"/>
              <a:buNone/>
              <a:defRPr sz="900"/>
            </a:lvl5pPr>
            <a:lvl6pPr indent="-228600" lvl="5" marL="2743200" rtl="0" algn="l">
              <a:lnSpc>
                <a:spcPct val="100000"/>
              </a:lnSpc>
              <a:spcBef>
                <a:spcPts val="180"/>
              </a:spcBef>
              <a:spcAft>
                <a:spcPts val="0"/>
              </a:spcAft>
              <a:buClr>
                <a:schemeClr val="dk1"/>
              </a:buClr>
              <a:buSzPts val="900"/>
              <a:buNone/>
              <a:defRPr sz="900"/>
            </a:lvl6pPr>
            <a:lvl7pPr indent="-228600" lvl="6" marL="3200400" rtl="0" algn="l">
              <a:lnSpc>
                <a:spcPct val="100000"/>
              </a:lnSpc>
              <a:spcBef>
                <a:spcPts val="180"/>
              </a:spcBef>
              <a:spcAft>
                <a:spcPts val="0"/>
              </a:spcAft>
              <a:buClr>
                <a:schemeClr val="dk1"/>
              </a:buClr>
              <a:buSzPts val="900"/>
              <a:buNone/>
              <a:defRPr sz="900"/>
            </a:lvl7pPr>
            <a:lvl8pPr indent="-228600" lvl="7" marL="3657600" rtl="0" algn="l">
              <a:lnSpc>
                <a:spcPct val="100000"/>
              </a:lnSpc>
              <a:spcBef>
                <a:spcPts val="180"/>
              </a:spcBef>
              <a:spcAft>
                <a:spcPts val="0"/>
              </a:spcAft>
              <a:buClr>
                <a:schemeClr val="dk1"/>
              </a:buClr>
              <a:buSzPts val="900"/>
              <a:buNone/>
              <a:defRPr sz="900"/>
            </a:lvl8pPr>
            <a:lvl9pPr indent="-228600" lvl="8" marL="4114800" rtl="0" algn="l">
              <a:lnSpc>
                <a:spcPct val="100000"/>
              </a:lnSpc>
              <a:spcBef>
                <a:spcPts val="180"/>
              </a:spcBef>
              <a:spcAft>
                <a:spcPts val="0"/>
              </a:spcAft>
              <a:buClr>
                <a:schemeClr val="dk1"/>
              </a:buClr>
              <a:buSzPts val="900"/>
              <a:buNone/>
              <a:defRPr sz="900"/>
            </a:lvl9pPr>
          </a:lstStyle>
          <a:p/>
        </p:txBody>
      </p:sp>
      <p:sp>
        <p:nvSpPr>
          <p:cNvPr id="90" name="Google Shape;90;p9"/>
          <p:cNvSpPr txBox="1"/>
          <p:nvPr>
            <p:ph idx="10" type="dt"/>
          </p:nvPr>
        </p:nvSpPr>
        <p:spPr>
          <a:xfrm>
            <a:off x="783750" y="8992850"/>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1" name="Google Shape;91;p9"/>
          <p:cNvSpPr txBox="1"/>
          <p:nvPr>
            <p:ph idx="11" type="ftr"/>
          </p:nvPr>
        </p:nvSpPr>
        <p:spPr>
          <a:xfrm>
            <a:off x="3657600" y="89928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2" name="Google Shape;92;p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93" name="Google Shape;93;p9"/>
          <p:cNvCxnSpPr/>
          <p:nvPr/>
        </p:nvCxnSpPr>
        <p:spPr>
          <a:xfrm rot="5397279">
            <a:off x="8235650" y="6216173"/>
            <a:ext cx="6065102" cy="0"/>
          </a:xfrm>
          <a:prstGeom prst="straightConnector1">
            <a:avLst/>
          </a:prstGeom>
          <a:noFill/>
          <a:ln cap="flat" cmpd="sng" w="19050">
            <a:solidFill>
              <a:srgbClr val="CCCCCC"/>
            </a:solidFill>
            <a:prstDash val="solid"/>
            <a:round/>
            <a:headEnd len="sm" w="sm" type="none"/>
            <a:tailEnd len="sm" w="sm" type="none"/>
          </a:ln>
        </p:spPr>
      </p:cxnSp>
      <p:sp>
        <p:nvSpPr>
          <p:cNvPr id="94" name="Google Shape;94;p9"/>
          <p:cNvSpPr/>
          <p:nvPr/>
        </p:nvSpPr>
        <p:spPr>
          <a:xfrm>
            <a:off x="260714" y="0"/>
            <a:ext cx="13515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9"/>
          <p:cNvSpPr txBox="1"/>
          <p:nvPr/>
        </p:nvSpPr>
        <p:spPr>
          <a:xfrm>
            <a:off x="650066" y="1924746"/>
            <a:ext cx="10046400" cy="17730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4800"/>
              <a:buFont typeface="Arial"/>
              <a:buNone/>
            </a:pPr>
            <a:r>
              <a:rPr b="1" i="0" lang="en-US" sz="4800" u="none" cap="none" strike="noStrike">
                <a:solidFill>
                  <a:srgbClr val="2D6913"/>
                </a:solidFill>
                <a:latin typeface="Arial"/>
                <a:ea typeface="Arial"/>
                <a:cs typeface="Arial"/>
                <a:sym typeface="Arial"/>
              </a:rPr>
              <a:t>Subtitle</a:t>
            </a:r>
            <a:endParaRPr b="0" i="0" sz="1400" u="none" cap="none" strike="noStrike">
              <a:solidFill>
                <a:srgbClr val="000000"/>
              </a:solidFill>
              <a:latin typeface="Arial"/>
              <a:ea typeface="Arial"/>
              <a:cs typeface="Arial"/>
              <a:sym typeface="Arial"/>
            </a:endParaRPr>
          </a:p>
          <a:p>
            <a:pPr indent="-333956" lvl="1" marL="1277512" marR="0" rtl="0" algn="ctr">
              <a:lnSpc>
                <a:spcPct val="172583"/>
              </a:lnSpc>
              <a:spcBef>
                <a:spcPts val="0"/>
              </a:spcBef>
              <a:spcAft>
                <a:spcPts val="0"/>
              </a:spcAft>
              <a:buClr>
                <a:schemeClr val="dk1"/>
              </a:buClr>
              <a:buSzPts val="4800"/>
              <a:buFont typeface="Arial"/>
              <a:buNone/>
            </a:pPr>
            <a:r>
              <a:t/>
            </a:r>
            <a:endParaRPr b="0" i="0" sz="4800" u="none" cap="none" strike="noStrike">
              <a:solidFill>
                <a:srgbClr val="2B463C"/>
              </a:solidFill>
              <a:latin typeface="Arial"/>
              <a:ea typeface="Arial"/>
              <a:cs typeface="Arial"/>
              <a:sym typeface="Arial"/>
            </a:endParaRPr>
          </a:p>
        </p:txBody>
      </p:sp>
      <p:sp>
        <p:nvSpPr>
          <p:cNvPr id="96" name="Google Shape;96;p9"/>
          <p:cNvSpPr/>
          <p:nvPr/>
        </p:nvSpPr>
        <p:spPr>
          <a:xfrm>
            <a:off x="260714" y="9934796"/>
            <a:ext cx="18027300" cy="3909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7" name="Google Shape;97;p9"/>
          <p:cNvCxnSpPr/>
          <p:nvPr/>
        </p:nvCxnSpPr>
        <p:spPr>
          <a:xfrm rot="10800000">
            <a:off x="2418173" y="9640346"/>
            <a:ext cx="4366200" cy="0"/>
          </a:xfrm>
          <a:prstGeom prst="straightConnector1">
            <a:avLst/>
          </a:prstGeom>
          <a:noFill/>
          <a:ln cap="flat" cmpd="sng" w="28575">
            <a:solidFill>
              <a:srgbClr val="889D78"/>
            </a:solidFill>
            <a:prstDash val="solid"/>
            <a:round/>
            <a:headEnd len="sm" w="sm" type="none"/>
            <a:tailEnd len="sm" w="sm" type="none"/>
          </a:ln>
        </p:spPr>
      </p:cxnSp>
      <p:sp>
        <p:nvSpPr>
          <p:cNvPr id="98" name="Google Shape;98;p9"/>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9"/>
          <p:cNvSpPr txBox="1"/>
          <p:nvPr/>
        </p:nvSpPr>
        <p:spPr>
          <a:xfrm>
            <a:off x="2139173" y="9241058"/>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b="0" i="0" lang="en-US" sz="2400" u="none" cap="none" strike="noStrike">
                <a:solidFill>
                  <a:srgbClr val="2B463C"/>
                </a:solidFill>
                <a:latin typeface="Arial"/>
                <a:ea typeface="Arial"/>
                <a:cs typeface="Arial"/>
                <a:sym typeface="Arial"/>
              </a:rPr>
              <a:t>Systems Optimization Club</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0" name="Shape 100"/>
        <p:cNvGrpSpPr/>
        <p:nvPr/>
      </p:nvGrpSpPr>
      <p:grpSpPr>
        <a:xfrm>
          <a:off x="0" y="0"/>
          <a:ext cx="0" cy="0"/>
          <a:chOff x="0" y="0"/>
          <a:chExt cx="0" cy="0"/>
        </a:xfrm>
      </p:grpSpPr>
      <p:sp>
        <p:nvSpPr>
          <p:cNvPr id="101" name="Google Shape;101;p10"/>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chemeClr val="dk1"/>
              </a:buClr>
              <a:buSzPts val="2000"/>
              <a:buFont typeface="Calibri"/>
              <a:buNone/>
              <a:defRPr b="1" sz="20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2" name="Google Shape;102;p10"/>
          <p:cNvSpPr/>
          <p:nvPr>
            <p:ph idx="2" type="pic"/>
          </p:nvPr>
        </p:nvSpPr>
        <p:spPr>
          <a:xfrm>
            <a:off x="1792288" y="612775"/>
            <a:ext cx="5486400" cy="4114800"/>
          </a:xfrm>
          <a:prstGeom prst="rect">
            <a:avLst/>
          </a:prstGeom>
          <a:noFill/>
          <a:ln>
            <a:noFill/>
          </a:ln>
        </p:spPr>
      </p:sp>
      <p:sp>
        <p:nvSpPr>
          <p:cNvPr id="103" name="Google Shape;103;p10"/>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280"/>
              </a:spcBef>
              <a:spcAft>
                <a:spcPts val="0"/>
              </a:spcAft>
              <a:buClr>
                <a:schemeClr val="dk1"/>
              </a:buClr>
              <a:buSzPts val="1400"/>
              <a:buNone/>
              <a:defRPr sz="1400"/>
            </a:lvl1pPr>
            <a:lvl2pPr indent="-228600" lvl="1" marL="914400" rtl="0" algn="l">
              <a:lnSpc>
                <a:spcPct val="100000"/>
              </a:lnSpc>
              <a:spcBef>
                <a:spcPts val="240"/>
              </a:spcBef>
              <a:spcAft>
                <a:spcPts val="0"/>
              </a:spcAft>
              <a:buClr>
                <a:schemeClr val="dk1"/>
              </a:buClr>
              <a:buSzPts val="1200"/>
              <a:buNone/>
              <a:defRPr sz="1200"/>
            </a:lvl2pPr>
            <a:lvl3pPr indent="-228600" lvl="2" marL="1371600" rtl="0" algn="l">
              <a:lnSpc>
                <a:spcPct val="100000"/>
              </a:lnSpc>
              <a:spcBef>
                <a:spcPts val="200"/>
              </a:spcBef>
              <a:spcAft>
                <a:spcPts val="0"/>
              </a:spcAft>
              <a:buClr>
                <a:schemeClr val="dk1"/>
              </a:buClr>
              <a:buSzPts val="1000"/>
              <a:buNone/>
              <a:defRPr sz="1000"/>
            </a:lvl3pPr>
            <a:lvl4pPr indent="-228600" lvl="3" marL="1828800" rtl="0" algn="l">
              <a:lnSpc>
                <a:spcPct val="100000"/>
              </a:lnSpc>
              <a:spcBef>
                <a:spcPts val="180"/>
              </a:spcBef>
              <a:spcAft>
                <a:spcPts val="0"/>
              </a:spcAft>
              <a:buClr>
                <a:schemeClr val="dk1"/>
              </a:buClr>
              <a:buSzPts val="900"/>
              <a:buNone/>
              <a:defRPr sz="900"/>
            </a:lvl4pPr>
            <a:lvl5pPr indent="-228600" lvl="4" marL="2286000" rtl="0" algn="l">
              <a:lnSpc>
                <a:spcPct val="100000"/>
              </a:lnSpc>
              <a:spcBef>
                <a:spcPts val="180"/>
              </a:spcBef>
              <a:spcAft>
                <a:spcPts val="0"/>
              </a:spcAft>
              <a:buClr>
                <a:schemeClr val="dk1"/>
              </a:buClr>
              <a:buSzPts val="900"/>
              <a:buNone/>
              <a:defRPr sz="900"/>
            </a:lvl5pPr>
            <a:lvl6pPr indent="-228600" lvl="5" marL="2743200" rtl="0" algn="l">
              <a:lnSpc>
                <a:spcPct val="100000"/>
              </a:lnSpc>
              <a:spcBef>
                <a:spcPts val="180"/>
              </a:spcBef>
              <a:spcAft>
                <a:spcPts val="0"/>
              </a:spcAft>
              <a:buClr>
                <a:schemeClr val="dk1"/>
              </a:buClr>
              <a:buSzPts val="900"/>
              <a:buNone/>
              <a:defRPr sz="900"/>
            </a:lvl6pPr>
            <a:lvl7pPr indent="-228600" lvl="6" marL="3200400" rtl="0" algn="l">
              <a:lnSpc>
                <a:spcPct val="100000"/>
              </a:lnSpc>
              <a:spcBef>
                <a:spcPts val="180"/>
              </a:spcBef>
              <a:spcAft>
                <a:spcPts val="0"/>
              </a:spcAft>
              <a:buClr>
                <a:schemeClr val="dk1"/>
              </a:buClr>
              <a:buSzPts val="900"/>
              <a:buNone/>
              <a:defRPr sz="900"/>
            </a:lvl7pPr>
            <a:lvl8pPr indent="-228600" lvl="7" marL="3657600" rtl="0" algn="l">
              <a:lnSpc>
                <a:spcPct val="100000"/>
              </a:lnSpc>
              <a:spcBef>
                <a:spcPts val="180"/>
              </a:spcBef>
              <a:spcAft>
                <a:spcPts val="0"/>
              </a:spcAft>
              <a:buClr>
                <a:schemeClr val="dk1"/>
              </a:buClr>
              <a:buSzPts val="900"/>
              <a:buNone/>
              <a:defRPr sz="900"/>
            </a:lvl8pPr>
            <a:lvl9pPr indent="-228600" lvl="8" marL="4114800" rtl="0" algn="l">
              <a:lnSpc>
                <a:spcPct val="100000"/>
              </a:lnSpc>
              <a:spcBef>
                <a:spcPts val="180"/>
              </a:spcBef>
              <a:spcAft>
                <a:spcPts val="0"/>
              </a:spcAft>
              <a:buClr>
                <a:schemeClr val="dk1"/>
              </a:buClr>
              <a:buSzPts val="900"/>
              <a:buNone/>
              <a:defRPr sz="900"/>
            </a:lvl9pPr>
          </a:lstStyle>
          <a:p/>
        </p:txBody>
      </p:sp>
      <p:sp>
        <p:nvSpPr>
          <p:cNvPr id="104" name="Google Shape;104;p10"/>
          <p:cNvSpPr txBox="1"/>
          <p:nvPr>
            <p:ph idx="10" type="dt"/>
          </p:nvPr>
        </p:nvSpPr>
        <p:spPr>
          <a:xfrm>
            <a:off x="783750" y="8992850"/>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5" name="Google Shape;105;p10"/>
          <p:cNvSpPr txBox="1"/>
          <p:nvPr>
            <p:ph idx="11" type="ftr"/>
          </p:nvPr>
        </p:nvSpPr>
        <p:spPr>
          <a:xfrm>
            <a:off x="3657600" y="89928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6" name="Google Shape;106;p1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07" name="Google Shape;107;p10"/>
          <p:cNvCxnSpPr/>
          <p:nvPr/>
        </p:nvCxnSpPr>
        <p:spPr>
          <a:xfrm rot="5397279">
            <a:off x="8235650" y="6216173"/>
            <a:ext cx="6065102" cy="0"/>
          </a:xfrm>
          <a:prstGeom prst="straightConnector1">
            <a:avLst/>
          </a:prstGeom>
          <a:noFill/>
          <a:ln cap="flat" cmpd="sng" w="19050">
            <a:solidFill>
              <a:srgbClr val="CCCCCC"/>
            </a:solidFill>
            <a:prstDash val="solid"/>
            <a:round/>
            <a:headEnd len="sm" w="sm" type="none"/>
            <a:tailEnd len="sm" w="sm" type="none"/>
          </a:ln>
        </p:spPr>
      </p:cxnSp>
      <p:sp>
        <p:nvSpPr>
          <p:cNvPr id="108" name="Google Shape;108;p10"/>
          <p:cNvSpPr/>
          <p:nvPr/>
        </p:nvSpPr>
        <p:spPr>
          <a:xfrm>
            <a:off x="260714" y="0"/>
            <a:ext cx="13515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0"/>
          <p:cNvSpPr txBox="1"/>
          <p:nvPr/>
        </p:nvSpPr>
        <p:spPr>
          <a:xfrm>
            <a:off x="650066" y="1924746"/>
            <a:ext cx="10046400" cy="17730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4800"/>
              <a:buFont typeface="Arial"/>
              <a:buNone/>
            </a:pPr>
            <a:r>
              <a:rPr b="1" i="0" lang="en-US" sz="4800" u="none" cap="none" strike="noStrike">
                <a:solidFill>
                  <a:srgbClr val="2D6913"/>
                </a:solidFill>
                <a:latin typeface="Arial"/>
                <a:ea typeface="Arial"/>
                <a:cs typeface="Arial"/>
                <a:sym typeface="Arial"/>
              </a:rPr>
              <a:t>Subtitle</a:t>
            </a:r>
            <a:endParaRPr b="0" i="0" sz="1400" u="none" cap="none" strike="noStrike">
              <a:solidFill>
                <a:srgbClr val="000000"/>
              </a:solidFill>
              <a:latin typeface="Arial"/>
              <a:ea typeface="Arial"/>
              <a:cs typeface="Arial"/>
              <a:sym typeface="Arial"/>
            </a:endParaRPr>
          </a:p>
          <a:p>
            <a:pPr indent="-333956" lvl="1" marL="1277512" marR="0" rtl="0" algn="ctr">
              <a:lnSpc>
                <a:spcPct val="172583"/>
              </a:lnSpc>
              <a:spcBef>
                <a:spcPts val="0"/>
              </a:spcBef>
              <a:spcAft>
                <a:spcPts val="0"/>
              </a:spcAft>
              <a:buClr>
                <a:schemeClr val="dk1"/>
              </a:buClr>
              <a:buSzPts val="4800"/>
              <a:buFont typeface="Arial"/>
              <a:buNone/>
            </a:pPr>
            <a:r>
              <a:t/>
            </a:r>
            <a:endParaRPr b="0" i="0" sz="4800" u="none" cap="none" strike="noStrike">
              <a:solidFill>
                <a:srgbClr val="2B463C"/>
              </a:solidFill>
              <a:latin typeface="Arial"/>
              <a:ea typeface="Arial"/>
              <a:cs typeface="Arial"/>
              <a:sym typeface="Arial"/>
            </a:endParaRPr>
          </a:p>
        </p:txBody>
      </p:sp>
      <p:sp>
        <p:nvSpPr>
          <p:cNvPr id="110" name="Google Shape;110;p10"/>
          <p:cNvSpPr/>
          <p:nvPr/>
        </p:nvSpPr>
        <p:spPr>
          <a:xfrm>
            <a:off x="260714" y="9934796"/>
            <a:ext cx="18027300" cy="3909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1" name="Google Shape;111;p10"/>
          <p:cNvCxnSpPr/>
          <p:nvPr/>
        </p:nvCxnSpPr>
        <p:spPr>
          <a:xfrm rot="10800000">
            <a:off x="2418173" y="9640346"/>
            <a:ext cx="4366200" cy="0"/>
          </a:xfrm>
          <a:prstGeom prst="straightConnector1">
            <a:avLst/>
          </a:prstGeom>
          <a:noFill/>
          <a:ln cap="flat" cmpd="sng" w="28575">
            <a:solidFill>
              <a:srgbClr val="889D78"/>
            </a:solidFill>
            <a:prstDash val="solid"/>
            <a:round/>
            <a:headEnd len="sm" w="sm" type="none"/>
            <a:tailEnd len="sm" w="sm" type="none"/>
          </a:ln>
        </p:spPr>
      </p:cxnSp>
      <p:sp>
        <p:nvSpPr>
          <p:cNvPr id="112" name="Google Shape;112;p10"/>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0"/>
          <p:cNvSpPr txBox="1"/>
          <p:nvPr/>
        </p:nvSpPr>
        <p:spPr>
          <a:xfrm>
            <a:off x="2139173" y="9241058"/>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b="0" i="0" lang="en-US" sz="2400" u="none" cap="none" strike="noStrike">
                <a:solidFill>
                  <a:srgbClr val="2B463C"/>
                </a:solidFill>
                <a:latin typeface="Arial"/>
                <a:ea typeface="Arial"/>
                <a:cs typeface="Arial"/>
                <a:sym typeface="Arial"/>
              </a:rPr>
              <a:t>Systems Optimization Club</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cxnSp>
        <p:nvCxnSpPr>
          <p:cNvPr id="115" name="Google Shape;115;p11"/>
          <p:cNvCxnSpPr/>
          <p:nvPr/>
        </p:nvCxnSpPr>
        <p:spPr>
          <a:xfrm rot="10800000">
            <a:off x="2418173" y="9640346"/>
            <a:ext cx="4366200" cy="0"/>
          </a:xfrm>
          <a:prstGeom prst="straightConnector1">
            <a:avLst/>
          </a:prstGeom>
          <a:noFill/>
          <a:ln cap="flat" cmpd="sng" w="28575">
            <a:solidFill>
              <a:srgbClr val="889D78"/>
            </a:solidFill>
            <a:prstDash val="solid"/>
            <a:round/>
            <a:headEnd len="sm" w="sm" type="none"/>
            <a:tailEnd len="sm" w="sm" type="none"/>
          </a:ln>
        </p:spPr>
      </p:cxnSp>
      <p:sp>
        <p:nvSpPr>
          <p:cNvPr id="116" name="Google Shape;116;p11"/>
          <p:cNvSpPr txBox="1"/>
          <p:nvPr/>
        </p:nvSpPr>
        <p:spPr>
          <a:xfrm>
            <a:off x="2139173" y="9241058"/>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b="0" i="0" lang="en-US" sz="2400" u="none" cap="none" strike="noStrike">
                <a:solidFill>
                  <a:srgbClr val="2B463C"/>
                </a:solidFill>
                <a:latin typeface="Arial"/>
                <a:ea typeface="Arial"/>
                <a:cs typeface="Arial"/>
                <a:sym typeface="Arial"/>
              </a:rPr>
              <a:t>Systems Optimization Club</a:t>
            </a:r>
            <a:endParaRPr b="0" i="0" sz="1400" u="none" cap="none" strike="noStrike">
              <a:solidFill>
                <a:srgbClr val="000000"/>
              </a:solidFill>
              <a:latin typeface="Arial"/>
              <a:ea typeface="Arial"/>
              <a:cs typeface="Arial"/>
              <a:sym typeface="Arial"/>
            </a:endParaRPr>
          </a:p>
        </p:txBody>
      </p:sp>
      <p:sp>
        <p:nvSpPr>
          <p:cNvPr id="117" name="Google Shape;117;p11"/>
          <p:cNvSpPr/>
          <p:nvPr/>
        </p:nvSpPr>
        <p:spPr>
          <a:xfrm>
            <a:off x="260714" y="0"/>
            <a:ext cx="13515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9" name="Google Shape;119;p11"/>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20" name="Google Shape;120;p11"/>
          <p:cNvSpPr txBox="1"/>
          <p:nvPr>
            <p:ph idx="10" type="dt"/>
          </p:nvPr>
        </p:nvSpPr>
        <p:spPr>
          <a:xfrm>
            <a:off x="783750" y="8992850"/>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1" name="Google Shape;121;p11"/>
          <p:cNvSpPr txBox="1"/>
          <p:nvPr>
            <p:ph idx="11" type="ftr"/>
          </p:nvPr>
        </p:nvSpPr>
        <p:spPr>
          <a:xfrm>
            <a:off x="3657600" y="89928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2" name="Google Shape;122;p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23" name="Google Shape;123;p11"/>
          <p:cNvCxnSpPr/>
          <p:nvPr/>
        </p:nvCxnSpPr>
        <p:spPr>
          <a:xfrm rot="5397279">
            <a:off x="8235650" y="6216173"/>
            <a:ext cx="6065102" cy="0"/>
          </a:xfrm>
          <a:prstGeom prst="straightConnector1">
            <a:avLst/>
          </a:prstGeom>
          <a:noFill/>
          <a:ln cap="flat" cmpd="sng" w="19050">
            <a:solidFill>
              <a:srgbClr val="CCCCCC"/>
            </a:solidFill>
            <a:prstDash val="solid"/>
            <a:round/>
            <a:headEnd len="sm" w="sm" type="none"/>
            <a:tailEnd len="sm" w="sm" type="none"/>
          </a:ln>
        </p:spPr>
      </p:cxnSp>
      <p:sp>
        <p:nvSpPr>
          <p:cNvPr id="124" name="Google Shape;124;p11"/>
          <p:cNvSpPr txBox="1"/>
          <p:nvPr/>
        </p:nvSpPr>
        <p:spPr>
          <a:xfrm>
            <a:off x="650066" y="1924746"/>
            <a:ext cx="10046400" cy="17730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4800"/>
              <a:buFont typeface="Arial"/>
              <a:buNone/>
            </a:pPr>
            <a:r>
              <a:rPr b="1" i="0" lang="en-US" sz="4800" u="none" cap="none" strike="noStrike">
                <a:solidFill>
                  <a:srgbClr val="2D6913"/>
                </a:solidFill>
                <a:latin typeface="Arial"/>
                <a:ea typeface="Arial"/>
                <a:cs typeface="Arial"/>
                <a:sym typeface="Arial"/>
              </a:rPr>
              <a:t>Subtitle</a:t>
            </a:r>
            <a:endParaRPr b="0" i="0" sz="1400" u="none" cap="none" strike="noStrike">
              <a:solidFill>
                <a:srgbClr val="000000"/>
              </a:solidFill>
              <a:latin typeface="Arial"/>
              <a:ea typeface="Arial"/>
              <a:cs typeface="Arial"/>
              <a:sym typeface="Arial"/>
            </a:endParaRPr>
          </a:p>
          <a:p>
            <a:pPr indent="-333956" lvl="1" marL="1277512" marR="0" rtl="0" algn="ctr">
              <a:lnSpc>
                <a:spcPct val="172583"/>
              </a:lnSpc>
              <a:spcBef>
                <a:spcPts val="0"/>
              </a:spcBef>
              <a:spcAft>
                <a:spcPts val="0"/>
              </a:spcAft>
              <a:buClr>
                <a:schemeClr val="dk1"/>
              </a:buClr>
              <a:buSzPts val="4800"/>
              <a:buFont typeface="Arial"/>
              <a:buNone/>
            </a:pPr>
            <a:r>
              <a:t/>
            </a:r>
            <a:endParaRPr b="0" i="0" sz="4800" u="none" cap="none" strike="noStrike">
              <a:solidFill>
                <a:srgbClr val="2B463C"/>
              </a:solidFill>
              <a:latin typeface="Arial"/>
              <a:ea typeface="Arial"/>
              <a:cs typeface="Arial"/>
              <a:sym typeface="Arial"/>
            </a:endParaRPr>
          </a:p>
        </p:txBody>
      </p:sp>
      <p:sp>
        <p:nvSpPr>
          <p:cNvPr id="125" name="Google Shape;125;p11"/>
          <p:cNvSpPr/>
          <p:nvPr/>
        </p:nvSpPr>
        <p:spPr>
          <a:xfrm>
            <a:off x="260714" y="9934796"/>
            <a:ext cx="18027300" cy="3909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1"/>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7" name="Google Shape;127;p11"/>
          <p:cNvCxnSpPr/>
          <p:nvPr/>
        </p:nvCxnSpPr>
        <p:spPr>
          <a:xfrm rot="10800000">
            <a:off x="806100" y="1304983"/>
            <a:ext cx="16230600" cy="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8" name="Shape 128"/>
        <p:cNvGrpSpPr/>
        <p:nvPr/>
      </p:nvGrpSpPr>
      <p:grpSpPr>
        <a:xfrm>
          <a:off x="0" y="0"/>
          <a:ext cx="0" cy="0"/>
          <a:chOff x="0" y="0"/>
          <a:chExt cx="0" cy="0"/>
        </a:xfrm>
      </p:grpSpPr>
      <p:sp>
        <p:nvSpPr>
          <p:cNvPr id="129" name="Google Shape;129;p12"/>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0" name="Google Shape;130;p12"/>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31" name="Google Shape;131;p12"/>
          <p:cNvSpPr txBox="1"/>
          <p:nvPr>
            <p:ph idx="10" type="dt"/>
          </p:nvPr>
        </p:nvSpPr>
        <p:spPr>
          <a:xfrm>
            <a:off x="4419600" y="6633725"/>
            <a:ext cx="21336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2" name="Google Shape;132;p12"/>
          <p:cNvSpPr txBox="1"/>
          <p:nvPr>
            <p:ph idx="11" type="ftr"/>
          </p:nvPr>
        </p:nvSpPr>
        <p:spPr>
          <a:xfrm>
            <a:off x="5321775" y="7957150"/>
            <a:ext cx="28956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3" name="Google Shape;133;p1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4" name="Google Shape;134;p12"/>
          <p:cNvCxnSpPr/>
          <p:nvPr/>
        </p:nvCxnSpPr>
        <p:spPr>
          <a:xfrm rot="5397279">
            <a:off x="8235650" y="6216173"/>
            <a:ext cx="6065102" cy="0"/>
          </a:xfrm>
          <a:prstGeom prst="straightConnector1">
            <a:avLst/>
          </a:prstGeom>
          <a:noFill/>
          <a:ln cap="flat" cmpd="sng" w="19050">
            <a:solidFill>
              <a:srgbClr val="CCCCCC"/>
            </a:solidFill>
            <a:prstDash val="solid"/>
            <a:round/>
            <a:headEnd len="sm" w="sm" type="none"/>
            <a:tailEnd len="sm" w="sm" type="none"/>
          </a:ln>
        </p:spPr>
      </p:cxnSp>
      <p:sp>
        <p:nvSpPr>
          <p:cNvPr id="135" name="Google Shape;135;p12"/>
          <p:cNvSpPr/>
          <p:nvPr/>
        </p:nvSpPr>
        <p:spPr>
          <a:xfrm>
            <a:off x="260714" y="0"/>
            <a:ext cx="1351500" cy="10287000"/>
          </a:xfrm>
          <a:prstGeom prst="rect">
            <a:avLst/>
          </a:prstGeom>
          <a:solidFill>
            <a:srgbClr val="F4F1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2"/>
          <p:cNvSpPr/>
          <p:nvPr/>
        </p:nvSpPr>
        <p:spPr>
          <a:xfrm>
            <a:off x="260714" y="9934796"/>
            <a:ext cx="18027300" cy="390900"/>
          </a:xfrm>
          <a:prstGeom prst="rect">
            <a:avLst/>
          </a:prstGeom>
          <a:solidFill>
            <a:srgbClr val="545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7" name="Google Shape;137;p12"/>
          <p:cNvCxnSpPr/>
          <p:nvPr/>
        </p:nvCxnSpPr>
        <p:spPr>
          <a:xfrm rot="10800000">
            <a:off x="2418173" y="9640346"/>
            <a:ext cx="4366200" cy="0"/>
          </a:xfrm>
          <a:prstGeom prst="straightConnector1">
            <a:avLst/>
          </a:prstGeom>
          <a:noFill/>
          <a:ln cap="flat" cmpd="sng" w="28575">
            <a:solidFill>
              <a:srgbClr val="889D78"/>
            </a:solidFill>
            <a:prstDash val="solid"/>
            <a:round/>
            <a:headEnd len="sm" w="sm" type="none"/>
            <a:tailEnd len="sm" w="sm" type="none"/>
          </a:ln>
        </p:spPr>
      </p:cxnSp>
      <p:sp>
        <p:nvSpPr>
          <p:cNvPr id="138" name="Google Shape;138;p12"/>
          <p:cNvSpPr/>
          <p:nvPr/>
        </p:nvSpPr>
        <p:spPr>
          <a:xfrm>
            <a:off x="806092" y="8322254"/>
            <a:ext cx="1608646" cy="1608646"/>
          </a:xfrm>
          <a:custGeom>
            <a:rect b="b" l="l" r="r" t="t"/>
            <a:pathLst>
              <a:path extrusionOk="0"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2"/>
          <p:cNvSpPr txBox="1"/>
          <p:nvPr/>
        </p:nvSpPr>
        <p:spPr>
          <a:xfrm>
            <a:off x="2139173" y="9241058"/>
            <a:ext cx="4952100" cy="369300"/>
          </a:xfrm>
          <a:prstGeom prst="rect">
            <a:avLst/>
          </a:prstGeom>
          <a:noFill/>
          <a:ln>
            <a:noFill/>
          </a:ln>
        </p:spPr>
        <p:txBody>
          <a:bodyPr anchorCtr="0" anchor="t" bIns="0" lIns="0" spcFirstLastPara="1" rIns="0" wrap="square" tIns="0">
            <a:spAutoFit/>
          </a:bodyPr>
          <a:lstStyle/>
          <a:p>
            <a:pPr indent="0" lvl="0" marL="0" marR="0" rtl="0" algn="ctr">
              <a:lnSpc>
                <a:spcPct val="139000"/>
              </a:lnSpc>
              <a:spcBef>
                <a:spcPts val="0"/>
              </a:spcBef>
              <a:spcAft>
                <a:spcPts val="0"/>
              </a:spcAft>
              <a:buClr>
                <a:srgbClr val="000000"/>
              </a:buClr>
              <a:buSzPts val="2400"/>
              <a:buFont typeface="Arial"/>
              <a:buNone/>
            </a:pPr>
            <a:r>
              <a:rPr b="0" i="0" lang="en-US" sz="2400" u="none" cap="none" strike="noStrike">
                <a:solidFill>
                  <a:srgbClr val="2B463C"/>
                </a:solidFill>
                <a:latin typeface="Arial"/>
                <a:ea typeface="Arial"/>
                <a:cs typeface="Arial"/>
                <a:sym typeface="Arial"/>
              </a:rPr>
              <a:t>Systems Optimization Club</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9" name="Shape 149"/>
        <p:cNvGrpSpPr/>
        <p:nvPr/>
      </p:nvGrpSpPr>
      <p:grpSpPr>
        <a:xfrm>
          <a:off x="0" y="0"/>
          <a:ext cx="0" cy="0"/>
          <a:chOff x="0" y="0"/>
          <a:chExt cx="0" cy="0"/>
        </a:xfrm>
      </p:grpSpPr>
      <p:sp>
        <p:nvSpPr>
          <p:cNvPr id="150" name="Google Shape;150;p14"/>
          <p:cNvSpPr txBox="1"/>
          <p:nvPr>
            <p:ph type="ctrTitle"/>
          </p:nvPr>
        </p:nvSpPr>
        <p:spPr>
          <a:xfrm>
            <a:off x="1278400" y="5541350"/>
            <a:ext cx="16386000" cy="1467600"/>
          </a:xfrm>
          <a:prstGeom prst="rect">
            <a:avLst/>
          </a:prstGeom>
        </p:spPr>
        <p:txBody>
          <a:bodyPr anchorCtr="0" anchor="b" bIns="182850" lIns="182850" spcFirstLastPara="1" rIns="182850" wrap="square" tIns="182850">
            <a:noAutofit/>
          </a:bodyPr>
          <a:lstStyle>
            <a:lvl1pPr lvl="0" rtl="0" algn="ctr">
              <a:spcBef>
                <a:spcPts val="0"/>
              </a:spcBef>
              <a:spcAft>
                <a:spcPts val="0"/>
              </a:spcAft>
              <a:buSzPts val="7200"/>
              <a:buNone/>
              <a:defRPr sz="7200"/>
            </a:lvl1pPr>
            <a:lvl2pPr lvl="1" rtl="0" algn="ctr">
              <a:spcBef>
                <a:spcPts val="0"/>
              </a:spcBef>
              <a:spcAft>
                <a:spcPts val="0"/>
              </a:spcAft>
              <a:buSzPts val="7200"/>
              <a:buNone/>
              <a:defRPr sz="7200"/>
            </a:lvl2pPr>
            <a:lvl3pPr lvl="2" rtl="0" algn="ctr">
              <a:spcBef>
                <a:spcPts val="0"/>
              </a:spcBef>
              <a:spcAft>
                <a:spcPts val="0"/>
              </a:spcAft>
              <a:buSzPts val="7200"/>
              <a:buNone/>
              <a:defRPr sz="7200"/>
            </a:lvl3pPr>
            <a:lvl4pPr lvl="3" rtl="0" algn="ctr">
              <a:spcBef>
                <a:spcPts val="0"/>
              </a:spcBef>
              <a:spcAft>
                <a:spcPts val="0"/>
              </a:spcAft>
              <a:buSzPts val="7200"/>
              <a:buNone/>
              <a:defRPr sz="7200"/>
            </a:lvl4pPr>
            <a:lvl5pPr lvl="4" rtl="0" algn="ctr">
              <a:spcBef>
                <a:spcPts val="0"/>
              </a:spcBef>
              <a:spcAft>
                <a:spcPts val="0"/>
              </a:spcAft>
              <a:buSzPts val="7200"/>
              <a:buNone/>
              <a:defRPr sz="7200"/>
            </a:lvl5pPr>
            <a:lvl6pPr lvl="5" rtl="0" algn="ctr">
              <a:spcBef>
                <a:spcPts val="0"/>
              </a:spcBef>
              <a:spcAft>
                <a:spcPts val="0"/>
              </a:spcAft>
              <a:buSzPts val="7200"/>
              <a:buNone/>
              <a:defRPr sz="7200"/>
            </a:lvl6pPr>
            <a:lvl7pPr lvl="6" rtl="0" algn="ctr">
              <a:spcBef>
                <a:spcPts val="0"/>
              </a:spcBef>
              <a:spcAft>
                <a:spcPts val="0"/>
              </a:spcAft>
              <a:buSzPts val="7200"/>
              <a:buNone/>
              <a:defRPr sz="7200"/>
            </a:lvl7pPr>
            <a:lvl8pPr lvl="7" rtl="0" algn="ctr">
              <a:spcBef>
                <a:spcPts val="0"/>
              </a:spcBef>
              <a:spcAft>
                <a:spcPts val="0"/>
              </a:spcAft>
              <a:buSzPts val="7200"/>
              <a:buNone/>
              <a:defRPr sz="7200"/>
            </a:lvl8pPr>
            <a:lvl9pPr lvl="8" rtl="0" algn="ctr">
              <a:spcBef>
                <a:spcPts val="0"/>
              </a:spcBef>
              <a:spcAft>
                <a:spcPts val="0"/>
              </a:spcAft>
              <a:buSzPts val="7200"/>
              <a:buNone/>
              <a:defRPr sz="7200"/>
            </a:lvl9pPr>
          </a:lstStyle>
          <a:p/>
        </p:txBody>
      </p:sp>
      <p:sp>
        <p:nvSpPr>
          <p:cNvPr id="151" name="Google Shape;151;p14"/>
          <p:cNvSpPr txBox="1"/>
          <p:nvPr>
            <p:ph idx="1" type="subTitle"/>
          </p:nvPr>
        </p:nvSpPr>
        <p:spPr>
          <a:xfrm>
            <a:off x="1278401" y="6539700"/>
            <a:ext cx="16386000" cy="1107000"/>
          </a:xfrm>
          <a:prstGeom prst="rect">
            <a:avLst/>
          </a:prstGeom>
        </p:spPr>
        <p:txBody>
          <a:bodyPr anchorCtr="0" anchor="t" bIns="182850" lIns="182850" spcFirstLastPara="1" rIns="182850" wrap="square" tIns="182850">
            <a:no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52" name="Google Shape;152;p14"/>
          <p:cNvSpPr txBox="1"/>
          <p:nvPr>
            <p:ph idx="12" type="sldNum"/>
          </p:nvPr>
        </p:nvSpPr>
        <p:spPr>
          <a:xfrm>
            <a:off x="16944916" y="9174034"/>
            <a:ext cx="1097400" cy="787200"/>
          </a:xfrm>
          <a:prstGeom prst="rect">
            <a:avLst/>
          </a:prstGeom>
        </p:spPr>
        <p:txBody>
          <a:bodyPr anchorCtr="0" anchor="ctr" bIns="182850" lIns="182850" spcFirstLastPara="1" rIns="182850" wrap="square" tIns="18285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3" name="Shape 153"/>
        <p:cNvGrpSpPr/>
        <p:nvPr/>
      </p:nvGrpSpPr>
      <p:grpSpPr>
        <a:xfrm>
          <a:off x="0" y="0"/>
          <a:ext cx="0" cy="0"/>
          <a:chOff x="0" y="0"/>
          <a:chExt cx="0" cy="0"/>
        </a:xfrm>
      </p:grpSpPr>
      <p:sp>
        <p:nvSpPr>
          <p:cNvPr id="154" name="Google Shape;154;p15"/>
          <p:cNvSpPr txBox="1"/>
          <p:nvPr>
            <p:ph type="title"/>
          </p:nvPr>
        </p:nvSpPr>
        <p:spPr>
          <a:xfrm>
            <a:off x="1246950" y="319600"/>
            <a:ext cx="16186800" cy="511800"/>
          </a:xfrm>
          <a:prstGeom prst="rect">
            <a:avLst/>
          </a:prstGeom>
        </p:spPr>
        <p:txBody>
          <a:bodyPr anchorCtr="0" anchor="t" bIns="182850" lIns="182850" spcFirstLastPara="1" rIns="182850" wrap="square" tIns="182850">
            <a:noAutofit/>
          </a:bodyPr>
          <a:lstStyle>
            <a:lvl1pPr lvl="0" rtl="0">
              <a:spcBef>
                <a:spcPts val="0"/>
              </a:spcBef>
              <a:spcAft>
                <a:spcPts val="0"/>
              </a:spcAft>
              <a:buSzPts val="4400"/>
              <a:buNone/>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155" name="Google Shape;155;p15"/>
          <p:cNvSpPr txBox="1"/>
          <p:nvPr>
            <p:ph idx="1" type="body"/>
          </p:nvPr>
        </p:nvSpPr>
        <p:spPr>
          <a:xfrm>
            <a:off x="1246950" y="1701250"/>
            <a:ext cx="16508400" cy="6399000"/>
          </a:xfrm>
          <a:prstGeom prst="rect">
            <a:avLst/>
          </a:prstGeom>
        </p:spPr>
        <p:txBody>
          <a:bodyPr anchorCtr="0" anchor="t" bIns="182850" lIns="182850" spcFirstLastPara="1" rIns="182850" wrap="square" tIns="182850">
            <a:noAutofit/>
          </a:bodyPr>
          <a:lstStyle>
            <a:lvl1pPr indent="-406400" lvl="0" marL="457200" rtl="0">
              <a:lnSpc>
                <a:spcPct val="100000"/>
              </a:lnSpc>
              <a:spcBef>
                <a:spcPts val="0"/>
              </a:spcBef>
              <a:spcAft>
                <a:spcPts val="0"/>
              </a:spcAft>
              <a:buSzPts val="2800"/>
              <a:buChar char="●"/>
              <a:defRPr sz="2800"/>
            </a:lvl1pPr>
            <a:lvl2pPr indent="-406400" lvl="1" marL="914400" rtl="0">
              <a:lnSpc>
                <a:spcPct val="100000"/>
              </a:lnSpc>
              <a:spcBef>
                <a:spcPts val="1200"/>
              </a:spcBef>
              <a:spcAft>
                <a:spcPts val="0"/>
              </a:spcAft>
              <a:buSzPts val="2800"/>
              <a:buChar char="○"/>
              <a:defRPr/>
            </a:lvl2pPr>
            <a:lvl3pPr indent="-406400" lvl="2" marL="1371600" rtl="0">
              <a:lnSpc>
                <a:spcPct val="100000"/>
              </a:lnSpc>
              <a:spcBef>
                <a:spcPts val="1200"/>
              </a:spcBef>
              <a:spcAft>
                <a:spcPts val="0"/>
              </a:spcAft>
              <a:buSzPts val="2800"/>
              <a:buChar char="■"/>
              <a:defRPr/>
            </a:lvl3pPr>
            <a:lvl4pPr indent="-406400" lvl="3" marL="1828800" rtl="0">
              <a:lnSpc>
                <a:spcPct val="100000"/>
              </a:lnSpc>
              <a:spcBef>
                <a:spcPts val="1200"/>
              </a:spcBef>
              <a:spcAft>
                <a:spcPts val="0"/>
              </a:spcAft>
              <a:buSzPts val="2800"/>
              <a:buChar char="●"/>
              <a:defRPr/>
            </a:lvl4pPr>
            <a:lvl5pPr indent="-406400" lvl="4" marL="2286000" rtl="0">
              <a:lnSpc>
                <a:spcPct val="100000"/>
              </a:lnSpc>
              <a:spcBef>
                <a:spcPts val="1200"/>
              </a:spcBef>
              <a:spcAft>
                <a:spcPts val="0"/>
              </a:spcAft>
              <a:buSzPts val="2800"/>
              <a:buChar char="○"/>
              <a:defRPr/>
            </a:lvl5pPr>
            <a:lvl6pPr indent="-406400" lvl="5" marL="2743200" rtl="0">
              <a:lnSpc>
                <a:spcPct val="100000"/>
              </a:lnSpc>
              <a:spcBef>
                <a:spcPts val="1200"/>
              </a:spcBef>
              <a:spcAft>
                <a:spcPts val="0"/>
              </a:spcAft>
              <a:buSzPts val="2800"/>
              <a:buChar char="■"/>
              <a:defRPr/>
            </a:lvl6pPr>
            <a:lvl7pPr indent="-406400" lvl="6" marL="3200400" rtl="0">
              <a:lnSpc>
                <a:spcPct val="100000"/>
              </a:lnSpc>
              <a:spcBef>
                <a:spcPts val="1200"/>
              </a:spcBef>
              <a:spcAft>
                <a:spcPts val="0"/>
              </a:spcAft>
              <a:buSzPts val="2800"/>
              <a:buChar char="●"/>
              <a:defRPr/>
            </a:lvl7pPr>
            <a:lvl8pPr indent="-406400" lvl="7" marL="3657600" rtl="0">
              <a:lnSpc>
                <a:spcPct val="100000"/>
              </a:lnSpc>
              <a:spcBef>
                <a:spcPts val="1200"/>
              </a:spcBef>
              <a:spcAft>
                <a:spcPts val="0"/>
              </a:spcAft>
              <a:buSzPts val="2800"/>
              <a:buChar char="○"/>
              <a:defRPr/>
            </a:lvl8pPr>
            <a:lvl9pPr indent="-406400" lvl="8" marL="4114800" rtl="0">
              <a:lnSpc>
                <a:spcPct val="100000"/>
              </a:lnSpc>
              <a:spcBef>
                <a:spcPts val="1200"/>
              </a:spcBef>
              <a:spcAft>
                <a:spcPts val="1200"/>
              </a:spcAft>
              <a:buSzPts val="2800"/>
              <a:buChar char="■"/>
              <a:defRPr/>
            </a:lvl9pPr>
          </a:lstStyle>
          <a:p/>
        </p:txBody>
      </p:sp>
      <p:sp>
        <p:nvSpPr>
          <p:cNvPr id="156" name="Google Shape;156;p15"/>
          <p:cNvSpPr txBox="1"/>
          <p:nvPr>
            <p:ph idx="12" type="sldNum"/>
          </p:nvPr>
        </p:nvSpPr>
        <p:spPr>
          <a:xfrm>
            <a:off x="16944916" y="9174034"/>
            <a:ext cx="1097400" cy="787200"/>
          </a:xfrm>
          <a:prstGeom prst="rect">
            <a:avLst/>
          </a:prstGeom>
        </p:spPr>
        <p:txBody>
          <a:bodyPr anchorCtr="0" anchor="ctr" bIns="182850" lIns="182850" spcFirstLastPara="1" rIns="182850" wrap="square" tIns="18285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
        <p:nvSpPr>
          <p:cNvPr id="157" name="Google Shape;157;p15"/>
          <p:cNvSpPr txBox="1"/>
          <p:nvPr>
            <p:ph idx="2" type="subTitle"/>
          </p:nvPr>
        </p:nvSpPr>
        <p:spPr>
          <a:xfrm>
            <a:off x="1246950" y="831400"/>
            <a:ext cx="16186800" cy="439800"/>
          </a:xfrm>
          <a:prstGeom prst="rect">
            <a:avLst/>
          </a:prstGeom>
        </p:spPr>
        <p:txBody>
          <a:bodyPr anchorCtr="0" anchor="t" bIns="182850" lIns="182850" spcFirstLastPara="1" rIns="182850" wrap="square" tIns="182850">
            <a:noAutofit/>
          </a:bodyPr>
          <a:lstStyle>
            <a:lvl1pPr lvl="0" rtl="0">
              <a:spcBef>
                <a:spcPts val="0"/>
              </a:spcBef>
              <a:spcAft>
                <a:spcPts val="0"/>
              </a:spcAft>
              <a:buNone/>
              <a:defRPr sz="3600">
                <a:solidFill>
                  <a:srgbClr val="035642"/>
                </a:solidFill>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8" name="Shape 158"/>
        <p:cNvGrpSpPr/>
        <p:nvPr/>
      </p:nvGrpSpPr>
      <p:grpSpPr>
        <a:xfrm>
          <a:off x="0" y="0"/>
          <a:ext cx="0" cy="0"/>
          <a:chOff x="0" y="0"/>
          <a:chExt cx="0" cy="0"/>
        </a:xfrm>
      </p:grpSpPr>
      <p:sp>
        <p:nvSpPr>
          <p:cNvPr id="159" name="Google Shape;159;p16"/>
          <p:cNvSpPr txBox="1"/>
          <p:nvPr>
            <p:ph type="title"/>
          </p:nvPr>
        </p:nvSpPr>
        <p:spPr>
          <a:xfrm>
            <a:off x="1246950" y="321850"/>
            <a:ext cx="16186800" cy="956400"/>
          </a:xfrm>
          <a:prstGeom prst="rect">
            <a:avLst/>
          </a:prstGeom>
        </p:spPr>
        <p:txBody>
          <a:bodyPr anchorCtr="0" anchor="t" bIns="182850" lIns="182850" spcFirstLastPara="1" rIns="182850" wrap="square" tIns="182850">
            <a:noAutofit/>
          </a:bodyPr>
          <a:lstStyle>
            <a:lvl1pPr lvl="0" rtl="0">
              <a:spcBef>
                <a:spcPts val="0"/>
              </a:spcBef>
              <a:spcAft>
                <a:spcPts val="0"/>
              </a:spcAft>
              <a:buSzPts val="4400"/>
              <a:buNone/>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160" name="Google Shape;160;p16"/>
          <p:cNvSpPr txBox="1"/>
          <p:nvPr>
            <p:ph idx="1" type="body"/>
          </p:nvPr>
        </p:nvSpPr>
        <p:spPr>
          <a:xfrm>
            <a:off x="1246950" y="2254950"/>
            <a:ext cx="7999800" cy="6882600"/>
          </a:xfrm>
          <a:prstGeom prst="rect">
            <a:avLst/>
          </a:prstGeom>
        </p:spPr>
        <p:txBody>
          <a:bodyPr anchorCtr="0" anchor="t" bIns="182850" lIns="182850" spcFirstLastPara="1" rIns="182850" wrap="square" tIns="182850">
            <a:noAutofit/>
          </a:bodyPr>
          <a:lstStyle>
            <a:lvl1pPr indent="-406400" lvl="0" marL="457200" rtl="0">
              <a:spcBef>
                <a:spcPts val="0"/>
              </a:spcBef>
              <a:spcAft>
                <a:spcPts val="0"/>
              </a:spcAft>
              <a:buSzPts val="2800"/>
              <a:buChar char="●"/>
              <a:defRPr sz="2800"/>
            </a:lvl1pPr>
            <a:lvl2pPr indent="-381000" lvl="1" marL="914400" rtl="0">
              <a:spcBef>
                <a:spcPts val="1200"/>
              </a:spcBef>
              <a:spcAft>
                <a:spcPts val="0"/>
              </a:spcAft>
              <a:buSzPts val="2400"/>
              <a:buChar char="○"/>
              <a:defRPr sz="2400"/>
            </a:lvl2pPr>
            <a:lvl3pPr indent="-381000" lvl="2" marL="1371600" rtl="0">
              <a:spcBef>
                <a:spcPts val="1200"/>
              </a:spcBef>
              <a:spcAft>
                <a:spcPts val="0"/>
              </a:spcAft>
              <a:buSzPts val="2400"/>
              <a:buChar char="■"/>
              <a:defRPr sz="2400"/>
            </a:lvl3pPr>
            <a:lvl4pPr indent="-381000" lvl="3" marL="1828800" rtl="0">
              <a:spcBef>
                <a:spcPts val="1200"/>
              </a:spcBef>
              <a:spcAft>
                <a:spcPts val="0"/>
              </a:spcAft>
              <a:buSzPts val="2400"/>
              <a:buChar char="●"/>
              <a:defRPr sz="2400"/>
            </a:lvl4pPr>
            <a:lvl5pPr indent="-381000" lvl="4" marL="2286000" rtl="0">
              <a:spcBef>
                <a:spcPts val="1200"/>
              </a:spcBef>
              <a:spcAft>
                <a:spcPts val="0"/>
              </a:spcAft>
              <a:buSzPts val="2400"/>
              <a:buChar char="○"/>
              <a:defRPr sz="2400"/>
            </a:lvl5pPr>
            <a:lvl6pPr indent="-381000" lvl="5" marL="2743200" rtl="0">
              <a:spcBef>
                <a:spcPts val="1200"/>
              </a:spcBef>
              <a:spcAft>
                <a:spcPts val="0"/>
              </a:spcAft>
              <a:buSzPts val="2400"/>
              <a:buChar char="■"/>
              <a:defRPr sz="2400"/>
            </a:lvl6pPr>
            <a:lvl7pPr indent="-381000" lvl="6" marL="3200400" rtl="0">
              <a:spcBef>
                <a:spcPts val="1200"/>
              </a:spcBef>
              <a:spcAft>
                <a:spcPts val="0"/>
              </a:spcAft>
              <a:buSzPts val="2400"/>
              <a:buChar char="●"/>
              <a:defRPr sz="2400"/>
            </a:lvl7pPr>
            <a:lvl8pPr indent="-381000" lvl="7" marL="3657600" rtl="0">
              <a:spcBef>
                <a:spcPts val="1200"/>
              </a:spcBef>
              <a:spcAft>
                <a:spcPts val="0"/>
              </a:spcAft>
              <a:buSzPts val="2400"/>
              <a:buChar char="○"/>
              <a:defRPr sz="2400"/>
            </a:lvl8pPr>
            <a:lvl9pPr indent="-381000" lvl="8" marL="4114800" rtl="0">
              <a:spcBef>
                <a:spcPts val="1200"/>
              </a:spcBef>
              <a:spcAft>
                <a:spcPts val="1200"/>
              </a:spcAft>
              <a:buSzPts val="2400"/>
              <a:buChar char="■"/>
              <a:defRPr sz="2400"/>
            </a:lvl9pPr>
          </a:lstStyle>
          <a:p/>
        </p:txBody>
      </p:sp>
      <p:sp>
        <p:nvSpPr>
          <p:cNvPr id="161" name="Google Shape;161;p16"/>
          <p:cNvSpPr txBox="1"/>
          <p:nvPr>
            <p:ph idx="2" type="body"/>
          </p:nvPr>
        </p:nvSpPr>
        <p:spPr>
          <a:xfrm>
            <a:off x="9664800" y="2254950"/>
            <a:ext cx="7999800" cy="6882600"/>
          </a:xfrm>
          <a:prstGeom prst="rect">
            <a:avLst/>
          </a:prstGeom>
        </p:spPr>
        <p:txBody>
          <a:bodyPr anchorCtr="0" anchor="t" bIns="182850" lIns="182850" spcFirstLastPara="1" rIns="182850" wrap="square" tIns="182850">
            <a:noAutofit/>
          </a:bodyPr>
          <a:lstStyle>
            <a:lvl1pPr indent="-406400" lvl="0" marL="457200" rtl="0">
              <a:spcBef>
                <a:spcPts val="0"/>
              </a:spcBef>
              <a:spcAft>
                <a:spcPts val="0"/>
              </a:spcAft>
              <a:buSzPts val="2800"/>
              <a:buChar char="●"/>
              <a:defRPr sz="2800"/>
            </a:lvl1pPr>
            <a:lvl2pPr indent="-381000" lvl="1" marL="914400" rtl="0">
              <a:spcBef>
                <a:spcPts val="1200"/>
              </a:spcBef>
              <a:spcAft>
                <a:spcPts val="0"/>
              </a:spcAft>
              <a:buSzPts val="2400"/>
              <a:buChar char="○"/>
              <a:defRPr sz="2400"/>
            </a:lvl2pPr>
            <a:lvl3pPr indent="-381000" lvl="2" marL="1371600" rtl="0">
              <a:spcBef>
                <a:spcPts val="1200"/>
              </a:spcBef>
              <a:spcAft>
                <a:spcPts val="0"/>
              </a:spcAft>
              <a:buSzPts val="2400"/>
              <a:buChar char="■"/>
              <a:defRPr sz="2400"/>
            </a:lvl3pPr>
            <a:lvl4pPr indent="-381000" lvl="3" marL="1828800" rtl="0">
              <a:spcBef>
                <a:spcPts val="1200"/>
              </a:spcBef>
              <a:spcAft>
                <a:spcPts val="0"/>
              </a:spcAft>
              <a:buSzPts val="2400"/>
              <a:buChar char="●"/>
              <a:defRPr sz="2400"/>
            </a:lvl4pPr>
            <a:lvl5pPr indent="-381000" lvl="4" marL="2286000" rtl="0">
              <a:spcBef>
                <a:spcPts val="1200"/>
              </a:spcBef>
              <a:spcAft>
                <a:spcPts val="0"/>
              </a:spcAft>
              <a:buSzPts val="2400"/>
              <a:buChar char="○"/>
              <a:defRPr sz="2400"/>
            </a:lvl5pPr>
            <a:lvl6pPr indent="-381000" lvl="5" marL="2743200" rtl="0">
              <a:spcBef>
                <a:spcPts val="1200"/>
              </a:spcBef>
              <a:spcAft>
                <a:spcPts val="0"/>
              </a:spcAft>
              <a:buSzPts val="2400"/>
              <a:buChar char="■"/>
              <a:defRPr sz="2400"/>
            </a:lvl6pPr>
            <a:lvl7pPr indent="-381000" lvl="6" marL="3200400" rtl="0">
              <a:spcBef>
                <a:spcPts val="1200"/>
              </a:spcBef>
              <a:spcAft>
                <a:spcPts val="0"/>
              </a:spcAft>
              <a:buSzPts val="2400"/>
              <a:buChar char="●"/>
              <a:defRPr sz="2400"/>
            </a:lvl7pPr>
            <a:lvl8pPr indent="-381000" lvl="7" marL="3657600" rtl="0">
              <a:spcBef>
                <a:spcPts val="1200"/>
              </a:spcBef>
              <a:spcAft>
                <a:spcPts val="0"/>
              </a:spcAft>
              <a:buSzPts val="2400"/>
              <a:buChar char="○"/>
              <a:defRPr sz="2400"/>
            </a:lvl8pPr>
            <a:lvl9pPr indent="-381000" lvl="8" marL="4114800" rtl="0">
              <a:spcBef>
                <a:spcPts val="1200"/>
              </a:spcBef>
              <a:spcAft>
                <a:spcPts val="1200"/>
              </a:spcAft>
              <a:buSzPts val="2400"/>
              <a:buChar char="■"/>
              <a:defRPr sz="2400"/>
            </a:lvl9pPr>
          </a:lstStyle>
          <a:p/>
        </p:txBody>
      </p:sp>
      <p:sp>
        <p:nvSpPr>
          <p:cNvPr id="162" name="Google Shape;162;p16"/>
          <p:cNvSpPr txBox="1"/>
          <p:nvPr>
            <p:ph idx="12" type="sldNum"/>
          </p:nvPr>
        </p:nvSpPr>
        <p:spPr>
          <a:xfrm>
            <a:off x="16944916" y="9174034"/>
            <a:ext cx="1097400" cy="787200"/>
          </a:xfrm>
          <a:prstGeom prst="rect">
            <a:avLst/>
          </a:prstGeom>
        </p:spPr>
        <p:txBody>
          <a:bodyPr anchorCtr="0" anchor="ctr" bIns="182850" lIns="182850" spcFirstLastPara="1" rIns="182850" wrap="square" tIns="18285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
        <p:nvSpPr>
          <p:cNvPr id="163" name="Google Shape;163;p16"/>
          <p:cNvSpPr txBox="1"/>
          <p:nvPr>
            <p:ph idx="3" type="title"/>
          </p:nvPr>
        </p:nvSpPr>
        <p:spPr>
          <a:xfrm>
            <a:off x="1246950" y="919250"/>
            <a:ext cx="16186800" cy="956400"/>
          </a:xfrm>
          <a:prstGeom prst="rect">
            <a:avLst/>
          </a:prstGeom>
        </p:spPr>
        <p:txBody>
          <a:bodyPr anchorCtr="0" anchor="t" bIns="182850" lIns="182850" spcFirstLastPara="1" rIns="182850" wrap="square" tIns="182850">
            <a:noAutofit/>
          </a:bodyPr>
          <a:lstStyle>
            <a:lvl1pPr lvl="0" rtl="0">
              <a:spcBef>
                <a:spcPts val="0"/>
              </a:spcBef>
              <a:spcAft>
                <a:spcPts val="0"/>
              </a:spcAft>
              <a:buClr>
                <a:srgbClr val="035642"/>
              </a:buClr>
              <a:buSzPts val="3600"/>
              <a:buNone/>
              <a:defRPr sz="3600">
                <a:solidFill>
                  <a:srgbClr val="035642"/>
                </a:solidFill>
              </a:defRPr>
            </a:lvl1pPr>
            <a:lvl2pPr lvl="1" rtl="0">
              <a:spcBef>
                <a:spcPts val="0"/>
              </a:spcBef>
              <a:spcAft>
                <a:spcPts val="0"/>
              </a:spcAft>
              <a:buClr>
                <a:srgbClr val="035642"/>
              </a:buClr>
              <a:buSzPts val="3600"/>
              <a:buNone/>
              <a:defRPr sz="3600">
                <a:solidFill>
                  <a:srgbClr val="035642"/>
                </a:solidFill>
              </a:defRPr>
            </a:lvl2pPr>
            <a:lvl3pPr lvl="2" rtl="0">
              <a:spcBef>
                <a:spcPts val="0"/>
              </a:spcBef>
              <a:spcAft>
                <a:spcPts val="0"/>
              </a:spcAft>
              <a:buClr>
                <a:srgbClr val="035642"/>
              </a:buClr>
              <a:buSzPts val="3600"/>
              <a:buNone/>
              <a:defRPr sz="3600">
                <a:solidFill>
                  <a:srgbClr val="035642"/>
                </a:solidFill>
              </a:defRPr>
            </a:lvl3pPr>
            <a:lvl4pPr lvl="3" rtl="0">
              <a:spcBef>
                <a:spcPts val="0"/>
              </a:spcBef>
              <a:spcAft>
                <a:spcPts val="0"/>
              </a:spcAft>
              <a:buClr>
                <a:srgbClr val="035642"/>
              </a:buClr>
              <a:buSzPts val="3600"/>
              <a:buNone/>
              <a:defRPr sz="3600">
                <a:solidFill>
                  <a:srgbClr val="035642"/>
                </a:solidFill>
              </a:defRPr>
            </a:lvl4pPr>
            <a:lvl5pPr lvl="4" rtl="0">
              <a:spcBef>
                <a:spcPts val="0"/>
              </a:spcBef>
              <a:spcAft>
                <a:spcPts val="0"/>
              </a:spcAft>
              <a:buClr>
                <a:srgbClr val="035642"/>
              </a:buClr>
              <a:buSzPts val="3600"/>
              <a:buNone/>
              <a:defRPr sz="3600">
                <a:solidFill>
                  <a:srgbClr val="035642"/>
                </a:solidFill>
              </a:defRPr>
            </a:lvl5pPr>
            <a:lvl6pPr lvl="5" rtl="0">
              <a:spcBef>
                <a:spcPts val="0"/>
              </a:spcBef>
              <a:spcAft>
                <a:spcPts val="0"/>
              </a:spcAft>
              <a:buClr>
                <a:srgbClr val="035642"/>
              </a:buClr>
              <a:buSzPts val="3600"/>
              <a:buNone/>
              <a:defRPr sz="3600">
                <a:solidFill>
                  <a:srgbClr val="035642"/>
                </a:solidFill>
              </a:defRPr>
            </a:lvl6pPr>
            <a:lvl7pPr lvl="6" rtl="0">
              <a:spcBef>
                <a:spcPts val="0"/>
              </a:spcBef>
              <a:spcAft>
                <a:spcPts val="0"/>
              </a:spcAft>
              <a:buClr>
                <a:srgbClr val="035642"/>
              </a:buClr>
              <a:buSzPts val="3600"/>
              <a:buNone/>
              <a:defRPr sz="3600">
                <a:solidFill>
                  <a:srgbClr val="035642"/>
                </a:solidFill>
              </a:defRPr>
            </a:lvl7pPr>
            <a:lvl8pPr lvl="7" rtl="0">
              <a:spcBef>
                <a:spcPts val="0"/>
              </a:spcBef>
              <a:spcAft>
                <a:spcPts val="0"/>
              </a:spcAft>
              <a:buClr>
                <a:srgbClr val="035642"/>
              </a:buClr>
              <a:buSzPts val="3600"/>
              <a:buNone/>
              <a:defRPr sz="3600">
                <a:solidFill>
                  <a:srgbClr val="035642"/>
                </a:solidFill>
              </a:defRPr>
            </a:lvl8pPr>
            <a:lvl9pPr lvl="8" rtl="0">
              <a:spcBef>
                <a:spcPts val="0"/>
              </a:spcBef>
              <a:spcAft>
                <a:spcPts val="0"/>
              </a:spcAft>
              <a:buClr>
                <a:srgbClr val="035642"/>
              </a:buClr>
              <a:buSzPts val="3600"/>
              <a:buNone/>
              <a:defRPr sz="3600">
                <a:solidFill>
                  <a:srgbClr val="035642"/>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4" name="Shape 164"/>
        <p:cNvGrpSpPr/>
        <p:nvPr/>
      </p:nvGrpSpPr>
      <p:grpSpPr>
        <a:xfrm>
          <a:off x="0" y="0"/>
          <a:ext cx="0" cy="0"/>
          <a:chOff x="0" y="0"/>
          <a:chExt cx="0" cy="0"/>
        </a:xfrm>
      </p:grpSpPr>
      <p:sp>
        <p:nvSpPr>
          <p:cNvPr id="165" name="Google Shape;165;p17"/>
          <p:cNvSpPr txBox="1"/>
          <p:nvPr>
            <p:ph idx="12" type="sldNum"/>
          </p:nvPr>
        </p:nvSpPr>
        <p:spPr>
          <a:xfrm>
            <a:off x="16944916" y="9174034"/>
            <a:ext cx="1097400" cy="787200"/>
          </a:xfrm>
          <a:prstGeom prst="rect">
            <a:avLst/>
          </a:prstGeom>
        </p:spPr>
        <p:txBody>
          <a:bodyPr anchorCtr="0" anchor="ctr" bIns="182850" lIns="182850" spcFirstLastPara="1" rIns="182850" wrap="square" tIns="18285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
        <p:nvSpPr>
          <p:cNvPr id="166" name="Google Shape;166;p17"/>
          <p:cNvSpPr txBox="1"/>
          <p:nvPr>
            <p:ph type="title"/>
          </p:nvPr>
        </p:nvSpPr>
        <p:spPr>
          <a:xfrm>
            <a:off x="1246950" y="321850"/>
            <a:ext cx="16186800" cy="956400"/>
          </a:xfrm>
          <a:prstGeom prst="rect">
            <a:avLst/>
          </a:prstGeom>
        </p:spPr>
        <p:txBody>
          <a:bodyPr anchorCtr="0" anchor="t" bIns="182850" lIns="182850" spcFirstLastPara="1" rIns="182850" wrap="square" tIns="182850">
            <a:noAutofit/>
          </a:bodyPr>
          <a:lstStyle>
            <a:lvl1pPr lvl="0" rtl="0">
              <a:spcBef>
                <a:spcPts val="0"/>
              </a:spcBef>
              <a:spcAft>
                <a:spcPts val="0"/>
              </a:spcAft>
              <a:buClr>
                <a:schemeClr val="dk1"/>
              </a:buClr>
              <a:buSzPts val="4400"/>
              <a:buFont typeface="Century Gothic"/>
              <a:buNone/>
              <a:defRPr b="1" sz="4400">
                <a:solidFill>
                  <a:schemeClr val="dk1"/>
                </a:solidFill>
                <a:latin typeface="Century Gothic"/>
                <a:ea typeface="Century Gothic"/>
                <a:cs typeface="Century Gothic"/>
                <a:sym typeface="Century Gothic"/>
              </a:defRPr>
            </a:lvl1pPr>
            <a:lvl2pPr lvl="1"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2pPr>
            <a:lvl3pPr lvl="2"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3pPr>
            <a:lvl4pPr lvl="3"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4pPr>
            <a:lvl5pPr lvl="4"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5pPr>
            <a:lvl6pPr lvl="5"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6pPr>
            <a:lvl7pPr lvl="6"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7pPr>
            <a:lvl8pPr lvl="7"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8pPr>
            <a:lvl9pPr lvl="8"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9pPr>
          </a:lstStyle>
          <a:p/>
        </p:txBody>
      </p:sp>
      <p:sp>
        <p:nvSpPr>
          <p:cNvPr id="167" name="Google Shape;167;p17"/>
          <p:cNvSpPr txBox="1"/>
          <p:nvPr>
            <p:ph idx="2" type="title"/>
          </p:nvPr>
        </p:nvSpPr>
        <p:spPr>
          <a:xfrm>
            <a:off x="1246950" y="919250"/>
            <a:ext cx="16186800" cy="956400"/>
          </a:xfrm>
          <a:prstGeom prst="rect">
            <a:avLst/>
          </a:prstGeom>
        </p:spPr>
        <p:txBody>
          <a:bodyPr anchorCtr="0" anchor="t" bIns="182850" lIns="182850" spcFirstLastPara="1" rIns="182850" wrap="square" tIns="182850">
            <a:noAutofit/>
          </a:bodyPr>
          <a:lstStyle>
            <a:lvl1pPr lvl="0" rtl="0">
              <a:spcBef>
                <a:spcPts val="0"/>
              </a:spcBef>
              <a:spcAft>
                <a:spcPts val="0"/>
              </a:spcAft>
              <a:buClr>
                <a:srgbClr val="035642"/>
              </a:buClr>
              <a:buSzPts val="3600"/>
              <a:buNone/>
              <a:defRPr sz="3600">
                <a:solidFill>
                  <a:srgbClr val="035642"/>
                </a:solidFill>
              </a:defRPr>
            </a:lvl1pPr>
            <a:lvl2pPr lvl="1" rtl="0">
              <a:spcBef>
                <a:spcPts val="0"/>
              </a:spcBef>
              <a:spcAft>
                <a:spcPts val="0"/>
              </a:spcAft>
              <a:buClr>
                <a:srgbClr val="035642"/>
              </a:buClr>
              <a:buSzPts val="3600"/>
              <a:buNone/>
              <a:defRPr sz="3600">
                <a:solidFill>
                  <a:srgbClr val="035642"/>
                </a:solidFill>
              </a:defRPr>
            </a:lvl2pPr>
            <a:lvl3pPr lvl="2" rtl="0">
              <a:spcBef>
                <a:spcPts val="0"/>
              </a:spcBef>
              <a:spcAft>
                <a:spcPts val="0"/>
              </a:spcAft>
              <a:buClr>
                <a:srgbClr val="035642"/>
              </a:buClr>
              <a:buSzPts val="3600"/>
              <a:buNone/>
              <a:defRPr sz="3600">
                <a:solidFill>
                  <a:srgbClr val="035642"/>
                </a:solidFill>
              </a:defRPr>
            </a:lvl3pPr>
            <a:lvl4pPr lvl="3" rtl="0">
              <a:spcBef>
                <a:spcPts val="0"/>
              </a:spcBef>
              <a:spcAft>
                <a:spcPts val="0"/>
              </a:spcAft>
              <a:buClr>
                <a:srgbClr val="035642"/>
              </a:buClr>
              <a:buSzPts val="3600"/>
              <a:buNone/>
              <a:defRPr sz="3600">
                <a:solidFill>
                  <a:srgbClr val="035642"/>
                </a:solidFill>
              </a:defRPr>
            </a:lvl4pPr>
            <a:lvl5pPr lvl="4" rtl="0">
              <a:spcBef>
                <a:spcPts val="0"/>
              </a:spcBef>
              <a:spcAft>
                <a:spcPts val="0"/>
              </a:spcAft>
              <a:buClr>
                <a:srgbClr val="035642"/>
              </a:buClr>
              <a:buSzPts val="3600"/>
              <a:buNone/>
              <a:defRPr sz="3600">
                <a:solidFill>
                  <a:srgbClr val="035642"/>
                </a:solidFill>
              </a:defRPr>
            </a:lvl5pPr>
            <a:lvl6pPr lvl="5" rtl="0">
              <a:spcBef>
                <a:spcPts val="0"/>
              </a:spcBef>
              <a:spcAft>
                <a:spcPts val="0"/>
              </a:spcAft>
              <a:buClr>
                <a:srgbClr val="035642"/>
              </a:buClr>
              <a:buSzPts val="3600"/>
              <a:buNone/>
              <a:defRPr sz="3600">
                <a:solidFill>
                  <a:srgbClr val="035642"/>
                </a:solidFill>
              </a:defRPr>
            </a:lvl6pPr>
            <a:lvl7pPr lvl="6" rtl="0">
              <a:spcBef>
                <a:spcPts val="0"/>
              </a:spcBef>
              <a:spcAft>
                <a:spcPts val="0"/>
              </a:spcAft>
              <a:buClr>
                <a:srgbClr val="035642"/>
              </a:buClr>
              <a:buSzPts val="3600"/>
              <a:buNone/>
              <a:defRPr sz="3600">
                <a:solidFill>
                  <a:srgbClr val="035642"/>
                </a:solidFill>
              </a:defRPr>
            </a:lvl7pPr>
            <a:lvl8pPr lvl="7" rtl="0">
              <a:spcBef>
                <a:spcPts val="0"/>
              </a:spcBef>
              <a:spcAft>
                <a:spcPts val="0"/>
              </a:spcAft>
              <a:buClr>
                <a:srgbClr val="035642"/>
              </a:buClr>
              <a:buSzPts val="3600"/>
              <a:buNone/>
              <a:defRPr sz="3600">
                <a:solidFill>
                  <a:srgbClr val="035642"/>
                </a:solidFill>
              </a:defRPr>
            </a:lvl8pPr>
            <a:lvl9pPr lvl="8" rtl="0">
              <a:spcBef>
                <a:spcPts val="0"/>
              </a:spcBef>
              <a:spcAft>
                <a:spcPts val="0"/>
              </a:spcAft>
              <a:buClr>
                <a:srgbClr val="035642"/>
              </a:buClr>
              <a:buSzPts val="3600"/>
              <a:buNone/>
              <a:defRPr sz="3600">
                <a:solidFill>
                  <a:srgbClr val="035642"/>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Georgia"/>
              <a:buNone/>
              <a:defRPr i="0" sz="44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2302750" y="1551600"/>
            <a:ext cx="13251000" cy="71838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rgbClr val="054F39"/>
              </a:buClr>
              <a:buSzPts val="3200"/>
              <a:buFont typeface="Georgia"/>
              <a:buChar char="•"/>
              <a:defRPr b="1" i="0" sz="3200" u="none" cap="none" strike="noStrike">
                <a:solidFill>
                  <a:srgbClr val="054F39"/>
                </a:solidFill>
                <a:latin typeface="Georgia"/>
                <a:ea typeface="Georgia"/>
                <a:cs typeface="Georgia"/>
                <a:sym typeface="Georgia"/>
              </a:defRPr>
            </a:lvl1pPr>
            <a:lvl2pPr indent="-406400" lvl="1" marL="914400" marR="0" rtl="0" algn="l">
              <a:lnSpc>
                <a:spcPct val="100000"/>
              </a:lnSpc>
              <a:spcBef>
                <a:spcPts val="560"/>
              </a:spcBef>
              <a:spcAft>
                <a:spcPts val="0"/>
              </a:spcAft>
              <a:buClr>
                <a:schemeClr val="dk1"/>
              </a:buClr>
              <a:buSzPts val="2800"/>
              <a:buFont typeface="Georgia"/>
              <a:buChar char="–"/>
              <a:defRPr i="0" sz="2800" u="none" cap="none" strike="noStrike">
                <a:solidFill>
                  <a:schemeClr val="dk1"/>
                </a:solidFill>
                <a:latin typeface="Georgia"/>
                <a:ea typeface="Georgia"/>
                <a:cs typeface="Georgia"/>
                <a:sym typeface="Georgia"/>
              </a:defRPr>
            </a:lvl2pPr>
            <a:lvl3pPr indent="-381000" lvl="2" marL="1371600" marR="0" rtl="0" algn="l">
              <a:lnSpc>
                <a:spcPct val="100000"/>
              </a:lnSpc>
              <a:spcBef>
                <a:spcPts val="480"/>
              </a:spcBef>
              <a:spcAft>
                <a:spcPts val="0"/>
              </a:spcAft>
              <a:buClr>
                <a:schemeClr val="dk1"/>
              </a:buClr>
              <a:buSzPts val="2400"/>
              <a:buFont typeface="Georgia"/>
              <a:buChar char="•"/>
              <a:defRPr i="0" sz="24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400"/>
              </a:spcBef>
              <a:spcAft>
                <a:spcPts val="0"/>
              </a:spcAft>
              <a:buClr>
                <a:schemeClr val="dk1"/>
              </a:buClr>
              <a:buSzPts val="2000"/>
              <a:buFont typeface="Georgia"/>
              <a:buChar char="–"/>
              <a:defRPr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400"/>
              </a:spcBef>
              <a:spcAft>
                <a:spcPts val="0"/>
              </a:spcAft>
              <a:buClr>
                <a:schemeClr val="dk1"/>
              </a:buClr>
              <a:buSzPts val="2000"/>
              <a:buFont typeface="Georgia"/>
              <a:buChar char="»"/>
              <a:defRPr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400"/>
              </a:spcBef>
              <a:spcAft>
                <a:spcPts val="0"/>
              </a:spcAft>
              <a:buClr>
                <a:schemeClr val="dk1"/>
              </a:buClr>
              <a:buSzPts val="2000"/>
              <a:buFont typeface="Georgia"/>
              <a:buChar char="•"/>
              <a:defRPr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400"/>
              </a:spcBef>
              <a:spcAft>
                <a:spcPts val="0"/>
              </a:spcAft>
              <a:buClr>
                <a:schemeClr val="dk1"/>
              </a:buClr>
              <a:buSzPts val="2000"/>
              <a:buFont typeface="Georgia"/>
              <a:buChar char="•"/>
              <a:defRPr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400"/>
              </a:spcBef>
              <a:spcAft>
                <a:spcPts val="0"/>
              </a:spcAft>
              <a:buClr>
                <a:schemeClr val="dk1"/>
              </a:buClr>
              <a:buSzPts val="2000"/>
              <a:buFont typeface="Georgia"/>
              <a:buChar char="•"/>
              <a:defRPr i="0" sz="2000" u="none" cap="none" strike="noStrike">
                <a:solidFill>
                  <a:schemeClr val="dk1"/>
                </a:solidFill>
                <a:latin typeface="Georgia"/>
                <a:ea typeface="Georgia"/>
                <a:cs typeface="Georgia"/>
                <a:sym typeface="Georgia"/>
              </a:defRPr>
            </a:lvl8pPr>
            <a:lvl9pPr indent="-355600" lvl="8" marL="4114800" marR="0" rtl="0" algn="l">
              <a:lnSpc>
                <a:spcPct val="100000"/>
              </a:lnSpc>
              <a:spcBef>
                <a:spcPts val="400"/>
              </a:spcBef>
              <a:spcAft>
                <a:spcPts val="0"/>
              </a:spcAft>
              <a:buClr>
                <a:schemeClr val="dk1"/>
              </a:buClr>
              <a:buSzPts val="2000"/>
              <a:buFont typeface="Georgia"/>
              <a:buChar char="•"/>
              <a:defRPr i="0" sz="2000" u="none" cap="none" strike="noStrike">
                <a:solidFill>
                  <a:schemeClr val="dk1"/>
                </a:solidFill>
                <a:latin typeface="Georgia"/>
                <a:ea typeface="Georgia"/>
                <a:cs typeface="Georgia"/>
                <a:sym typeface="Georgia"/>
              </a:defRPr>
            </a:lvl9pPr>
          </a:lstStyle>
          <a:p/>
        </p:txBody>
      </p:sp>
      <p:sp>
        <p:nvSpPr>
          <p:cNvPr id="8" name="Google Shape;8;p1"/>
          <p:cNvSpPr txBox="1"/>
          <p:nvPr>
            <p:ph idx="10" type="dt"/>
          </p:nvPr>
        </p:nvSpPr>
        <p:spPr>
          <a:xfrm>
            <a:off x="783750" y="89928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Georgia"/>
              <a:buNone/>
              <a:defRPr i="0" sz="1200" u="none" cap="none" strike="noStrike">
                <a:solidFill>
                  <a:srgbClr val="888888"/>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657600" y="89928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Georgia"/>
              <a:buNone/>
              <a:defRPr i="0" sz="1200" u="none" cap="none" strike="noStrike">
                <a:solidFill>
                  <a:srgbClr val="888888"/>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1pPr>
            <a:lvl2pPr indent="0" lvl="1"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2pPr>
            <a:lvl3pPr indent="0" lvl="2"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3pPr>
            <a:lvl4pPr indent="0" lvl="3"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4pPr>
            <a:lvl5pPr indent="0" lvl="4"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5pPr>
            <a:lvl6pPr indent="0" lvl="5"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6pPr>
            <a:lvl7pPr indent="0" lvl="6"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7pPr>
            <a:lvl8pPr indent="0" lvl="7"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8pPr>
            <a:lvl9pPr indent="0" lvl="8" marL="0" marR="0" rtl="0" algn="r">
              <a:lnSpc>
                <a:spcPct val="100000"/>
              </a:lnSpc>
              <a:spcBef>
                <a:spcPts val="0"/>
              </a:spcBef>
              <a:spcAft>
                <a:spcPts val="0"/>
              </a:spcAft>
              <a:buClr>
                <a:srgbClr val="000000"/>
              </a:buClr>
              <a:buSzPts val="1200"/>
              <a:buFont typeface="Arial"/>
              <a:buNone/>
              <a:defRPr i="0" sz="12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0" name="Shape 140"/>
        <p:cNvGrpSpPr/>
        <p:nvPr/>
      </p:nvGrpSpPr>
      <p:grpSpPr>
        <a:xfrm>
          <a:off x="0" y="0"/>
          <a:ext cx="0" cy="0"/>
          <a:chOff x="0" y="0"/>
          <a:chExt cx="0" cy="0"/>
        </a:xfrm>
      </p:grpSpPr>
      <p:sp>
        <p:nvSpPr>
          <p:cNvPr id="141" name="Google Shape;141;p13"/>
          <p:cNvSpPr txBox="1"/>
          <p:nvPr>
            <p:ph type="title"/>
          </p:nvPr>
        </p:nvSpPr>
        <p:spPr>
          <a:xfrm>
            <a:off x="1246950" y="321850"/>
            <a:ext cx="16186800" cy="956400"/>
          </a:xfrm>
          <a:prstGeom prst="rect">
            <a:avLst/>
          </a:prstGeom>
          <a:noFill/>
          <a:ln>
            <a:noFill/>
          </a:ln>
        </p:spPr>
        <p:txBody>
          <a:bodyPr anchorCtr="0" anchor="t" bIns="182850" lIns="182850" spcFirstLastPara="1" rIns="182850" wrap="square" tIns="182850">
            <a:noAutofit/>
          </a:bodyPr>
          <a:lstStyle>
            <a:lvl1pPr lvl="0" rtl="0">
              <a:spcBef>
                <a:spcPts val="0"/>
              </a:spcBef>
              <a:spcAft>
                <a:spcPts val="0"/>
              </a:spcAft>
              <a:buClr>
                <a:schemeClr val="dk1"/>
              </a:buClr>
              <a:buSzPts val="4400"/>
              <a:buFont typeface="Century Gothic"/>
              <a:buNone/>
              <a:defRPr b="1" sz="4400">
                <a:solidFill>
                  <a:schemeClr val="dk1"/>
                </a:solidFill>
                <a:latin typeface="Century Gothic"/>
                <a:ea typeface="Century Gothic"/>
                <a:cs typeface="Century Gothic"/>
                <a:sym typeface="Century Gothic"/>
              </a:defRPr>
            </a:lvl1pPr>
            <a:lvl2pPr lvl="1"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2pPr>
            <a:lvl3pPr lvl="2"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3pPr>
            <a:lvl4pPr lvl="3"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4pPr>
            <a:lvl5pPr lvl="4"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5pPr>
            <a:lvl6pPr lvl="5"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6pPr>
            <a:lvl7pPr lvl="6"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7pPr>
            <a:lvl8pPr lvl="7"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8pPr>
            <a:lvl9pPr lvl="8" rtl="0">
              <a:spcBef>
                <a:spcPts val="0"/>
              </a:spcBef>
              <a:spcAft>
                <a:spcPts val="0"/>
              </a:spcAft>
              <a:buClr>
                <a:schemeClr val="dk1"/>
              </a:buClr>
              <a:buSzPts val="5600"/>
              <a:buFont typeface="Century Gothic"/>
              <a:buNone/>
              <a:defRPr sz="5600">
                <a:solidFill>
                  <a:schemeClr val="dk1"/>
                </a:solidFill>
                <a:latin typeface="Century Gothic"/>
                <a:ea typeface="Century Gothic"/>
                <a:cs typeface="Century Gothic"/>
                <a:sym typeface="Century Gothic"/>
              </a:defRPr>
            </a:lvl9pPr>
          </a:lstStyle>
          <a:p/>
        </p:txBody>
      </p:sp>
      <p:sp>
        <p:nvSpPr>
          <p:cNvPr id="142" name="Google Shape;142;p13"/>
          <p:cNvSpPr txBox="1"/>
          <p:nvPr>
            <p:ph idx="1" type="body"/>
          </p:nvPr>
        </p:nvSpPr>
        <p:spPr>
          <a:xfrm>
            <a:off x="1246950" y="1790050"/>
            <a:ext cx="16686000" cy="6399000"/>
          </a:xfrm>
          <a:prstGeom prst="rect">
            <a:avLst/>
          </a:prstGeom>
          <a:noFill/>
          <a:ln>
            <a:noFill/>
          </a:ln>
        </p:spPr>
        <p:txBody>
          <a:bodyPr anchorCtr="0" anchor="t" bIns="182850" lIns="182850" spcFirstLastPara="1" rIns="182850" wrap="square" tIns="182850">
            <a:noAutofit/>
          </a:bodyPr>
          <a:lstStyle>
            <a:lvl1pPr indent="-406400" lvl="0" marL="457200" rtl="0">
              <a:lnSpc>
                <a:spcPct val="100000"/>
              </a:lnSpc>
              <a:spcBef>
                <a:spcPts val="0"/>
              </a:spcBef>
              <a:spcAft>
                <a:spcPts val="0"/>
              </a:spcAft>
              <a:buClr>
                <a:schemeClr val="dk2"/>
              </a:buClr>
              <a:buSzPts val="2800"/>
              <a:buChar char="●"/>
              <a:defRPr sz="2800">
                <a:solidFill>
                  <a:schemeClr val="dk2"/>
                </a:solidFill>
              </a:defRPr>
            </a:lvl1pPr>
            <a:lvl2pPr indent="-406400" lvl="1" marL="914400" rtl="0">
              <a:lnSpc>
                <a:spcPct val="100000"/>
              </a:lnSpc>
              <a:spcBef>
                <a:spcPts val="1200"/>
              </a:spcBef>
              <a:spcAft>
                <a:spcPts val="0"/>
              </a:spcAft>
              <a:buClr>
                <a:schemeClr val="dk2"/>
              </a:buClr>
              <a:buSzPts val="2800"/>
              <a:buChar char="○"/>
              <a:defRPr sz="2800">
                <a:solidFill>
                  <a:schemeClr val="dk2"/>
                </a:solidFill>
              </a:defRPr>
            </a:lvl2pPr>
            <a:lvl3pPr indent="-406400" lvl="2" marL="1371600" rtl="0">
              <a:lnSpc>
                <a:spcPct val="100000"/>
              </a:lnSpc>
              <a:spcBef>
                <a:spcPts val="1200"/>
              </a:spcBef>
              <a:spcAft>
                <a:spcPts val="0"/>
              </a:spcAft>
              <a:buClr>
                <a:schemeClr val="dk2"/>
              </a:buClr>
              <a:buSzPts val="2800"/>
              <a:buChar char="■"/>
              <a:defRPr sz="2800">
                <a:solidFill>
                  <a:schemeClr val="dk2"/>
                </a:solidFill>
              </a:defRPr>
            </a:lvl3pPr>
            <a:lvl4pPr indent="-406400" lvl="3" marL="1828800" rtl="0">
              <a:lnSpc>
                <a:spcPct val="100000"/>
              </a:lnSpc>
              <a:spcBef>
                <a:spcPts val="1200"/>
              </a:spcBef>
              <a:spcAft>
                <a:spcPts val="0"/>
              </a:spcAft>
              <a:buClr>
                <a:schemeClr val="dk2"/>
              </a:buClr>
              <a:buSzPts val="2800"/>
              <a:buChar char="●"/>
              <a:defRPr sz="2800">
                <a:solidFill>
                  <a:schemeClr val="dk2"/>
                </a:solidFill>
              </a:defRPr>
            </a:lvl4pPr>
            <a:lvl5pPr indent="-406400" lvl="4" marL="2286000" rtl="0">
              <a:lnSpc>
                <a:spcPct val="100000"/>
              </a:lnSpc>
              <a:spcBef>
                <a:spcPts val="1200"/>
              </a:spcBef>
              <a:spcAft>
                <a:spcPts val="0"/>
              </a:spcAft>
              <a:buClr>
                <a:schemeClr val="dk2"/>
              </a:buClr>
              <a:buSzPts val="2800"/>
              <a:buChar char="○"/>
              <a:defRPr sz="2800">
                <a:solidFill>
                  <a:schemeClr val="dk2"/>
                </a:solidFill>
              </a:defRPr>
            </a:lvl5pPr>
            <a:lvl6pPr indent="-406400" lvl="5" marL="2743200" rtl="0">
              <a:lnSpc>
                <a:spcPct val="100000"/>
              </a:lnSpc>
              <a:spcBef>
                <a:spcPts val="1200"/>
              </a:spcBef>
              <a:spcAft>
                <a:spcPts val="0"/>
              </a:spcAft>
              <a:buClr>
                <a:schemeClr val="dk2"/>
              </a:buClr>
              <a:buSzPts val="2800"/>
              <a:buChar char="■"/>
              <a:defRPr sz="2800">
                <a:solidFill>
                  <a:schemeClr val="dk2"/>
                </a:solidFill>
              </a:defRPr>
            </a:lvl6pPr>
            <a:lvl7pPr indent="-406400" lvl="6" marL="3200400" rtl="0">
              <a:lnSpc>
                <a:spcPct val="100000"/>
              </a:lnSpc>
              <a:spcBef>
                <a:spcPts val="1200"/>
              </a:spcBef>
              <a:spcAft>
                <a:spcPts val="0"/>
              </a:spcAft>
              <a:buClr>
                <a:schemeClr val="dk2"/>
              </a:buClr>
              <a:buSzPts val="2800"/>
              <a:buChar char="●"/>
              <a:defRPr sz="2800">
                <a:solidFill>
                  <a:schemeClr val="dk2"/>
                </a:solidFill>
              </a:defRPr>
            </a:lvl7pPr>
            <a:lvl8pPr indent="-406400" lvl="7" marL="3657600" rtl="0">
              <a:lnSpc>
                <a:spcPct val="100000"/>
              </a:lnSpc>
              <a:spcBef>
                <a:spcPts val="1200"/>
              </a:spcBef>
              <a:spcAft>
                <a:spcPts val="0"/>
              </a:spcAft>
              <a:buClr>
                <a:schemeClr val="dk2"/>
              </a:buClr>
              <a:buSzPts val="2800"/>
              <a:buChar char="○"/>
              <a:defRPr sz="2800">
                <a:solidFill>
                  <a:schemeClr val="dk2"/>
                </a:solidFill>
              </a:defRPr>
            </a:lvl8pPr>
            <a:lvl9pPr indent="-406400" lvl="8" marL="4114800" rtl="0">
              <a:lnSpc>
                <a:spcPct val="100000"/>
              </a:lnSpc>
              <a:spcBef>
                <a:spcPts val="1200"/>
              </a:spcBef>
              <a:spcAft>
                <a:spcPts val="1200"/>
              </a:spcAft>
              <a:buClr>
                <a:schemeClr val="dk2"/>
              </a:buClr>
              <a:buSzPts val="2800"/>
              <a:buChar char="■"/>
              <a:defRPr sz="2800">
                <a:solidFill>
                  <a:schemeClr val="dk2"/>
                </a:solidFill>
              </a:defRPr>
            </a:lvl9pPr>
          </a:lstStyle>
          <a:p/>
        </p:txBody>
      </p:sp>
      <p:sp>
        <p:nvSpPr>
          <p:cNvPr id="143" name="Google Shape;143;p13"/>
          <p:cNvSpPr txBox="1"/>
          <p:nvPr>
            <p:ph idx="12" type="sldNum"/>
          </p:nvPr>
        </p:nvSpPr>
        <p:spPr>
          <a:xfrm>
            <a:off x="16944916" y="9174034"/>
            <a:ext cx="1097400" cy="787200"/>
          </a:xfrm>
          <a:prstGeom prst="rect">
            <a:avLst/>
          </a:prstGeom>
          <a:noFill/>
          <a:ln>
            <a:noFill/>
          </a:ln>
        </p:spPr>
        <p:txBody>
          <a:bodyPr anchorCtr="0" anchor="ctr" bIns="182850" lIns="182850" spcFirstLastPara="1" rIns="182850" wrap="square" tIns="182850">
            <a:noAutofit/>
          </a:bodyPr>
          <a:lstStyle>
            <a:lvl1pPr lvl="0" rtl="0" algn="r">
              <a:buNone/>
              <a:defRPr sz="2000">
                <a:solidFill>
                  <a:schemeClr val="dk2"/>
                </a:solidFill>
              </a:defRPr>
            </a:lvl1pPr>
            <a:lvl2pPr lvl="1" rtl="0" algn="r">
              <a:buNone/>
              <a:defRPr sz="2000">
                <a:solidFill>
                  <a:schemeClr val="dk2"/>
                </a:solidFill>
              </a:defRPr>
            </a:lvl2pPr>
            <a:lvl3pPr lvl="2" rtl="0" algn="r">
              <a:buNone/>
              <a:defRPr sz="2000">
                <a:solidFill>
                  <a:schemeClr val="dk2"/>
                </a:solidFill>
              </a:defRPr>
            </a:lvl3pPr>
            <a:lvl4pPr lvl="3" rtl="0" algn="r">
              <a:buNone/>
              <a:defRPr sz="2000">
                <a:solidFill>
                  <a:schemeClr val="dk2"/>
                </a:solidFill>
              </a:defRPr>
            </a:lvl4pPr>
            <a:lvl5pPr lvl="4" rtl="0" algn="r">
              <a:buNone/>
              <a:defRPr sz="2000">
                <a:solidFill>
                  <a:schemeClr val="dk2"/>
                </a:solidFill>
              </a:defRPr>
            </a:lvl5pPr>
            <a:lvl6pPr lvl="5" rtl="0" algn="r">
              <a:buNone/>
              <a:defRPr sz="2000">
                <a:solidFill>
                  <a:schemeClr val="dk2"/>
                </a:solidFill>
              </a:defRPr>
            </a:lvl6pPr>
            <a:lvl7pPr lvl="6" rtl="0" algn="r">
              <a:buNone/>
              <a:defRPr sz="2000">
                <a:solidFill>
                  <a:schemeClr val="dk2"/>
                </a:solidFill>
              </a:defRPr>
            </a:lvl7pPr>
            <a:lvl8pPr lvl="7" rtl="0" algn="r">
              <a:buNone/>
              <a:defRPr sz="2000">
                <a:solidFill>
                  <a:schemeClr val="dk2"/>
                </a:solidFill>
              </a:defRPr>
            </a:lvl8pPr>
            <a:lvl9pPr lvl="8" rtl="0" algn="r">
              <a:buNone/>
              <a:defRPr sz="2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
        <p:nvSpPr>
          <p:cNvPr id="144" name="Google Shape;144;p13"/>
          <p:cNvSpPr/>
          <p:nvPr/>
        </p:nvSpPr>
        <p:spPr>
          <a:xfrm>
            <a:off x="175350" y="0"/>
            <a:ext cx="927000" cy="10287000"/>
          </a:xfrm>
          <a:prstGeom prst="rect">
            <a:avLst/>
          </a:prstGeom>
          <a:solidFill>
            <a:srgbClr val="CCCCC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45" name="Google Shape;145;p13"/>
          <p:cNvSpPr/>
          <p:nvPr/>
        </p:nvSpPr>
        <p:spPr>
          <a:xfrm>
            <a:off x="175350" y="10037400"/>
            <a:ext cx="18112800" cy="249600"/>
          </a:xfrm>
          <a:prstGeom prst="rect">
            <a:avLst/>
          </a:prstGeom>
          <a:solidFill>
            <a:srgbClr val="66666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id="146" name="Google Shape;146;p13"/>
          <p:cNvPicPr preferRelativeResize="0"/>
          <p:nvPr/>
        </p:nvPicPr>
        <p:blipFill>
          <a:blip r:embed="rId1">
            <a:alphaModFix/>
          </a:blip>
          <a:stretch>
            <a:fillRect/>
          </a:stretch>
        </p:blipFill>
        <p:spPr>
          <a:xfrm>
            <a:off x="355700" y="8973450"/>
            <a:ext cx="1210200" cy="1210200"/>
          </a:xfrm>
          <a:prstGeom prst="ellipse">
            <a:avLst/>
          </a:prstGeom>
          <a:noFill/>
          <a:ln>
            <a:noFill/>
          </a:ln>
        </p:spPr>
      </p:pic>
      <p:sp>
        <p:nvSpPr>
          <p:cNvPr id="147" name="Google Shape;147;p13"/>
          <p:cNvSpPr txBox="1"/>
          <p:nvPr>
            <p:ph idx="2" type="title"/>
          </p:nvPr>
        </p:nvSpPr>
        <p:spPr>
          <a:xfrm>
            <a:off x="1246950" y="919250"/>
            <a:ext cx="16186800" cy="956400"/>
          </a:xfrm>
          <a:prstGeom prst="rect">
            <a:avLst/>
          </a:prstGeom>
          <a:noFill/>
          <a:ln>
            <a:noFill/>
          </a:ln>
        </p:spPr>
        <p:txBody>
          <a:bodyPr anchorCtr="0" anchor="t" bIns="182850" lIns="182850" spcFirstLastPara="1" rIns="182850" wrap="square" tIns="182850">
            <a:noAutofit/>
          </a:bodyPr>
          <a:lstStyle>
            <a:lvl1pPr lvl="0" rtl="0">
              <a:spcBef>
                <a:spcPts val="0"/>
              </a:spcBef>
              <a:spcAft>
                <a:spcPts val="0"/>
              </a:spcAft>
              <a:buClr>
                <a:srgbClr val="035642"/>
              </a:buClr>
              <a:buSzPts val="3600"/>
              <a:buNone/>
              <a:defRPr sz="3600">
                <a:solidFill>
                  <a:srgbClr val="035642"/>
                </a:solidFill>
              </a:defRPr>
            </a:lvl1pPr>
            <a:lvl2pPr lvl="1" rtl="0">
              <a:spcBef>
                <a:spcPts val="0"/>
              </a:spcBef>
              <a:spcAft>
                <a:spcPts val="0"/>
              </a:spcAft>
              <a:buClr>
                <a:srgbClr val="035642"/>
              </a:buClr>
              <a:buSzPts val="3600"/>
              <a:buNone/>
              <a:defRPr sz="3600">
                <a:solidFill>
                  <a:srgbClr val="035642"/>
                </a:solidFill>
              </a:defRPr>
            </a:lvl2pPr>
            <a:lvl3pPr lvl="2" rtl="0">
              <a:spcBef>
                <a:spcPts val="0"/>
              </a:spcBef>
              <a:spcAft>
                <a:spcPts val="0"/>
              </a:spcAft>
              <a:buClr>
                <a:srgbClr val="035642"/>
              </a:buClr>
              <a:buSzPts val="3600"/>
              <a:buNone/>
              <a:defRPr sz="3600">
                <a:solidFill>
                  <a:srgbClr val="035642"/>
                </a:solidFill>
              </a:defRPr>
            </a:lvl3pPr>
            <a:lvl4pPr lvl="3" rtl="0">
              <a:spcBef>
                <a:spcPts val="0"/>
              </a:spcBef>
              <a:spcAft>
                <a:spcPts val="0"/>
              </a:spcAft>
              <a:buClr>
                <a:srgbClr val="035642"/>
              </a:buClr>
              <a:buSzPts val="3600"/>
              <a:buNone/>
              <a:defRPr sz="3600">
                <a:solidFill>
                  <a:srgbClr val="035642"/>
                </a:solidFill>
              </a:defRPr>
            </a:lvl4pPr>
            <a:lvl5pPr lvl="4" rtl="0">
              <a:spcBef>
                <a:spcPts val="0"/>
              </a:spcBef>
              <a:spcAft>
                <a:spcPts val="0"/>
              </a:spcAft>
              <a:buClr>
                <a:srgbClr val="035642"/>
              </a:buClr>
              <a:buSzPts val="3600"/>
              <a:buNone/>
              <a:defRPr sz="3600">
                <a:solidFill>
                  <a:srgbClr val="035642"/>
                </a:solidFill>
              </a:defRPr>
            </a:lvl5pPr>
            <a:lvl6pPr lvl="5" rtl="0">
              <a:spcBef>
                <a:spcPts val="0"/>
              </a:spcBef>
              <a:spcAft>
                <a:spcPts val="0"/>
              </a:spcAft>
              <a:buClr>
                <a:srgbClr val="035642"/>
              </a:buClr>
              <a:buSzPts val="3600"/>
              <a:buNone/>
              <a:defRPr sz="3600">
                <a:solidFill>
                  <a:srgbClr val="035642"/>
                </a:solidFill>
              </a:defRPr>
            </a:lvl6pPr>
            <a:lvl7pPr lvl="6" rtl="0">
              <a:spcBef>
                <a:spcPts val="0"/>
              </a:spcBef>
              <a:spcAft>
                <a:spcPts val="0"/>
              </a:spcAft>
              <a:buClr>
                <a:srgbClr val="035642"/>
              </a:buClr>
              <a:buSzPts val="3600"/>
              <a:buNone/>
              <a:defRPr sz="3600">
                <a:solidFill>
                  <a:srgbClr val="035642"/>
                </a:solidFill>
              </a:defRPr>
            </a:lvl7pPr>
            <a:lvl8pPr lvl="7" rtl="0">
              <a:spcBef>
                <a:spcPts val="0"/>
              </a:spcBef>
              <a:spcAft>
                <a:spcPts val="0"/>
              </a:spcAft>
              <a:buClr>
                <a:srgbClr val="035642"/>
              </a:buClr>
              <a:buSzPts val="3600"/>
              <a:buNone/>
              <a:defRPr sz="3600">
                <a:solidFill>
                  <a:srgbClr val="035642"/>
                </a:solidFill>
              </a:defRPr>
            </a:lvl8pPr>
            <a:lvl9pPr lvl="8" rtl="0">
              <a:spcBef>
                <a:spcPts val="0"/>
              </a:spcBef>
              <a:spcAft>
                <a:spcPts val="0"/>
              </a:spcAft>
              <a:buClr>
                <a:srgbClr val="035642"/>
              </a:buClr>
              <a:buSzPts val="3600"/>
              <a:buNone/>
              <a:defRPr sz="3600">
                <a:solidFill>
                  <a:srgbClr val="035642"/>
                </a:solidFill>
              </a:defRPr>
            </a:lvl9pPr>
          </a:lstStyle>
          <a:p/>
        </p:txBody>
      </p:sp>
      <p:pic>
        <p:nvPicPr>
          <p:cNvPr id="148" name="Google Shape;148;p13"/>
          <p:cNvPicPr preferRelativeResize="0"/>
          <p:nvPr/>
        </p:nvPicPr>
        <p:blipFill>
          <a:blip r:embed="rId2">
            <a:alphaModFix/>
          </a:blip>
          <a:stretch>
            <a:fillRect/>
          </a:stretch>
        </p:blipFill>
        <p:spPr>
          <a:xfrm>
            <a:off x="1693150" y="9256684"/>
            <a:ext cx="6011714" cy="6219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7.jp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15.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p:nvPr/>
        </p:nvSpPr>
        <p:spPr>
          <a:xfrm>
            <a:off x="0" y="0"/>
            <a:ext cx="7557300" cy="10287000"/>
          </a:xfrm>
          <a:prstGeom prst="rect">
            <a:avLst/>
          </a:prstGeom>
          <a:solidFill>
            <a:srgbClr val="054F3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8"/>
          <p:cNvSpPr/>
          <p:nvPr/>
        </p:nvSpPr>
        <p:spPr>
          <a:xfrm>
            <a:off x="25" y="9934800"/>
            <a:ext cx="18288000" cy="390900"/>
          </a:xfrm>
          <a:prstGeom prst="rect">
            <a:avLst/>
          </a:prstGeom>
          <a:solidFill>
            <a:srgbClr val="054F3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8"/>
          <p:cNvSpPr txBox="1"/>
          <p:nvPr/>
        </p:nvSpPr>
        <p:spPr>
          <a:xfrm>
            <a:off x="8890625" y="6060488"/>
            <a:ext cx="8676900" cy="25149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4800"/>
              <a:buFont typeface="Arial"/>
              <a:buNone/>
            </a:pPr>
            <a:r>
              <a:rPr b="1" i="0" lang="en-US" sz="4300" u="none" cap="none" strike="noStrike">
                <a:solidFill>
                  <a:srgbClr val="000000"/>
                </a:solidFill>
                <a:latin typeface="Georgia"/>
                <a:ea typeface="Georgia"/>
                <a:cs typeface="Georgia"/>
                <a:sym typeface="Georgia"/>
              </a:rPr>
              <a:t>Project Team:</a:t>
            </a:r>
            <a:r>
              <a:rPr i="0" lang="en-US" sz="4300" u="none" cap="none" strike="noStrike">
                <a:solidFill>
                  <a:srgbClr val="000000"/>
                </a:solidFill>
                <a:latin typeface="Georgia"/>
                <a:ea typeface="Georgia"/>
                <a:cs typeface="Georgia"/>
                <a:sym typeface="Georgia"/>
              </a:rPr>
              <a:t> Noah Pidding (</a:t>
            </a:r>
            <a:r>
              <a:rPr b="1" lang="en-US" sz="4300">
                <a:latin typeface="Georgia"/>
                <a:ea typeface="Georgia"/>
                <a:cs typeface="Georgia"/>
                <a:sym typeface="Georgia"/>
              </a:rPr>
              <a:t>Lead</a:t>
            </a:r>
            <a:r>
              <a:rPr lang="en-US" sz="4300">
                <a:latin typeface="Georgia"/>
                <a:ea typeface="Georgia"/>
                <a:cs typeface="Georgia"/>
                <a:sym typeface="Georgia"/>
              </a:rPr>
              <a:t>), Phoebe Eplett, Demetri Dean, Zoe Maheras, Evan Banwart</a:t>
            </a:r>
            <a:endParaRPr i="0" sz="4300" u="none" cap="none" strike="noStrike">
              <a:solidFill>
                <a:srgbClr val="000000"/>
              </a:solidFill>
              <a:latin typeface="Georgia"/>
              <a:ea typeface="Georgia"/>
              <a:cs typeface="Georgia"/>
              <a:sym typeface="Georgia"/>
            </a:endParaRPr>
          </a:p>
        </p:txBody>
      </p:sp>
      <p:sp>
        <p:nvSpPr>
          <p:cNvPr id="175" name="Google Shape;175;p18"/>
          <p:cNvSpPr txBox="1"/>
          <p:nvPr/>
        </p:nvSpPr>
        <p:spPr>
          <a:xfrm>
            <a:off x="8890625" y="4767262"/>
            <a:ext cx="9016500" cy="6618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4800"/>
              <a:buFont typeface="Arial"/>
              <a:buNone/>
            </a:pPr>
            <a:r>
              <a:rPr b="1" i="0" lang="en-US" sz="4300" u="none" cap="none" strike="noStrike">
                <a:solidFill>
                  <a:srgbClr val="000000"/>
                </a:solidFill>
                <a:latin typeface="Georgia"/>
                <a:ea typeface="Georgia"/>
                <a:cs typeface="Georgia"/>
                <a:sym typeface="Georgia"/>
              </a:rPr>
              <a:t>Project </a:t>
            </a:r>
            <a:r>
              <a:rPr b="1" lang="en-US" sz="4300">
                <a:latin typeface="Georgia"/>
                <a:ea typeface="Georgia"/>
                <a:cs typeface="Georgia"/>
                <a:sym typeface="Georgia"/>
              </a:rPr>
              <a:t>Director</a:t>
            </a:r>
            <a:r>
              <a:rPr b="1" i="0" lang="en-US" sz="4300" u="none" cap="none" strike="noStrike">
                <a:solidFill>
                  <a:srgbClr val="000000"/>
                </a:solidFill>
                <a:latin typeface="Georgia"/>
                <a:ea typeface="Georgia"/>
                <a:cs typeface="Georgia"/>
                <a:sym typeface="Georgia"/>
              </a:rPr>
              <a:t>:</a:t>
            </a:r>
            <a:r>
              <a:rPr i="0" lang="en-US" sz="4300" u="none" cap="none" strike="noStrike">
                <a:solidFill>
                  <a:srgbClr val="000000"/>
                </a:solidFill>
                <a:latin typeface="Georgia"/>
                <a:ea typeface="Georgia"/>
                <a:cs typeface="Georgia"/>
                <a:sym typeface="Georgia"/>
              </a:rPr>
              <a:t> H</a:t>
            </a:r>
            <a:r>
              <a:rPr lang="en-US" sz="4300">
                <a:latin typeface="Georgia"/>
                <a:ea typeface="Georgia"/>
                <a:cs typeface="Georgia"/>
                <a:sym typeface="Georgia"/>
              </a:rPr>
              <a:t>ailey Tamara</a:t>
            </a:r>
            <a:endParaRPr i="0" sz="4300" u="none" cap="none" strike="noStrike">
              <a:solidFill>
                <a:srgbClr val="000000"/>
              </a:solidFill>
              <a:latin typeface="Georgia"/>
              <a:ea typeface="Georgia"/>
              <a:cs typeface="Georgia"/>
              <a:sym typeface="Georgia"/>
            </a:endParaRPr>
          </a:p>
        </p:txBody>
      </p:sp>
      <p:sp>
        <p:nvSpPr>
          <p:cNvPr id="176" name="Google Shape;176;p18"/>
          <p:cNvSpPr txBox="1"/>
          <p:nvPr/>
        </p:nvSpPr>
        <p:spPr>
          <a:xfrm>
            <a:off x="8623800" y="410400"/>
            <a:ext cx="8767200" cy="3663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8000"/>
              <a:buFont typeface="Arial"/>
              <a:buNone/>
            </a:pPr>
            <a:r>
              <a:rPr b="1" lang="en-US" sz="7000">
                <a:solidFill>
                  <a:srgbClr val="054F39"/>
                </a:solidFill>
                <a:latin typeface="Georgia"/>
                <a:ea typeface="Georgia"/>
                <a:cs typeface="Georgia"/>
                <a:sym typeface="Georgia"/>
              </a:rPr>
              <a:t>Slip On Sconce Manufacturing </a:t>
            </a:r>
            <a:r>
              <a:rPr b="1" lang="en-US" sz="7000">
                <a:solidFill>
                  <a:srgbClr val="054F39"/>
                </a:solidFill>
                <a:latin typeface="Georgia"/>
                <a:ea typeface="Georgia"/>
                <a:cs typeface="Georgia"/>
                <a:sym typeface="Georgia"/>
              </a:rPr>
              <a:t>Feasibility</a:t>
            </a:r>
            <a:endParaRPr i="0" sz="7000" u="none" cap="none" strike="noStrike">
              <a:solidFill>
                <a:srgbClr val="000000"/>
              </a:solidFill>
              <a:latin typeface="Georgia"/>
              <a:ea typeface="Georgia"/>
              <a:cs typeface="Georgia"/>
              <a:sym typeface="Georgia"/>
            </a:endParaRPr>
          </a:p>
        </p:txBody>
      </p:sp>
      <p:pic>
        <p:nvPicPr>
          <p:cNvPr id="177" name="Google Shape;177;p18" title="sos-logo.png"/>
          <p:cNvPicPr preferRelativeResize="0"/>
          <p:nvPr/>
        </p:nvPicPr>
        <p:blipFill>
          <a:blip r:embed="rId3">
            <a:alphaModFix/>
          </a:blip>
          <a:stretch>
            <a:fillRect/>
          </a:stretch>
        </p:blipFill>
        <p:spPr>
          <a:xfrm>
            <a:off x="94450" y="2652250"/>
            <a:ext cx="7368400" cy="4568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9" title="20250531_163944 (1).jpg"/>
          <p:cNvPicPr preferRelativeResize="0"/>
          <p:nvPr/>
        </p:nvPicPr>
        <p:blipFill>
          <a:blip r:embed="rId3">
            <a:alphaModFix/>
          </a:blip>
          <a:stretch>
            <a:fillRect/>
          </a:stretch>
        </p:blipFill>
        <p:spPr>
          <a:xfrm>
            <a:off x="15693443" y="6018378"/>
            <a:ext cx="1899130" cy="2532204"/>
          </a:xfrm>
          <a:prstGeom prst="rect">
            <a:avLst/>
          </a:prstGeom>
          <a:noFill/>
          <a:ln>
            <a:noFill/>
          </a:ln>
        </p:spPr>
      </p:pic>
      <p:pic>
        <p:nvPicPr>
          <p:cNvPr id="183" name="Google Shape;183;p19"/>
          <p:cNvPicPr preferRelativeResize="0"/>
          <p:nvPr/>
        </p:nvPicPr>
        <p:blipFill rotWithShape="1">
          <a:blip r:embed="rId4">
            <a:alphaModFix/>
          </a:blip>
          <a:srcRect b="0" l="0" r="0" t="12018"/>
          <a:stretch/>
        </p:blipFill>
        <p:spPr>
          <a:xfrm>
            <a:off x="10379599" y="5926036"/>
            <a:ext cx="2516120" cy="3071404"/>
          </a:xfrm>
          <a:prstGeom prst="rect">
            <a:avLst/>
          </a:prstGeom>
          <a:noFill/>
          <a:ln>
            <a:noFill/>
          </a:ln>
        </p:spPr>
      </p:pic>
      <p:pic>
        <p:nvPicPr>
          <p:cNvPr id="184" name="Google Shape;184;p19"/>
          <p:cNvPicPr preferRelativeResize="0"/>
          <p:nvPr/>
        </p:nvPicPr>
        <p:blipFill>
          <a:blip r:embed="rId5">
            <a:alphaModFix/>
          </a:blip>
          <a:stretch>
            <a:fillRect/>
          </a:stretch>
        </p:blipFill>
        <p:spPr>
          <a:xfrm>
            <a:off x="12895731" y="5866935"/>
            <a:ext cx="2245407" cy="2740934"/>
          </a:xfrm>
          <a:prstGeom prst="rect">
            <a:avLst/>
          </a:prstGeom>
          <a:noFill/>
          <a:ln>
            <a:noFill/>
          </a:ln>
        </p:spPr>
      </p:pic>
      <p:sp>
        <p:nvSpPr>
          <p:cNvPr id="185" name="Google Shape;185;p19"/>
          <p:cNvSpPr txBox="1"/>
          <p:nvPr/>
        </p:nvSpPr>
        <p:spPr>
          <a:xfrm>
            <a:off x="10774759" y="5356468"/>
            <a:ext cx="1743600" cy="561300"/>
          </a:xfrm>
          <a:prstGeom prst="rect">
            <a:avLst/>
          </a:prstGeom>
          <a:noFill/>
          <a:ln>
            <a:noFill/>
          </a:ln>
        </p:spPr>
        <p:txBody>
          <a:bodyPr anchorCtr="0" anchor="t" bIns="124225" lIns="124225" spcFirstLastPara="1" rIns="124225" wrap="square" tIns="124225">
            <a:noAutofit/>
          </a:bodyPr>
          <a:lstStyle/>
          <a:p>
            <a:pPr indent="0" lvl="0" marL="0" rtl="0" algn="ctr">
              <a:spcBef>
                <a:spcPts val="0"/>
              </a:spcBef>
              <a:spcAft>
                <a:spcPts val="0"/>
              </a:spcAft>
              <a:buNone/>
            </a:pPr>
            <a:r>
              <a:rPr b="1" lang="en-US" sz="2581">
                <a:solidFill>
                  <a:schemeClr val="dk1"/>
                </a:solidFill>
                <a:latin typeface="Century Gothic"/>
                <a:ea typeface="Century Gothic"/>
                <a:cs typeface="Century Gothic"/>
                <a:sym typeface="Century Gothic"/>
              </a:rPr>
              <a:t>Standard</a:t>
            </a:r>
            <a:endParaRPr b="1" sz="2581">
              <a:solidFill>
                <a:schemeClr val="dk1"/>
              </a:solidFill>
              <a:latin typeface="Century Gothic"/>
              <a:ea typeface="Century Gothic"/>
              <a:cs typeface="Century Gothic"/>
              <a:sym typeface="Century Gothic"/>
            </a:endParaRPr>
          </a:p>
        </p:txBody>
      </p:sp>
      <p:sp>
        <p:nvSpPr>
          <p:cNvPr id="186" name="Google Shape;186;p19"/>
          <p:cNvSpPr txBox="1"/>
          <p:nvPr/>
        </p:nvSpPr>
        <p:spPr>
          <a:xfrm>
            <a:off x="12760389" y="5356468"/>
            <a:ext cx="2516100" cy="561300"/>
          </a:xfrm>
          <a:prstGeom prst="rect">
            <a:avLst/>
          </a:prstGeom>
          <a:noFill/>
          <a:ln>
            <a:noFill/>
          </a:ln>
        </p:spPr>
        <p:txBody>
          <a:bodyPr anchorCtr="0" anchor="t" bIns="124225" lIns="124225" spcFirstLastPara="1" rIns="124225" wrap="square" tIns="124225">
            <a:noAutofit/>
          </a:bodyPr>
          <a:lstStyle/>
          <a:p>
            <a:pPr indent="0" lvl="0" marL="0" rtl="0" algn="ctr">
              <a:spcBef>
                <a:spcPts val="0"/>
              </a:spcBef>
              <a:spcAft>
                <a:spcPts val="0"/>
              </a:spcAft>
              <a:buNone/>
            </a:pPr>
            <a:r>
              <a:rPr b="1" lang="en-US" sz="2581">
                <a:solidFill>
                  <a:schemeClr val="dk1"/>
                </a:solidFill>
                <a:latin typeface="Century Gothic"/>
                <a:ea typeface="Century Gothic"/>
                <a:cs typeface="Century Gothic"/>
                <a:sym typeface="Century Gothic"/>
              </a:rPr>
              <a:t>Engraved</a:t>
            </a:r>
            <a:endParaRPr b="1" sz="2581">
              <a:solidFill>
                <a:schemeClr val="dk1"/>
              </a:solidFill>
              <a:latin typeface="Century Gothic"/>
              <a:ea typeface="Century Gothic"/>
              <a:cs typeface="Century Gothic"/>
              <a:sym typeface="Century Gothic"/>
            </a:endParaRPr>
          </a:p>
        </p:txBody>
      </p:sp>
      <p:sp>
        <p:nvSpPr>
          <p:cNvPr id="187" name="Google Shape;187;p19"/>
          <p:cNvSpPr txBox="1"/>
          <p:nvPr/>
        </p:nvSpPr>
        <p:spPr>
          <a:xfrm>
            <a:off x="14997889" y="5356468"/>
            <a:ext cx="3290100" cy="561300"/>
          </a:xfrm>
          <a:prstGeom prst="rect">
            <a:avLst/>
          </a:prstGeom>
          <a:noFill/>
          <a:ln>
            <a:noFill/>
          </a:ln>
        </p:spPr>
        <p:txBody>
          <a:bodyPr anchorCtr="0" anchor="t" bIns="124225" lIns="124225" spcFirstLastPara="1" rIns="124225" wrap="square" tIns="124225">
            <a:noAutofit/>
          </a:bodyPr>
          <a:lstStyle/>
          <a:p>
            <a:pPr indent="0" lvl="0" marL="0" rtl="0" algn="ctr">
              <a:spcBef>
                <a:spcPts val="0"/>
              </a:spcBef>
              <a:spcAft>
                <a:spcPts val="0"/>
              </a:spcAft>
              <a:buNone/>
            </a:pPr>
            <a:r>
              <a:rPr b="1" lang="en-US" sz="2581">
                <a:solidFill>
                  <a:schemeClr val="dk1"/>
                </a:solidFill>
                <a:latin typeface="Century Gothic"/>
                <a:ea typeface="Century Gothic"/>
                <a:cs typeface="Century Gothic"/>
                <a:sym typeface="Century Gothic"/>
              </a:rPr>
              <a:t>Custom Engraved</a:t>
            </a:r>
            <a:endParaRPr b="1" sz="2581">
              <a:solidFill>
                <a:schemeClr val="dk1"/>
              </a:solidFill>
              <a:latin typeface="Century Gothic"/>
              <a:ea typeface="Century Gothic"/>
              <a:cs typeface="Century Gothic"/>
              <a:sym typeface="Century Gothic"/>
            </a:endParaRPr>
          </a:p>
        </p:txBody>
      </p:sp>
      <p:sp>
        <p:nvSpPr>
          <p:cNvPr id="188" name="Google Shape;188;p19"/>
          <p:cNvSpPr txBox="1"/>
          <p:nvPr>
            <p:ph type="ctrTitle"/>
          </p:nvPr>
        </p:nvSpPr>
        <p:spPr>
          <a:xfrm>
            <a:off x="1761450" y="367200"/>
            <a:ext cx="15903000" cy="1467600"/>
          </a:xfrm>
          <a:prstGeom prst="rect">
            <a:avLst/>
          </a:prstGeom>
        </p:spPr>
        <p:txBody>
          <a:bodyPr anchorCtr="0" anchor="ctr" bIns="182850" lIns="182850" spcFirstLastPara="1" rIns="182850" wrap="square" tIns="182850">
            <a:noAutofit/>
          </a:bodyPr>
          <a:lstStyle/>
          <a:p>
            <a:pPr indent="0" lvl="0" marL="0" rtl="0" algn="ctr">
              <a:spcBef>
                <a:spcPts val="0"/>
              </a:spcBef>
              <a:spcAft>
                <a:spcPts val="0"/>
              </a:spcAft>
              <a:buNone/>
            </a:pPr>
            <a:r>
              <a:rPr lang="en-US"/>
              <a:t>What is Slip On Sconce?</a:t>
            </a:r>
            <a:endParaRPr/>
          </a:p>
        </p:txBody>
      </p:sp>
      <p:sp>
        <p:nvSpPr>
          <p:cNvPr id="189" name="Google Shape;189;p19"/>
          <p:cNvSpPr txBox="1"/>
          <p:nvPr/>
        </p:nvSpPr>
        <p:spPr>
          <a:xfrm>
            <a:off x="1698200" y="2225575"/>
            <a:ext cx="8376600" cy="4723200"/>
          </a:xfrm>
          <a:prstGeom prst="rect">
            <a:avLst/>
          </a:prstGeom>
          <a:noFill/>
          <a:ln>
            <a:noFill/>
          </a:ln>
        </p:spPr>
        <p:txBody>
          <a:bodyPr anchorCtr="0" anchor="t" bIns="91425" lIns="91425" spcFirstLastPara="1" rIns="91425" wrap="square" tIns="91425">
            <a:noAutofit/>
          </a:bodyPr>
          <a:lstStyle/>
          <a:p>
            <a:pPr indent="-463550" lvl="0" marL="457200" rtl="0" algn="l">
              <a:lnSpc>
                <a:spcPct val="150000"/>
              </a:lnSpc>
              <a:spcBef>
                <a:spcPts val="0"/>
              </a:spcBef>
              <a:spcAft>
                <a:spcPts val="0"/>
              </a:spcAft>
              <a:buClr>
                <a:schemeClr val="dk1"/>
              </a:buClr>
              <a:buSzPts val="3700"/>
              <a:buFont typeface="Georgia"/>
              <a:buChar char="●"/>
            </a:pPr>
            <a:r>
              <a:rPr lang="en-US" sz="3700">
                <a:solidFill>
                  <a:schemeClr val="dk1"/>
                </a:solidFill>
                <a:latin typeface="Georgia"/>
                <a:ea typeface="Georgia"/>
                <a:cs typeface="Georgia"/>
                <a:sym typeface="Georgia"/>
              </a:rPr>
              <a:t>Slip On Sconce is a </a:t>
            </a:r>
            <a:r>
              <a:rPr b="1" lang="en-US" sz="3700">
                <a:solidFill>
                  <a:schemeClr val="dk1"/>
                </a:solidFill>
                <a:latin typeface="Georgia"/>
                <a:ea typeface="Georgia"/>
                <a:cs typeface="Georgia"/>
                <a:sym typeface="Georgia"/>
              </a:rPr>
              <a:t>p</a:t>
            </a:r>
            <a:r>
              <a:rPr b="1" lang="en-US" sz="3700">
                <a:solidFill>
                  <a:schemeClr val="dk1"/>
                </a:solidFill>
                <a:latin typeface="Georgia"/>
                <a:ea typeface="Georgia"/>
                <a:cs typeface="Georgia"/>
                <a:sym typeface="Georgia"/>
              </a:rPr>
              <a:t>atented retrofit lighting accessory</a:t>
            </a:r>
            <a:r>
              <a:rPr lang="en-US" sz="3700">
                <a:solidFill>
                  <a:schemeClr val="dk1"/>
                </a:solidFill>
                <a:latin typeface="Georgia"/>
                <a:ea typeface="Georgia"/>
                <a:cs typeface="Georgia"/>
                <a:sym typeface="Georgia"/>
              </a:rPr>
              <a:t> that transforms standard jelly-jar fixtures</a:t>
            </a:r>
            <a:endParaRPr sz="3700">
              <a:solidFill>
                <a:schemeClr val="dk1"/>
              </a:solidFill>
              <a:latin typeface="Georgia"/>
              <a:ea typeface="Georgia"/>
              <a:cs typeface="Georgia"/>
              <a:sym typeface="Georgia"/>
            </a:endParaRPr>
          </a:p>
          <a:p>
            <a:pPr indent="-463550" lvl="0" marL="457200" rtl="0" algn="l">
              <a:lnSpc>
                <a:spcPct val="150000"/>
              </a:lnSpc>
              <a:spcBef>
                <a:spcPts val="0"/>
              </a:spcBef>
              <a:spcAft>
                <a:spcPts val="0"/>
              </a:spcAft>
              <a:buClr>
                <a:schemeClr val="dk1"/>
              </a:buClr>
              <a:buSzPts val="3700"/>
              <a:buFont typeface="Georgia"/>
              <a:buChar char="●"/>
            </a:pPr>
            <a:r>
              <a:rPr b="1" lang="en-US" sz="3700">
                <a:solidFill>
                  <a:schemeClr val="dk1"/>
                </a:solidFill>
                <a:latin typeface="Georgia"/>
                <a:ea typeface="Georgia"/>
                <a:cs typeface="Georgia"/>
                <a:sym typeface="Georgia"/>
              </a:rPr>
              <a:t>Sponsor</a:t>
            </a:r>
            <a:r>
              <a:rPr lang="en-US" sz="3700">
                <a:solidFill>
                  <a:schemeClr val="dk1"/>
                </a:solidFill>
                <a:latin typeface="Georgia"/>
                <a:ea typeface="Georgia"/>
                <a:cs typeface="Georgia"/>
                <a:sym typeface="Georgia"/>
              </a:rPr>
              <a:t>: Sean Genovese</a:t>
            </a:r>
            <a:endParaRPr sz="3700">
              <a:solidFill>
                <a:schemeClr val="dk1"/>
              </a:solidFill>
              <a:latin typeface="Georgia"/>
              <a:ea typeface="Georgia"/>
              <a:cs typeface="Georgia"/>
              <a:sym typeface="Georgia"/>
            </a:endParaRPr>
          </a:p>
          <a:p>
            <a:pPr indent="-463550" lvl="0" marL="457200" rtl="0" algn="l">
              <a:lnSpc>
                <a:spcPct val="150000"/>
              </a:lnSpc>
              <a:spcBef>
                <a:spcPts val="0"/>
              </a:spcBef>
              <a:spcAft>
                <a:spcPts val="0"/>
              </a:spcAft>
              <a:buClr>
                <a:schemeClr val="dk1"/>
              </a:buClr>
              <a:buSzPts val="3700"/>
              <a:buFont typeface="Georgia"/>
              <a:buChar char="●"/>
            </a:pPr>
            <a:r>
              <a:rPr lang="en-US" sz="3700">
                <a:solidFill>
                  <a:schemeClr val="dk1"/>
                </a:solidFill>
                <a:latin typeface="Georgia"/>
                <a:ea typeface="Georgia"/>
                <a:cs typeface="Georgia"/>
                <a:sym typeface="Georgia"/>
              </a:rPr>
              <a:t>Manufacturing </a:t>
            </a:r>
            <a:r>
              <a:rPr b="1" lang="en-US" sz="3700">
                <a:solidFill>
                  <a:schemeClr val="dk1"/>
                </a:solidFill>
                <a:latin typeface="Georgia"/>
                <a:ea typeface="Georgia"/>
                <a:cs typeface="Georgia"/>
                <a:sym typeface="Georgia"/>
              </a:rPr>
              <a:t>stopped </a:t>
            </a:r>
            <a:r>
              <a:rPr lang="en-US" sz="3700">
                <a:solidFill>
                  <a:schemeClr val="dk1"/>
                </a:solidFill>
                <a:latin typeface="Georgia"/>
                <a:ea typeface="Georgia"/>
                <a:cs typeface="Georgia"/>
                <a:sym typeface="Georgia"/>
              </a:rPr>
              <a:t>in 2017, leaving unmet consumer interest and </a:t>
            </a:r>
            <a:r>
              <a:rPr b="1" lang="en-US" sz="3700">
                <a:solidFill>
                  <a:schemeClr val="dk1"/>
                </a:solidFill>
                <a:latin typeface="Georgia"/>
                <a:ea typeface="Georgia"/>
                <a:cs typeface="Georgia"/>
                <a:sym typeface="Georgia"/>
              </a:rPr>
              <a:t>no active supply</a:t>
            </a:r>
            <a:endParaRPr b="1" sz="3700">
              <a:solidFill>
                <a:schemeClr val="dk1"/>
              </a:solidFill>
              <a:latin typeface="Georgia"/>
              <a:ea typeface="Georgia"/>
              <a:cs typeface="Georgia"/>
              <a:sym typeface="Georgia"/>
            </a:endParaRPr>
          </a:p>
        </p:txBody>
      </p:sp>
      <p:pic>
        <p:nvPicPr>
          <p:cNvPr id="190" name="Google Shape;190;p19" title="download.jpg"/>
          <p:cNvPicPr preferRelativeResize="0"/>
          <p:nvPr/>
        </p:nvPicPr>
        <p:blipFill rotWithShape="1">
          <a:blip r:embed="rId6">
            <a:alphaModFix/>
          </a:blip>
          <a:srcRect b="9478" l="20292" r="19916" t="11923"/>
          <a:stretch/>
        </p:blipFill>
        <p:spPr>
          <a:xfrm>
            <a:off x="14318400" y="1775308"/>
            <a:ext cx="2516125" cy="3307391"/>
          </a:xfrm>
          <a:prstGeom prst="rect">
            <a:avLst/>
          </a:prstGeom>
          <a:noFill/>
          <a:ln>
            <a:noFill/>
          </a:ln>
        </p:spPr>
      </p:pic>
      <p:sp>
        <p:nvSpPr>
          <p:cNvPr id="191" name="Google Shape;191;p19"/>
          <p:cNvSpPr txBox="1"/>
          <p:nvPr/>
        </p:nvSpPr>
        <p:spPr>
          <a:xfrm>
            <a:off x="10317400" y="2747538"/>
            <a:ext cx="3758400" cy="1467600"/>
          </a:xfrm>
          <a:prstGeom prst="rect">
            <a:avLst/>
          </a:prstGeom>
          <a:noFill/>
          <a:ln>
            <a:noFill/>
          </a:ln>
        </p:spPr>
        <p:txBody>
          <a:bodyPr anchorCtr="0" anchor="t" bIns="124225" lIns="124225" spcFirstLastPara="1" rIns="124225" wrap="square" tIns="124225">
            <a:noAutofit/>
          </a:bodyPr>
          <a:lstStyle/>
          <a:p>
            <a:pPr indent="0" lvl="0" marL="0" rtl="0" algn="ctr">
              <a:spcBef>
                <a:spcPts val="0"/>
              </a:spcBef>
              <a:spcAft>
                <a:spcPts val="0"/>
              </a:spcAft>
              <a:buNone/>
            </a:pPr>
            <a:r>
              <a:rPr b="1" lang="en-US" sz="3500">
                <a:solidFill>
                  <a:schemeClr val="dk1"/>
                </a:solidFill>
                <a:latin typeface="Century Gothic"/>
                <a:ea typeface="Century Gothic"/>
                <a:cs typeface="Century Gothic"/>
                <a:sym typeface="Century Gothic"/>
              </a:rPr>
              <a:t>Jelly Jar Lighting Fixture</a:t>
            </a:r>
            <a:endParaRPr b="1" sz="350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ctrTitle"/>
          </p:nvPr>
        </p:nvSpPr>
        <p:spPr>
          <a:xfrm>
            <a:off x="1761450" y="367200"/>
            <a:ext cx="15903000" cy="1467600"/>
          </a:xfrm>
          <a:prstGeom prst="rect">
            <a:avLst/>
          </a:prstGeom>
        </p:spPr>
        <p:txBody>
          <a:bodyPr anchorCtr="0" anchor="ctr" bIns="182850" lIns="182850" spcFirstLastPara="1" rIns="182850" wrap="square" tIns="182850">
            <a:noAutofit/>
          </a:bodyPr>
          <a:lstStyle/>
          <a:p>
            <a:pPr indent="0" lvl="0" marL="0" rtl="0" algn="ctr">
              <a:spcBef>
                <a:spcPts val="0"/>
              </a:spcBef>
              <a:spcAft>
                <a:spcPts val="0"/>
              </a:spcAft>
              <a:buNone/>
            </a:pPr>
            <a:r>
              <a:rPr lang="en-US"/>
              <a:t>Research Questions</a:t>
            </a:r>
            <a:endParaRPr/>
          </a:p>
        </p:txBody>
      </p:sp>
      <p:sp>
        <p:nvSpPr>
          <p:cNvPr id="197" name="Google Shape;197;p20"/>
          <p:cNvSpPr/>
          <p:nvPr/>
        </p:nvSpPr>
        <p:spPr>
          <a:xfrm>
            <a:off x="1384800" y="2018003"/>
            <a:ext cx="6750900" cy="3486600"/>
          </a:xfrm>
          <a:prstGeom prst="wedgeRoundRectCallout">
            <a:avLst>
              <a:gd fmla="val 63016" name="adj1"/>
              <a:gd fmla="val 64047" name="adj2"/>
              <a:gd fmla="val 0" name="adj3"/>
            </a:avLst>
          </a:prstGeom>
          <a:solidFill>
            <a:srgbClr val="2D69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500">
                <a:solidFill>
                  <a:schemeClr val="lt1"/>
                </a:solidFill>
                <a:latin typeface="Century Gothic"/>
                <a:ea typeface="Century Gothic"/>
                <a:cs typeface="Century Gothic"/>
                <a:sym typeface="Century Gothic"/>
              </a:rPr>
              <a:t>Is there sufficient market demand to justify relaunching?</a:t>
            </a:r>
            <a:endParaRPr b="1" sz="3500">
              <a:solidFill>
                <a:schemeClr val="lt1"/>
              </a:solidFill>
              <a:latin typeface="Century Gothic"/>
              <a:ea typeface="Century Gothic"/>
              <a:cs typeface="Century Gothic"/>
              <a:sym typeface="Century Gothic"/>
            </a:endParaRPr>
          </a:p>
        </p:txBody>
      </p:sp>
      <p:sp>
        <p:nvSpPr>
          <p:cNvPr id="198" name="Google Shape;198;p20"/>
          <p:cNvSpPr/>
          <p:nvPr/>
        </p:nvSpPr>
        <p:spPr>
          <a:xfrm>
            <a:off x="10905200" y="1993278"/>
            <a:ext cx="6874500" cy="3486600"/>
          </a:xfrm>
          <a:prstGeom prst="wedgeRoundRectCallout">
            <a:avLst>
              <a:gd fmla="val -60674" name="adj1"/>
              <a:gd fmla="val 66175" name="adj2"/>
              <a:gd fmla="val 0" name="adj3"/>
            </a:avLst>
          </a:prstGeom>
          <a:solidFill>
            <a:srgbClr val="2D69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500">
                <a:solidFill>
                  <a:schemeClr val="lt1"/>
                </a:solidFill>
                <a:latin typeface="Century Gothic"/>
                <a:ea typeface="Century Gothic"/>
                <a:cs typeface="Century Gothic"/>
                <a:sym typeface="Century Gothic"/>
              </a:rPr>
              <a:t>Can a U.S. manufacturer </a:t>
            </a:r>
            <a:r>
              <a:rPr b="1" lang="en-US" sz="3500">
                <a:solidFill>
                  <a:schemeClr val="lt1"/>
                </a:solidFill>
                <a:latin typeface="Century Gothic"/>
                <a:ea typeface="Century Gothic"/>
                <a:cs typeface="Century Gothic"/>
                <a:sym typeface="Century Gothic"/>
              </a:rPr>
              <a:t>make this product </a:t>
            </a:r>
            <a:r>
              <a:rPr b="1" lang="en-US" sz="3500">
                <a:solidFill>
                  <a:schemeClr val="lt1"/>
                </a:solidFill>
                <a:latin typeface="Century Gothic"/>
                <a:ea typeface="Century Gothic"/>
                <a:cs typeface="Century Gothic"/>
                <a:sym typeface="Century Gothic"/>
              </a:rPr>
              <a:t>at a reasonable cost?</a:t>
            </a:r>
            <a:endParaRPr b="1" sz="3500">
              <a:solidFill>
                <a:schemeClr val="lt1"/>
              </a:solidFill>
              <a:latin typeface="Century Gothic"/>
              <a:ea typeface="Century Gothic"/>
              <a:cs typeface="Century Gothic"/>
              <a:sym typeface="Century Gothic"/>
            </a:endParaRPr>
          </a:p>
        </p:txBody>
      </p:sp>
      <p:pic>
        <p:nvPicPr>
          <p:cNvPr descr="Question mark green interrogation point asking thinking white stick figure man person in high resolution for print and presentations 3d rendering illustration isolated on white background (Provided by Getty Images)" id="199" name="Google Shape;199;p20"/>
          <p:cNvPicPr preferRelativeResize="0"/>
          <p:nvPr/>
        </p:nvPicPr>
        <p:blipFill>
          <a:blip r:embed="rId3">
            <a:alphaModFix/>
          </a:blip>
          <a:stretch>
            <a:fillRect/>
          </a:stretch>
        </p:blipFill>
        <p:spPr>
          <a:xfrm>
            <a:off x="7453675" y="6110178"/>
            <a:ext cx="3884626" cy="38846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ctrTitle"/>
          </p:nvPr>
        </p:nvSpPr>
        <p:spPr>
          <a:xfrm>
            <a:off x="1761450" y="367200"/>
            <a:ext cx="159030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Goal Statement</a:t>
            </a:r>
            <a:endParaRPr/>
          </a:p>
        </p:txBody>
      </p:sp>
      <p:pic>
        <p:nvPicPr>
          <p:cNvPr id="205" name="Google Shape;205;p21" title="download.png"/>
          <p:cNvPicPr preferRelativeResize="0"/>
          <p:nvPr/>
        </p:nvPicPr>
        <p:blipFill>
          <a:blip r:embed="rId3">
            <a:alphaModFix/>
          </a:blip>
          <a:stretch>
            <a:fillRect/>
          </a:stretch>
        </p:blipFill>
        <p:spPr>
          <a:xfrm>
            <a:off x="15771950" y="29699"/>
            <a:ext cx="2516050" cy="2216525"/>
          </a:xfrm>
          <a:prstGeom prst="rect">
            <a:avLst/>
          </a:prstGeom>
          <a:noFill/>
          <a:ln>
            <a:noFill/>
          </a:ln>
        </p:spPr>
      </p:pic>
      <p:graphicFrame>
        <p:nvGraphicFramePr>
          <p:cNvPr id="206" name="Google Shape;206;p21"/>
          <p:cNvGraphicFramePr/>
          <p:nvPr/>
        </p:nvGraphicFramePr>
        <p:xfrm>
          <a:off x="1934925" y="2056931"/>
          <a:ext cx="3000000" cy="3000000"/>
        </p:xfrm>
        <a:graphic>
          <a:graphicData uri="http://schemas.openxmlformats.org/drawingml/2006/table">
            <a:tbl>
              <a:tblPr>
                <a:noFill/>
                <a:tableStyleId>{65E25FC9-955F-4D17-9234-7552F81C65A8}</a:tableStyleId>
              </a:tblPr>
              <a:tblGrid>
                <a:gridCol w="7250200"/>
              </a:tblGrid>
              <a:tr h="1336325">
                <a:tc>
                  <a:txBody>
                    <a:bodyPr/>
                    <a:lstStyle/>
                    <a:p>
                      <a:pPr indent="0" lvl="0" marL="0" rtl="0" algn="ctr">
                        <a:spcBef>
                          <a:spcPts val="0"/>
                        </a:spcBef>
                        <a:spcAft>
                          <a:spcPts val="0"/>
                        </a:spcAft>
                        <a:buNone/>
                      </a:pPr>
                      <a:r>
                        <a:rPr b="1" lang="en-US" sz="5000">
                          <a:solidFill>
                            <a:schemeClr val="lt1"/>
                          </a:solidFill>
                          <a:latin typeface="Century Gothic"/>
                          <a:ea typeface="Century Gothic"/>
                          <a:cs typeface="Century Gothic"/>
                          <a:sym typeface="Century Gothic"/>
                        </a:rPr>
                        <a:t>Assess Feasibility:</a:t>
                      </a:r>
                      <a:endParaRPr b="1" sz="5000">
                        <a:solidFill>
                          <a:schemeClr val="lt1"/>
                        </a:solidFill>
                        <a:latin typeface="Century Gothic"/>
                        <a:ea typeface="Century Gothic"/>
                        <a:cs typeface="Century Gothic"/>
                        <a:sym typeface="Century Gothic"/>
                      </a:endParaRPr>
                    </a:p>
                  </a:txBody>
                  <a:tcPr marT="91425" marB="91425" marR="91425" marL="91425" anchor="ctr">
                    <a:solidFill>
                      <a:srgbClr val="2D6913"/>
                    </a:solidFill>
                  </a:tcPr>
                </a:tc>
              </a:tr>
              <a:tr h="2697275">
                <a:tc>
                  <a:txBody>
                    <a:bodyPr/>
                    <a:lstStyle/>
                    <a:p>
                      <a:pPr indent="0" lvl="0" marL="0" rtl="0" algn="l">
                        <a:lnSpc>
                          <a:spcPct val="150000"/>
                        </a:lnSpc>
                        <a:spcBef>
                          <a:spcPts val="0"/>
                        </a:spcBef>
                        <a:spcAft>
                          <a:spcPts val="0"/>
                        </a:spcAft>
                        <a:buNone/>
                      </a:pPr>
                      <a:r>
                        <a:rPr lang="en-US" sz="3300">
                          <a:solidFill>
                            <a:schemeClr val="dk1"/>
                          </a:solidFill>
                          <a:latin typeface="Georgia"/>
                          <a:ea typeface="Georgia"/>
                          <a:cs typeface="Georgia"/>
                          <a:sym typeface="Georgia"/>
                        </a:rPr>
                        <a:t>Identifying qualified </a:t>
                      </a:r>
                      <a:r>
                        <a:rPr b="1" lang="en-US" sz="3300">
                          <a:solidFill>
                            <a:schemeClr val="dk1"/>
                          </a:solidFill>
                          <a:latin typeface="Georgia"/>
                          <a:ea typeface="Georgia"/>
                          <a:cs typeface="Georgia"/>
                          <a:sym typeface="Georgia"/>
                        </a:rPr>
                        <a:t>domestic manufacturers</a:t>
                      </a:r>
                      <a:r>
                        <a:rPr lang="en-US" sz="3300">
                          <a:solidFill>
                            <a:schemeClr val="dk1"/>
                          </a:solidFill>
                          <a:latin typeface="Georgia"/>
                          <a:ea typeface="Georgia"/>
                          <a:cs typeface="Georgia"/>
                          <a:sym typeface="Georgia"/>
                        </a:rPr>
                        <a:t>, evaluating </a:t>
                      </a:r>
                      <a:r>
                        <a:rPr b="1" lang="en-US" sz="3300">
                          <a:solidFill>
                            <a:schemeClr val="dk1"/>
                          </a:solidFill>
                          <a:latin typeface="Georgia"/>
                          <a:ea typeface="Georgia"/>
                          <a:cs typeface="Georgia"/>
                          <a:sym typeface="Georgia"/>
                        </a:rPr>
                        <a:t>IP </a:t>
                      </a:r>
                      <a:r>
                        <a:rPr lang="en-US" sz="3300">
                          <a:solidFill>
                            <a:schemeClr val="dk1"/>
                          </a:solidFill>
                          <a:latin typeface="Georgia"/>
                          <a:ea typeface="Georgia"/>
                          <a:cs typeface="Georgia"/>
                          <a:sym typeface="Georgia"/>
                        </a:rPr>
                        <a:t>considerations and comparing </a:t>
                      </a:r>
                      <a:r>
                        <a:rPr b="1" lang="en-US" sz="3300">
                          <a:solidFill>
                            <a:schemeClr val="dk1"/>
                          </a:solidFill>
                          <a:latin typeface="Georgia"/>
                          <a:ea typeface="Georgia"/>
                          <a:cs typeface="Georgia"/>
                          <a:sym typeface="Georgia"/>
                        </a:rPr>
                        <a:t>production costs</a:t>
                      </a:r>
                      <a:r>
                        <a:rPr lang="en-US" sz="3300">
                          <a:solidFill>
                            <a:schemeClr val="dk1"/>
                          </a:solidFill>
                          <a:latin typeface="Georgia"/>
                          <a:ea typeface="Georgia"/>
                          <a:cs typeface="Georgia"/>
                          <a:sym typeface="Georgia"/>
                        </a:rPr>
                        <a:t> to </a:t>
                      </a:r>
                      <a:r>
                        <a:rPr b="1" lang="en-US" sz="3300">
                          <a:solidFill>
                            <a:schemeClr val="dk1"/>
                          </a:solidFill>
                          <a:latin typeface="Georgia"/>
                          <a:ea typeface="Georgia"/>
                          <a:cs typeface="Georgia"/>
                          <a:sym typeface="Georgia"/>
                        </a:rPr>
                        <a:t>retail pricing</a:t>
                      </a:r>
                      <a:r>
                        <a:rPr lang="en-US" sz="3300">
                          <a:solidFill>
                            <a:schemeClr val="dk1"/>
                          </a:solidFill>
                          <a:latin typeface="Georgia"/>
                          <a:ea typeface="Georgia"/>
                          <a:cs typeface="Georgia"/>
                          <a:sym typeface="Georgia"/>
                        </a:rPr>
                        <a:t> and sales volume.</a:t>
                      </a:r>
                      <a:endParaRPr sz="3300">
                        <a:latin typeface="Georgia"/>
                        <a:ea typeface="Georgia"/>
                        <a:cs typeface="Georgia"/>
                        <a:sym typeface="Georgia"/>
                      </a:endParaRPr>
                    </a:p>
                  </a:txBody>
                  <a:tcPr marT="91425" marB="91425" marR="91425" marL="91425"/>
                </a:tc>
              </a:tr>
            </a:tbl>
          </a:graphicData>
        </a:graphic>
      </p:graphicFrame>
      <p:graphicFrame>
        <p:nvGraphicFramePr>
          <p:cNvPr id="207" name="Google Shape;207;p21"/>
          <p:cNvGraphicFramePr/>
          <p:nvPr/>
        </p:nvGraphicFramePr>
        <p:xfrm>
          <a:off x="9681667" y="2056931"/>
          <a:ext cx="3000000" cy="3000000"/>
        </p:xfrm>
        <a:graphic>
          <a:graphicData uri="http://schemas.openxmlformats.org/drawingml/2006/table">
            <a:tbl>
              <a:tblPr>
                <a:noFill/>
                <a:tableStyleId>{65E25FC9-955F-4D17-9234-7552F81C65A8}</a:tableStyleId>
              </a:tblPr>
              <a:tblGrid>
                <a:gridCol w="7720025"/>
              </a:tblGrid>
              <a:tr h="1238025">
                <a:tc>
                  <a:txBody>
                    <a:bodyPr/>
                    <a:lstStyle/>
                    <a:p>
                      <a:pPr indent="0" lvl="0" marL="0" rtl="0" algn="ctr">
                        <a:spcBef>
                          <a:spcPts val="0"/>
                        </a:spcBef>
                        <a:spcAft>
                          <a:spcPts val="0"/>
                        </a:spcAft>
                        <a:buNone/>
                      </a:pPr>
                      <a:r>
                        <a:rPr b="1" lang="en-US" sz="5000">
                          <a:solidFill>
                            <a:schemeClr val="lt1"/>
                          </a:solidFill>
                          <a:latin typeface="Century Gothic"/>
                          <a:ea typeface="Century Gothic"/>
                          <a:cs typeface="Century Gothic"/>
                          <a:sym typeface="Century Gothic"/>
                        </a:rPr>
                        <a:t>Scope of Deliverables</a:t>
                      </a:r>
                      <a:r>
                        <a:rPr b="1" lang="en-US" sz="5000">
                          <a:solidFill>
                            <a:schemeClr val="lt1"/>
                          </a:solidFill>
                          <a:latin typeface="Century Gothic"/>
                          <a:ea typeface="Century Gothic"/>
                          <a:cs typeface="Century Gothic"/>
                          <a:sym typeface="Century Gothic"/>
                        </a:rPr>
                        <a:t>:</a:t>
                      </a:r>
                      <a:endParaRPr b="1" sz="5000">
                        <a:solidFill>
                          <a:schemeClr val="lt1"/>
                        </a:solidFill>
                        <a:latin typeface="Century Gothic"/>
                        <a:ea typeface="Century Gothic"/>
                        <a:cs typeface="Century Gothic"/>
                        <a:sym typeface="Century Gothic"/>
                      </a:endParaRPr>
                    </a:p>
                  </a:txBody>
                  <a:tcPr marT="91425" marB="91425" marR="91425" marL="91425" anchor="ctr">
                    <a:solidFill>
                      <a:srgbClr val="2D6913"/>
                    </a:solidFill>
                  </a:tcPr>
                </a:tc>
              </a:tr>
              <a:tr h="2498850">
                <a:tc>
                  <a:txBody>
                    <a:bodyPr/>
                    <a:lstStyle/>
                    <a:p>
                      <a:pPr indent="0" lvl="0" marL="0" rtl="0" algn="l">
                        <a:lnSpc>
                          <a:spcPct val="150000"/>
                        </a:lnSpc>
                        <a:spcBef>
                          <a:spcPts val="0"/>
                        </a:spcBef>
                        <a:spcAft>
                          <a:spcPts val="0"/>
                        </a:spcAft>
                        <a:buNone/>
                      </a:pPr>
                      <a:r>
                        <a:rPr lang="en-US" sz="3300">
                          <a:solidFill>
                            <a:schemeClr val="dk1"/>
                          </a:solidFill>
                          <a:latin typeface="Georgia"/>
                          <a:ea typeface="Georgia"/>
                          <a:cs typeface="Georgia"/>
                          <a:sym typeface="Georgia"/>
                        </a:rPr>
                        <a:t>The project concluded with a data driven </a:t>
                      </a:r>
                      <a:r>
                        <a:rPr b="1" lang="en-US" sz="3300">
                          <a:solidFill>
                            <a:schemeClr val="dk1"/>
                          </a:solidFill>
                          <a:latin typeface="Georgia"/>
                          <a:ea typeface="Georgia"/>
                          <a:cs typeface="Georgia"/>
                          <a:sym typeface="Georgia"/>
                        </a:rPr>
                        <a:t>“Go/No-Go”</a:t>
                      </a:r>
                      <a:r>
                        <a:rPr lang="en-US" sz="3300">
                          <a:solidFill>
                            <a:schemeClr val="dk1"/>
                          </a:solidFill>
                          <a:latin typeface="Georgia"/>
                          <a:ea typeface="Georgia"/>
                          <a:cs typeface="Georgia"/>
                          <a:sym typeface="Georgia"/>
                        </a:rPr>
                        <a:t> recommendation for full-scale manufacturing.</a:t>
                      </a:r>
                      <a:endParaRPr sz="3300">
                        <a:latin typeface="Georgia"/>
                        <a:ea typeface="Georgia"/>
                        <a:cs typeface="Georgia"/>
                        <a:sym typeface="Georgia"/>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idx="1" type="subTitle"/>
          </p:nvPr>
        </p:nvSpPr>
        <p:spPr>
          <a:xfrm>
            <a:off x="1761450" y="5314254"/>
            <a:ext cx="3967800" cy="2607900"/>
          </a:xfrm>
          <a:prstGeom prst="rect">
            <a:avLst/>
          </a:prstGeom>
          <a:solidFill>
            <a:srgbClr val="2D6913"/>
          </a:solidFill>
          <a:ln cap="flat" cmpd="sng" w="76200">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None/>
            </a:pPr>
            <a:r>
              <a:rPr b="1" lang="en-US" sz="4000">
                <a:solidFill>
                  <a:schemeClr val="lt1"/>
                </a:solidFill>
                <a:latin typeface="Century Gothic"/>
                <a:ea typeface="Century Gothic"/>
                <a:cs typeface="Century Gothic"/>
                <a:sym typeface="Century Gothic"/>
              </a:rPr>
              <a:t>Manufacturing Research</a:t>
            </a:r>
            <a:endParaRPr b="1" sz="4000">
              <a:solidFill>
                <a:schemeClr val="lt1"/>
              </a:solidFill>
              <a:latin typeface="Century Gothic"/>
              <a:ea typeface="Century Gothic"/>
              <a:cs typeface="Century Gothic"/>
              <a:sym typeface="Century Gothic"/>
            </a:endParaRPr>
          </a:p>
        </p:txBody>
      </p:sp>
      <p:sp>
        <p:nvSpPr>
          <p:cNvPr id="213" name="Google Shape;213;p22"/>
          <p:cNvSpPr txBox="1"/>
          <p:nvPr>
            <p:ph type="ctrTitle"/>
          </p:nvPr>
        </p:nvSpPr>
        <p:spPr>
          <a:xfrm>
            <a:off x="1761450" y="367200"/>
            <a:ext cx="15903000" cy="1467600"/>
          </a:xfrm>
          <a:prstGeom prst="rect">
            <a:avLst/>
          </a:prstGeom>
        </p:spPr>
        <p:txBody>
          <a:bodyPr anchorCtr="0" anchor="ctr" bIns="182850" lIns="182850" spcFirstLastPara="1" rIns="182850" wrap="square" tIns="182850">
            <a:noAutofit/>
          </a:bodyPr>
          <a:lstStyle/>
          <a:p>
            <a:pPr indent="0" lvl="0" marL="0" rtl="0" algn="ctr">
              <a:spcBef>
                <a:spcPts val="0"/>
              </a:spcBef>
              <a:spcAft>
                <a:spcPts val="0"/>
              </a:spcAft>
              <a:buNone/>
            </a:pPr>
            <a:r>
              <a:rPr lang="en-US"/>
              <a:t>Methodology</a:t>
            </a:r>
            <a:endParaRPr/>
          </a:p>
        </p:txBody>
      </p:sp>
      <p:sp>
        <p:nvSpPr>
          <p:cNvPr id="214" name="Google Shape;214;p22"/>
          <p:cNvSpPr txBox="1"/>
          <p:nvPr>
            <p:ph idx="1" type="subTitle"/>
          </p:nvPr>
        </p:nvSpPr>
        <p:spPr>
          <a:xfrm>
            <a:off x="1761450" y="2643263"/>
            <a:ext cx="3967800" cy="2477700"/>
          </a:xfrm>
          <a:prstGeom prst="rect">
            <a:avLst/>
          </a:prstGeom>
          <a:solidFill>
            <a:srgbClr val="2D6913"/>
          </a:solidFill>
          <a:ln cap="flat" cmpd="sng" w="76200">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None/>
            </a:pPr>
            <a:r>
              <a:rPr b="1" lang="en-US" sz="4000">
                <a:solidFill>
                  <a:schemeClr val="lt1"/>
                </a:solidFill>
                <a:latin typeface="Century Gothic"/>
                <a:ea typeface="Century Gothic"/>
                <a:cs typeface="Century Gothic"/>
                <a:sym typeface="Century Gothic"/>
              </a:rPr>
              <a:t>Market </a:t>
            </a:r>
            <a:endParaRPr b="1" sz="4000">
              <a:solidFill>
                <a:schemeClr val="lt1"/>
              </a:solidFill>
              <a:latin typeface="Century Gothic"/>
              <a:ea typeface="Century Gothic"/>
              <a:cs typeface="Century Gothic"/>
              <a:sym typeface="Century Gothic"/>
            </a:endParaRPr>
          </a:p>
          <a:p>
            <a:pPr indent="0" lvl="0" marL="0" rtl="0" algn="ctr">
              <a:lnSpc>
                <a:spcPct val="115000"/>
              </a:lnSpc>
              <a:spcBef>
                <a:spcPts val="0"/>
              </a:spcBef>
              <a:spcAft>
                <a:spcPts val="0"/>
              </a:spcAft>
              <a:buNone/>
            </a:pPr>
            <a:r>
              <a:rPr b="1" lang="en-US" sz="4000">
                <a:solidFill>
                  <a:schemeClr val="lt1"/>
                </a:solidFill>
                <a:latin typeface="Century Gothic"/>
                <a:ea typeface="Century Gothic"/>
                <a:cs typeface="Century Gothic"/>
                <a:sym typeface="Century Gothic"/>
              </a:rPr>
              <a:t>Analysis</a:t>
            </a:r>
            <a:endParaRPr b="1" sz="4000">
              <a:solidFill>
                <a:schemeClr val="lt1"/>
              </a:solidFill>
              <a:latin typeface="Century Gothic"/>
              <a:ea typeface="Century Gothic"/>
              <a:cs typeface="Century Gothic"/>
              <a:sym typeface="Century Gothic"/>
            </a:endParaRPr>
          </a:p>
        </p:txBody>
      </p:sp>
      <p:sp>
        <p:nvSpPr>
          <p:cNvPr id="215" name="Google Shape;215;p22"/>
          <p:cNvSpPr txBox="1"/>
          <p:nvPr>
            <p:ph idx="1" type="subTitle"/>
          </p:nvPr>
        </p:nvSpPr>
        <p:spPr>
          <a:xfrm>
            <a:off x="5729250" y="5314254"/>
            <a:ext cx="3967800" cy="2607900"/>
          </a:xfrm>
          <a:prstGeom prst="rect">
            <a:avLst/>
          </a:prstGeom>
          <a:ln cap="flat" cmpd="sng" w="76200">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None/>
            </a:pPr>
            <a:r>
              <a:rPr b="1" lang="en-US" sz="4000">
                <a:solidFill>
                  <a:schemeClr val="dk1"/>
                </a:solidFill>
                <a:latin typeface="Century Gothic"/>
                <a:ea typeface="Century Gothic"/>
                <a:cs typeface="Century Gothic"/>
                <a:sym typeface="Century Gothic"/>
              </a:rPr>
              <a:t>Supplier Search</a:t>
            </a:r>
            <a:endParaRPr b="1" sz="4000">
              <a:solidFill>
                <a:schemeClr val="dk1"/>
              </a:solidFill>
              <a:latin typeface="Century Gothic"/>
              <a:ea typeface="Century Gothic"/>
              <a:cs typeface="Century Gothic"/>
              <a:sym typeface="Century Gothic"/>
            </a:endParaRPr>
          </a:p>
        </p:txBody>
      </p:sp>
      <p:sp>
        <p:nvSpPr>
          <p:cNvPr id="216" name="Google Shape;216;p22"/>
          <p:cNvSpPr txBox="1"/>
          <p:nvPr>
            <p:ph idx="1" type="subTitle"/>
          </p:nvPr>
        </p:nvSpPr>
        <p:spPr>
          <a:xfrm>
            <a:off x="5729250" y="2643263"/>
            <a:ext cx="3967800" cy="2477700"/>
          </a:xfrm>
          <a:prstGeom prst="rect">
            <a:avLst/>
          </a:prstGeom>
          <a:ln cap="flat" cmpd="sng" w="76200">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None/>
            </a:pPr>
            <a:r>
              <a:rPr b="1" lang="en-US" sz="4000">
                <a:solidFill>
                  <a:schemeClr val="dk1"/>
                </a:solidFill>
                <a:latin typeface="Century Gothic"/>
                <a:ea typeface="Century Gothic"/>
                <a:cs typeface="Century Gothic"/>
                <a:sym typeface="Century Gothic"/>
              </a:rPr>
              <a:t>Competitor Landscape</a:t>
            </a:r>
            <a:endParaRPr b="1" sz="4000">
              <a:solidFill>
                <a:schemeClr val="dk1"/>
              </a:solidFill>
              <a:latin typeface="Century Gothic"/>
              <a:ea typeface="Century Gothic"/>
              <a:cs typeface="Century Gothic"/>
              <a:sym typeface="Century Gothic"/>
            </a:endParaRPr>
          </a:p>
        </p:txBody>
      </p:sp>
      <p:sp>
        <p:nvSpPr>
          <p:cNvPr id="217" name="Google Shape;217;p22"/>
          <p:cNvSpPr txBox="1"/>
          <p:nvPr>
            <p:ph idx="1" type="subTitle"/>
          </p:nvPr>
        </p:nvSpPr>
        <p:spPr>
          <a:xfrm>
            <a:off x="9697050" y="5314254"/>
            <a:ext cx="3967800" cy="2607900"/>
          </a:xfrm>
          <a:prstGeom prst="rect">
            <a:avLst/>
          </a:prstGeom>
          <a:ln cap="flat" cmpd="sng" w="76200">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None/>
            </a:pPr>
            <a:r>
              <a:rPr b="1" lang="en-US" sz="4000">
                <a:solidFill>
                  <a:schemeClr val="dk1"/>
                </a:solidFill>
                <a:latin typeface="Century Gothic"/>
                <a:ea typeface="Century Gothic"/>
                <a:cs typeface="Century Gothic"/>
                <a:sym typeface="Century Gothic"/>
              </a:rPr>
              <a:t>Outreach</a:t>
            </a:r>
            <a:endParaRPr b="1" sz="4000">
              <a:solidFill>
                <a:schemeClr val="dk1"/>
              </a:solidFill>
              <a:latin typeface="Century Gothic"/>
              <a:ea typeface="Century Gothic"/>
              <a:cs typeface="Century Gothic"/>
              <a:sym typeface="Century Gothic"/>
            </a:endParaRPr>
          </a:p>
        </p:txBody>
      </p:sp>
      <p:sp>
        <p:nvSpPr>
          <p:cNvPr id="218" name="Google Shape;218;p22"/>
          <p:cNvSpPr txBox="1"/>
          <p:nvPr>
            <p:ph idx="1" type="subTitle"/>
          </p:nvPr>
        </p:nvSpPr>
        <p:spPr>
          <a:xfrm>
            <a:off x="9697050" y="2643263"/>
            <a:ext cx="3967800" cy="2477700"/>
          </a:xfrm>
          <a:prstGeom prst="rect">
            <a:avLst/>
          </a:prstGeom>
          <a:ln cap="flat" cmpd="sng" w="76200">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None/>
            </a:pPr>
            <a:r>
              <a:rPr b="1" lang="en-US" sz="4000">
                <a:solidFill>
                  <a:schemeClr val="dk1"/>
                </a:solidFill>
                <a:latin typeface="Century Gothic"/>
                <a:ea typeface="Century Gothic"/>
                <a:cs typeface="Century Gothic"/>
                <a:sym typeface="Century Gothic"/>
              </a:rPr>
              <a:t>Survey</a:t>
            </a:r>
            <a:endParaRPr b="1" sz="4000">
              <a:solidFill>
                <a:schemeClr val="dk1"/>
              </a:solidFill>
              <a:latin typeface="Century Gothic"/>
              <a:ea typeface="Century Gothic"/>
              <a:cs typeface="Century Gothic"/>
              <a:sym typeface="Century Gothic"/>
            </a:endParaRPr>
          </a:p>
        </p:txBody>
      </p:sp>
      <p:sp>
        <p:nvSpPr>
          <p:cNvPr id="219" name="Google Shape;219;p22"/>
          <p:cNvSpPr txBox="1"/>
          <p:nvPr>
            <p:ph idx="1" type="subTitle"/>
          </p:nvPr>
        </p:nvSpPr>
        <p:spPr>
          <a:xfrm>
            <a:off x="13664850" y="5314254"/>
            <a:ext cx="3967800" cy="2607900"/>
          </a:xfrm>
          <a:prstGeom prst="rect">
            <a:avLst/>
          </a:prstGeom>
          <a:ln cap="flat" cmpd="sng" w="76200">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None/>
            </a:pPr>
            <a:r>
              <a:rPr b="1" lang="en-US" sz="4000">
                <a:solidFill>
                  <a:schemeClr val="dk1"/>
                </a:solidFill>
                <a:latin typeface="Century Gothic"/>
                <a:ea typeface="Century Gothic"/>
                <a:cs typeface="Century Gothic"/>
                <a:sym typeface="Century Gothic"/>
              </a:rPr>
              <a:t>Manufacturing Shortlist</a:t>
            </a:r>
            <a:endParaRPr b="1" sz="4000">
              <a:solidFill>
                <a:schemeClr val="dk1"/>
              </a:solidFill>
              <a:latin typeface="Century Gothic"/>
              <a:ea typeface="Century Gothic"/>
              <a:cs typeface="Century Gothic"/>
              <a:sym typeface="Century Gothic"/>
            </a:endParaRPr>
          </a:p>
        </p:txBody>
      </p:sp>
      <p:sp>
        <p:nvSpPr>
          <p:cNvPr id="220" name="Google Shape;220;p22"/>
          <p:cNvSpPr txBox="1"/>
          <p:nvPr>
            <p:ph idx="1" type="subTitle"/>
          </p:nvPr>
        </p:nvSpPr>
        <p:spPr>
          <a:xfrm>
            <a:off x="13664850" y="2643263"/>
            <a:ext cx="3967800" cy="2477700"/>
          </a:xfrm>
          <a:prstGeom prst="rect">
            <a:avLst/>
          </a:prstGeom>
          <a:ln cap="flat" cmpd="sng" w="76200">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None/>
            </a:pPr>
            <a:r>
              <a:rPr b="1" lang="en-US" sz="4000">
                <a:solidFill>
                  <a:schemeClr val="dk1"/>
                </a:solidFill>
                <a:latin typeface="Century Gothic"/>
                <a:ea typeface="Century Gothic"/>
                <a:cs typeface="Century Gothic"/>
                <a:sym typeface="Century Gothic"/>
              </a:rPr>
              <a:t>TAM</a:t>
            </a:r>
            <a:endParaRPr b="1" sz="4000">
              <a:solidFill>
                <a:schemeClr val="dk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3"/>
          <p:cNvSpPr txBox="1"/>
          <p:nvPr>
            <p:ph type="ctrTitle"/>
          </p:nvPr>
        </p:nvSpPr>
        <p:spPr>
          <a:xfrm>
            <a:off x="1498600" y="367200"/>
            <a:ext cx="159030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sz="6500"/>
              <a:t>Market Research Overview</a:t>
            </a:r>
            <a:endParaRPr sz="6500"/>
          </a:p>
        </p:txBody>
      </p:sp>
      <p:sp>
        <p:nvSpPr>
          <p:cNvPr id="226" name="Google Shape;226;p23"/>
          <p:cNvSpPr txBox="1"/>
          <p:nvPr/>
        </p:nvSpPr>
        <p:spPr>
          <a:xfrm>
            <a:off x="1709880" y="5734899"/>
            <a:ext cx="4574100" cy="331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4000">
                <a:solidFill>
                  <a:schemeClr val="dk1"/>
                </a:solidFill>
                <a:highlight>
                  <a:srgbClr val="D9EAD3"/>
                </a:highlight>
                <a:latin typeface="Georgia"/>
                <a:ea typeface="Georgia"/>
                <a:cs typeface="Georgia"/>
                <a:sym typeface="Georgia"/>
              </a:rPr>
              <a:t>Customers</a:t>
            </a:r>
            <a:endParaRPr b="1" sz="4000">
              <a:solidFill>
                <a:schemeClr val="dk1"/>
              </a:solidFill>
              <a:latin typeface="Georgia"/>
              <a:ea typeface="Georgia"/>
              <a:cs typeface="Georgia"/>
              <a:sym typeface="Georgia"/>
            </a:endParaRPr>
          </a:p>
          <a:p>
            <a:pPr indent="457200" lvl="0" marL="457200" rtl="0" algn="l">
              <a:spcBef>
                <a:spcPts val="1000"/>
              </a:spcBef>
              <a:spcAft>
                <a:spcPts val="0"/>
              </a:spcAft>
              <a:buNone/>
            </a:pPr>
            <a:r>
              <a:rPr b="1" lang="en-US" sz="3500">
                <a:solidFill>
                  <a:schemeClr val="dk1"/>
                </a:solidFill>
                <a:latin typeface="Georgia"/>
                <a:ea typeface="Georgia"/>
                <a:cs typeface="Georgia"/>
                <a:sym typeface="Georgia"/>
              </a:rPr>
              <a:t>Primary</a:t>
            </a:r>
            <a:r>
              <a:rPr b="1" lang="en-US" sz="3000">
                <a:solidFill>
                  <a:schemeClr val="dk1"/>
                </a:solidFill>
                <a:latin typeface="Georgia"/>
                <a:ea typeface="Georgia"/>
                <a:cs typeface="Georgia"/>
                <a:sym typeface="Georgia"/>
              </a:rPr>
              <a:t>: </a:t>
            </a:r>
            <a:endParaRPr b="1" sz="3000">
              <a:solidFill>
                <a:schemeClr val="dk1"/>
              </a:solidFill>
              <a:latin typeface="Georgia"/>
              <a:ea typeface="Georgia"/>
              <a:cs typeface="Georgia"/>
              <a:sym typeface="Georgia"/>
            </a:endParaRPr>
          </a:p>
          <a:p>
            <a:pPr indent="0" lvl="0" marL="0" rtl="0" algn="l">
              <a:spcBef>
                <a:spcPts val="0"/>
              </a:spcBef>
              <a:spcAft>
                <a:spcPts val="0"/>
              </a:spcAft>
              <a:buNone/>
            </a:pPr>
            <a:r>
              <a:t/>
            </a:r>
            <a:endParaRPr b="1" sz="4000">
              <a:solidFill>
                <a:schemeClr val="dk1"/>
              </a:solidFill>
              <a:latin typeface="Georgia"/>
              <a:ea typeface="Georgia"/>
              <a:cs typeface="Georgia"/>
              <a:sym typeface="Georgia"/>
            </a:endParaRPr>
          </a:p>
          <a:p>
            <a:pPr indent="457200" lvl="0" marL="457200" rtl="0" algn="l">
              <a:spcBef>
                <a:spcPts val="0"/>
              </a:spcBef>
              <a:spcAft>
                <a:spcPts val="0"/>
              </a:spcAft>
              <a:buNone/>
            </a:pPr>
            <a:r>
              <a:rPr b="1" lang="en-US" sz="3500">
                <a:solidFill>
                  <a:schemeClr val="dk1"/>
                </a:solidFill>
                <a:latin typeface="Georgia"/>
                <a:ea typeface="Georgia"/>
                <a:cs typeface="Georgia"/>
                <a:sym typeface="Georgia"/>
              </a:rPr>
              <a:t>Secondary</a:t>
            </a:r>
            <a:r>
              <a:rPr b="1" lang="en-US" sz="2800">
                <a:solidFill>
                  <a:schemeClr val="dk1"/>
                </a:solidFill>
                <a:latin typeface="Georgia"/>
                <a:ea typeface="Georgia"/>
                <a:cs typeface="Georgia"/>
                <a:sym typeface="Georgia"/>
              </a:rPr>
              <a:t>: </a:t>
            </a:r>
            <a:endParaRPr b="1" sz="2800">
              <a:solidFill>
                <a:schemeClr val="dk1"/>
              </a:solidFill>
              <a:latin typeface="Georgia"/>
              <a:ea typeface="Georgia"/>
              <a:cs typeface="Georgia"/>
              <a:sym typeface="Georgia"/>
            </a:endParaRPr>
          </a:p>
        </p:txBody>
      </p:sp>
      <p:sp>
        <p:nvSpPr>
          <p:cNvPr id="227" name="Google Shape;227;p23"/>
          <p:cNvSpPr/>
          <p:nvPr/>
        </p:nvSpPr>
        <p:spPr>
          <a:xfrm>
            <a:off x="7827000" y="6089650"/>
            <a:ext cx="3771900" cy="1276500"/>
          </a:xfrm>
          <a:prstGeom prst="rect">
            <a:avLst/>
          </a:prstGeom>
          <a:solidFill>
            <a:srgbClr val="B6D7A8"/>
          </a:solidFill>
          <a:ln cap="flat" cmpd="sng" w="19050">
            <a:solidFill>
              <a:srgbClr val="2D69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Georgia"/>
                <a:ea typeface="Georgia"/>
                <a:cs typeface="Georgia"/>
                <a:sym typeface="Georgia"/>
              </a:rPr>
              <a:t>Homeowners</a:t>
            </a:r>
            <a:endParaRPr b="1" sz="2800">
              <a:latin typeface="Georgia"/>
              <a:ea typeface="Georgia"/>
              <a:cs typeface="Georgia"/>
              <a:sym typeface="Georgia"/>
            </a:endParaRPr>
          </a:p>
        </p:txBody>
      </p:sp>
      <p:sp>
        <p:nvSpPr>
          <p:cNvPr id="228" name="Google Shape;228;p23"/>
          <p:cNvSpPr/>
          <p:nvPr/>
        </p:nvSpPr>
        <p:spPr>
          <a:xfrm>
            <a:off x="6047300" y="7366150"/>
            <a:ext cx="3771900" cy="1276500"/>
          </a:xfrm>
          <a:prstGeom prst="rect">
            <a:avLst/>
          </a:prstGeom>
          <a:solidFill>
            <a:srgbClr val="D9EAD3"/>
          </a:solidFill>
          <a:ln cap="flat" cmpd="sng" w="19050">
            <a:solidFill>
              <a:srgbClr val="2D69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Georgia"/>
                <a:ea typeface="Georgia"/>
                <a:cs typeface="Georgia"/>
                <a:sym typeface="Georgia"/>
              </a:rPr>
              <a:t>Airbnb Hosts</a:t>
            </a:r>
            <a:endParaRPr b="1" sz="2800">
              <a:latin typeface="Georgia"/>
              <a:ea typeface="Georgia"/>
              <a:cs typeface="Georgia"/>
              <a:sym typeface="Georgia"/>
            </a:endParaRPr>
          </a:p>
        </p:txBody>
      </p:sp>
      <p:sp>
        <p:nvSpPr>
          <p:cNvPr id="229" name="Google Shape;229;p23"/>
          <p:cNvSpPr/>
          <p:nvPr/>
        </p:nvSpPr>
        <p:spPr>
          <a:xfrm>
            <a:off x="9819200" y="7366150"/>
            <a:ext cx="3771900" cy="1276500"/>
          </a:xfrm>
          <a:prstGeom prst="rect">
            <a:avLst/>
          </a:prstGeom>
          <a:solidFill>
            <a:srgbClr val="D9EAD3"/>
          </a:solidFill>
          <a:ln cap="flat" cmpd="sng" w="19050">
            <a:solidFill>
              <a:srgbClr val="2D69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Georgia"/>
                <a:ea typeface="Georgia"/>
                <a:cs typeface="Georgia"/>
                <a:sym typeface="Georgia"/>
              </a:rPr>
              <a:t>Gift Buyers</a:t>
            </a:r>
            <a:endParaRPr b="1" sz="2800">
              <a:latin typeface="Georgia"/>
              <a:ea typeface="Georgia"/>
              <a:cs typeface="Georgia"/>
              <a:sym typeface="Georgia"/>
            </a:endParaRPr>
          </a:p>
        </p:txBody>
      </p:sp>
      <p:cxnSp>
        <p:nvCxnSpPr>
          <p:cNvPr id="230" name="Google Shape;230;p23"/>
          <p:cNvCxnSpPr>
            <a:stCxn id="228" idx="3"/>
            <a:endCxn id="229" idx="1"/>
          </p:cNvCxnSpPr>
          <p:nvPr/>
        </p:nvCxnSpPr>
        <p:spPr>
          <a:xfrm>
            <a:off x="9819200" y="8004400"/>
            <a:ext cx="0" cy="0"/>
          </a:xfrm>
          <a:prstGeom prst="straightConnector1">
            <a:avLst/>
          </a:prstGeom>
          <a:noFill/>
          <a:ln cap="flat" cmpd="sng" w="38100">
            <a:solidFill>
              <a:schemeClr val="dk2"/>
            </a:solidFill>
            <a:prstDash val="solid"/>
            <a:round/>
            <a:headEnd len="med" w="med" type="none"/>
            <a:tailEnd len="med" w="med" type="none"/>
          </a:ln>
        </p:spPr>
      </p:cxnSp>
      <p:sp>
        <p:nvSpPr>
          <p:cNvPr id="231" name="Google Shape;231;p23"/>
          <p:cNvSpPr txBox="1"/>
          <p:nvPr/>
        </p:nvSpPr>
        <p:spPr>
          <a:xfrm>
            <a:off x="9615438" y="7679455"/>
            <a:ext cx="613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rPr>
              <a:t>&amp;</a:t>
            </a:r>
            <a:endParaRPr b="1" sz="2800">
              <a:solidFill>
                <a:schemeClr val="dk1"/>
              </a:solidFill>
            </a:endParaRPr>
          </a:p>
        </p:txBody>
      </p:sp>
      <p:sp>
        <p:nvSpPr>
          <p:cNvPr id="232" name="Google Shape;232;p23"/>
          <p:cNvSpPr txBox="1"/>
          <p:nvPr/>
        </p:nvSpPr>
        <p:spPr>
          <a:xfrm>
            <a:off x="1498600" y="1921650"/>
            <a:ext cx="15023400" cy="80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solidFill>
                  <a:schemeClr val="dk1"/>
                </a:solidFill>
                <a:highlight>
                  <a:srgbClr val="D9EAD3"/>
                </a:highlight>
                <a:latin typeface="Georgia"/>
                <a:ea typeface="Georgia"/>
                <a:cs typeface="Georgia"/>
                <a:sym typeface="Georgia"/>
              </a:rPr>
              <a:t>Identifiable</a:t>
            </a:r>
            <a:r>
              <a:rPr b="1" lang="en-US" sz="4000">
                <a:solidFill>
                  <a:schemeClr val="dk1"/>
                </a:solidFill>
                <a:highlight>
                  <a:srgbClr val="D9EAD3"/>
                </a:highlight>
                <a:latin typeface="Georgia"/>
                <a:ea typeface="Georgia"/>
                <a:cs typeface="Georgia"/>
                <a:sym typeface="Georgia"/>
              </a:rPr>
              <a:t> Markets</a:t>
            </a:r>
            <a:endParaRPr b="1" sz="4000">
              <a:solidFill>
                <a:schemeClr val="dk1"/>
              </a:solidFill>
              <a:highlight>
                <a:srgbClr val="D9EAD3"/>
              </a:highlight>
              <a:latin typeface="Georgia"/>
              <a:ea typeface="Georgia"/>
              <a:cs typeface="Georgia"/>
              <a:sym typeface="Georgia"/>
            </a:endParaRPr>
          </a:p>
          <a:p>
            <a:pPr indent="457200" lvl="0" marL="457200" rtl="0" algn="l">
              <a:spcBef>
                <a:spcPts val="0"/>
              </a:spcBef>
              <a:spcAft>
                <a:spcPts val="0"/>
              </a:spcAft>
              <a:buNone/>
            </a:pPr>
            <a:r>
              <a:t/>
            </a:r>
            <a:endParaRPr b="1" sz="2800">
              <a:solidFill>
                <a:schemeClr val="dk1"/>
              </a:solidFill>
              <a:latin typeface="Georgia"/>
              <a:ea typeface="Georgia"/>
              <a:cs typeface="Georgia"/>
              <a:sym typeface="Georgia"/>
            </a:endParaRPr>
          </a:p>
        </p:txBody>
      </p:sp>
      <p:sp>
        <p:nvSpPr>
          <p:cNvPr id="233" name="Google Shape;233;p23"/>
          <p:cNvSpPr txBox="1"/>
          <p:nvPr/>
        </p:nvSpPr>
        <p:spPr>
          <a:xfrm>
            <a:off x="1709875" y="2965800"/>
            <a:ext cx="4769100" cy="9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latin typeface="Georgia"/>
                <a:ea typeface="Georgia"/>
                <a:cs typeface="Georgia"/>
                <a:sym typeface="Georgia"/>
              </a:rPr>
              <a:t>1. </a:t>
            </a:r>
            <a:r>
              <a:rPr b="1" lang="en-US" sz="2800">
                <a:solidFill>
                  <a:schemeClr val="dk1"/>
                </a:solidFill>
                <a:latin typeface="Georgia"/>
                <a:ea typeface="Georgia"/>
                <a:cs typeface="Georgia"/>
                <a:sym typeface="Georgia"/>
              </a:rPr>
              <a:t>Custom/Personalized</a:t>
            </a:r>
            <a:endParaRPr b="1" sz="2800">
              <a:solidFill>
                <a:schemeClr val="dk1"/>
              </a:solidFill>
              <a:latin typeface="Georgia"/>
              <a:ea typeface="Georgia"/>
              <a:cs typeface="Georgia"/>
              <a:sym typeface="Georgia"/>
            </a:endParaRPr>
          </a:p>
        </p:txBody>
      </p:sp>
      <p:sp>
        <p:nvSpPr>
          <p:cNvPr id="234" name="Google Shape;234;p23"/>
          <p:cNvSpPr txBox="1"/>
          <p:nvPr/>
        </p:nvSpPr>
        <p:spPr>
          <a:xfrm>
            <a:off x="6267625" y="4486018"/>
            <a:ext cx="4355400" cy="9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latin typeface="Georgia"/>
                <a:ea typeface="Georgia"/>
                <a:cs typeface="Georgia"/>
                <a:sym typeface="Georgia"/>
              </a:rPr>
              <a:t>2. Decorative Outdoor</a:t>
            </a:r>
            <a:endParaRPr b="1" sz="2800">
              <a:solidFill>
                <a:schemeClr val="dk1"/>
              </a:solidFill>
              <a:latin typeface="Georgia"/>
              <a:ea typeface="Georgia"/>
              <a:cs typeface="Georgia"/>
              <a:sym typeface="Georgia"/>
            </a:endParaRPr>
          </a:p>
        </p:txBody>
      </p:sp>
      <p:sp>
        <p:nvSpPr>
          <p:cNvPr id="235" name="Google Shape;235;p23"/>
          <p:cNvSpPr txBox="1"/>
          <p:nvPr/>
        </p:nvSpPr>
        <p:spPr>
          <a:xfrm>
            <a:off x="10304050" y="2965809"/>
            <a:ext cx="4355400" cy="9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latin typeface="Georgia"/>
                <a:ea typeface="Georgia"/>
                <a:cs typeface="Georgia"/>
                <a:sym typeface="Georgia"/>
              </a:rPr>
              <a:t>3. Integrated Light</a:t>
            </a:r>
            <a:endParaRPr b="1" sz="2800">
              <a:solidFill>
                <a:schemeClr val="dk1"/>
              </a:solidFill>
              <a:latin typeface="Georgia"/>
              <a:ea typeface="Georgia"/>
              <a:cs typeface="Georgia"/>
              <a:sym typeface="Georgia"/>
            </a:endParaRPr>
          </a:p>
        </p:txBody>
      </p:sp>
      <p:sp>
        <p:nvSpPr>
          <p:cNvPr id="236" name="Google Shape;236;p23"/>
          <p:cNvSpPr txBox="1"/>
          <p:nvPr/>
        </p:nvSpPr>
        <p:spPr>
          <a:xfrm>
            <a:off x="13591100" y="4469764"/>
            <a:ext cx="4355400" cy="9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latin typeface="Georgia"/>
                <a:ea typeface="Georgia"/>
                <a:cs typeface="Georgia"/>
                <a:sym typeface="Georgia"/>
              </a:rPr>
              <a:t>4. Easy Installation</a:t>
            </a:r>
            <a:endParaRPr b="1" sz="2800">
              <a:solidFill>
                <a:schemeClr val="dk1"/>
              </a:solidFill>
              <a:latin typeface="Georgia"/>
              <a:ea typeface="Georgia"/>
              <a:cs typeface="Georgia"/>
              <a:sym typeface="Georgia"/>
            </a:endParaRPr>
          </a:p>
        </p:txBody>
      </p:sp>
      <p:pic>
        <p:nvPicPr>
          <p:cNvPr id="237" name="Google Shape;237;p23" title="Screenshot 2025-07-31 at 7.52.53 AM.png"/>
          <p:cNvPicPr preferRelativeResize="0"/>
          <p:nvPr/>
        </p:nvPicPr>
        <p:blipFill rotWithShape="1">
          <a:blip r:embed="rId3">
            <a:alphaModFix/>
          </a:blip>
          <a:srcRect b="0" l="6599" r="24004" t="3081"/>
          <a:stretch/>
        </p:blipFill>
        <p:spPr>
          <a:xfrm>
            <a:off x="11558025" y="3615800"/>
            <a:ext cx="1098050" cy="1310050"/>
          </a:xfrm>
          <a:prstGeom prst="rect">
            <a:avLst/>
          </a:prstGeom>
          <a:noFill/>
          <a:ln>
            <a:noFill/>
          </a:ln>
        </p:spPr>
      </p:pic>
      <p:pic>
        <p:nvPicPr>
          <p:cNvPr id="238" name="Google Shape;238;p23" title="Screenshot 2025-09-20 at 12.38.10 PM.png"/>
          <p:cNvPicPr preferRelativeResize="0"/>
          <p:nvPr/>
        </p:nvPicPr>
        <p:blipFill rotWithShape="1">
          <a:blip r:embed="rId4">
            <a:alphaModFix/>
          </a:blip>
          <a:srcRect b="14405" l="0" r="0" t="11145"/>
          <a:stretch/>
        </p:blipFill>
        <p:spPr>
          <a:xfrm>
            <a:off x="7714277" y="2965800"/>
            <a:ext cx="1262435" cy="1467600"/>
          </a:xfrm>
          <a:prstGeom prst="rect">
            <a:avLst/>
          </a:prstGeom>
          <a:noFill/>
          <a:ln>
            <a:noFill/>
          </a:ln>
        </p:spPr>
      </p:pic>
      <p:pic>
        <p:nvPicPr>
          <p:cNvPr id="239" name="Google Shape;239;p23" title="Screenshot 2025-07-09 140802.png"/>
          <p:cNvPicPr preferRelativeResize="0"/>
          <p:nvPr/>
        </p:nvPicPr>
        <p:blipFill>
          <a:blip r:embed="rId5">
            <a:alphaModFix/>
          </a:blip>
          <a:stretch>
            <a:fillRect/>
          </a:stretch>
        </p:blipFill>
        <p:spPr>
          <a:xfrm>
            <a:off x="3124625" y="3601375"/>
            <a:ext cx="1370900" cy="1338899"/>
          </a:xfrm>
          <a:prstGeom prst="rect">
            <a:avLst/>
          </a:prstGeom>
          <a:noFill/>
          <a:ln>
            <a:noFill/>
          </a:ln>
        </p:spPr>
      </p:pic>
      <p:pic>
        <p:nvPicPr>
          <p:cNvPr id="240" name="Google Shape;240;p23" title="Screenshot 2025-07-31 at 7.54.02 AM.png"/>
          <p:cNvPicPr preferRelativeResize="0"/>
          <p:nvPr/>
        </p:nvPicPr>
        <p:blipFill>
          <a:blip r:embed="rId6">
            <a:alphaModFix/>
          </a:blip>
          <a:stretch>
            <a:fillRect/>
          </a:stretch>
        </p:blipFill>
        <p:spPr>
          <a:xfrm>
            <a:off x="14659450" y="3030150"/>
            <a:ext cx="1582327" cy="1338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ph type="ctrTitle"/>
          </p:nvPr>
        </p:nvSpPr>
        <p:spPr>
          <a:xfrm>
            <a:off x="1498600" y="367200"/>
            <a:ext cx="159030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sz="6500"/>
              <a:t>Key </a:t>
            </a:r>
            <a:r>
              <a:rPr lang="en-US" sz="6500"/>
              <a:t>Findings of Market </a:t>
            </a:r>
            <a:r>
              <a:rPr lang="en-US" sz="6500"/>
              <a:t>Research</a:t>
            </a:r>
            <a:endParaRPr sz="6500"/>
          </a:p>
        </p:txBody>
      </p:sp>
      <p:cxnSp>
        <p:nvCxnSpPr>
          <p:cNvPr id="246" name="Google Shape;246;p24"/>
          <p:cNvCxnSpPr/>
          <p:nvPr/>
        </p:nvCxnSpPr>
        <p:spPr>
          <a:xfrm flipH="1" rot="10800000">
            <a:off x="4528675" y="4592475"/>
            <a:ext cx="4231200" cy="1200"/>
          </a:xfrm>
          <a:prstGeom prst="straightConnector1">
            <a:avLst/>
          </a:prstGeom>
          <a:noFill/>
          <a:ln cap="flat" cmpd="sng" w="81400">
            <a:solidFill>
              <a:schemeClr val="dk2"/>
            </a:solidFill>
            <a:prstDash val="solid"/>
            <a:round/>
            <a:headEnd len="med" w="med" type="none"/>
            <a:tailEnd len="med" w="med" type="none"/>
          </a:ln>
        </p:spPr>
      </p:cxnSp>
      <p:cxnSp>
        <p:nvCxnSpPr>
          <p:cNvPr id="247" name="Google Shape;247;p24"/>
          <p:cNvCxnSpPr/>
          <p:nvPr/>
        </p:nvCxnSpPr>
        <p:spPr>
          <a:xfrm flipH="1">
            <a:off x="4552307" y="4289836"/>
            <a:ext cx="1200" cy="716400"/>
          </a:xfrm>
          <a:prstGeom prst="straightConnector1">
            <a:avLst/>
          </a:prstGeom>
          <a:noFill/>
          <a:ln cap="flat" cmpd="sng" w="81400">
            <a:solidFill>
              <a:schemeClr val="dk2"/>
            </a:solidFill>
            <a:prstDash val="solid"/>
            <a:round/>
            <a:headEnd len="med" w="med" type="none"/>
            <a:tailEnd len="med" w="med" type="none"/>
          </a:ln>
        </p:spPr>
      </p:cxnSp>
      <p:cxnSp>
        <p:nvCxnSpPr>
          <p:cNvPr id="248" name="Google Shape;248;p24"/>
          <p:cNvCxnSpPr/>
          <p:nvPr/>
        </p:nvCxnSpPr>
        <p:spPr>
          <a:xfrm flipH="1">
            <a:off x="14709480" y="4252914"/>
            <a:ext cx="1200" cy="716400"/>
          </a:xfrm>
          <a:prstGeom prst="straightConnector1">
            <a:avLst/>
          </a:prstGeom>
          <a:noFill/>
          <a:ln cap="flat" cmpd="sng" w="81400">
            <a:solidFill>
              <a:schemeClr val="dk2"/>
            </a:solidFill>
            <a:prstDash val="solid"/>
            <a:round/>
            <a:headEnd len="med" w="med" type="none"/>
            <a:tailEnd len="med" w="med" type="none"/>
          </a:ln>
        </p:spPr>
      </p:cxnSp>
      <p:sp>
        <p:nvSpPr>
          <p:cNvPr id="249" name="Google Shape;249;p24"/>
          <p:cNvSpPr txBox="1"/>
          <p:nvPr/>
        </p:nvSpPr>
        <p:spPr>
          <a:xfrm>
            <a:off x="1325500" y="5635656"/>
            <a:ext cx="4732200" cy="854700"/>
          </a:xfrm>
          <a:prstGeom prst="rect">
            <a:avLst/>
          </a:prstGeom>
          <a:noFill/>
          <a:ln>
            <a:noFill/>
          </a:ln>
        </p:spPr>
        <p:txBody>
          <a:bodyPr anchorCtr="0" anchor="t" bIns="97675" lIns="97675" spcFirstLastPara="1" rIns="97675" wrap="square" tIns="97675">
            <a:noAutofit/>
          </a:bodyPr>
          <a:lstStyle/>
          <a:p>
            <a:pPr indent="0" lvl="0" marL="0" rtl="0" algn="ctr">
              <a:lnSpc>
                <a:spcPct val="115000"/>
              </a:lnSpc>
              <a:spcBef>
                <a:spcPts val="0"/>
              </a:spcBef>
              <a:spcAft>
                <a:spcPts val="0"/>
              </a:spcAft>
              <a:buNone/>
            </a:pPr>
            <a:r>
              <a:rPr b="1" lang="en-US" sz="3391">
                <a:solidFill>
                  <a:schemeClr val="dk1"/>
                </a:solidFill>
                <a:latin typeface="Georgia"/>
                <a:ea typeface="Georgia"/>
                <a:cs typeface="Georgia"/>
                <a:sym typeface="Georgia"/>
              </a:rPr>
              <a:t>Mass Market:</a:t>
            </a:r>
            <a:endParaRPr b="1" sz="3391">
              <a:solidFill>
                <a:schemeClr val="dk1"/>
              </a:solidFill>
              <a:latin typeface="Georgia"/>
              <a:ea typeface="Georgia"/>
              <a:cs typeface="Georgia"/>
              <a:sym typeface="Georgia"/>
            </a:endParaRPr>
          </a:p>
          <a:p>
            <a:pPr indent="0" lvl="0" marL="0" rtl="0" algn="ctr">
              <a:lnSpc>
                <a:spcPct val="115000"/>
              </a:lnSpc>
              <a:spcBef>
                <a:spcPts val="0"/>
              </a:spcBef>
              <a:spcAft>
                <a:spcPts val="0"/>
              </a:spcAft>
              <a:buNone/>
            </a:pPr>
            <a:r>
              <a:rPr b="1" lang="en-US" sz="2536">
                <a:solidFill>
                  <a:schemeClr val="dk1"/>
                </a:solidFill>
                <a:latin typeface="Georgia"/>
                <a:ea typeface="Georgia"/>
                <a:cs typeface="Georgia"/>
                <a:sym typeface="Georgia"/>
              </a:rPr>
              <a:t>Generic, non-customizable </a:t>
            </a:r>
            <a:endParaRPr b="1" sz="3391">
              <a:solidFill>
                <a:schemeClr val="dk1"/>
              </a:solidFill>
              <a:latin typeface="Georgia"/>
              <a:ea typeface="Georgia"/>
              <a:cs typeface="Georgia"/>
              <a:sym typeface="Georgia"/>
            </a:endParaRPr>
          </a:p>
        </p:txBody>
      </p:sp>
      <p:sp>
        <p:nvSpPr>
          <p:cNvPr id="250" name="Google Shape;250;p24"/>
          <p:cNvSpPr txBox="1"/>
          <p:nvPr/>
        </p:nvSpPr>
        <p:spPr>
          <a:xfrm>
            <a:off x="13502612" y="5635654"/>
            <a:ext cx="3459900" cy="854700"/>
          </a:xfrm>
          <a:prstGeom prst="rect">
            <a:avLst/>
          </a:prstGeom>
          <a:noFill/>
          <a:ln>
            <a:noFill/>
          </a:ln>
        </p:spPr>
        <p:txBody>
          <a:bodyPr anchorCtr="0" anchor="t" bIns="97675" lIns="97675" spcFirstLastPara="1" rIns="97675" wrap="square" tIns="97675">
            <a:noAutofit/>
          </a:bodyPr>
          <a:lstStyle/>
          <a:p>
            <a:pPr indent="0" lvl="0" marL="0" rtl="0" algn="ctr">
              <a:lnSpc>
                <a:spcPct val="115000"/>
              </a:lnSpc>
              <a:spcBef>
                <a:spcPts val="0"/>
              </a:spcBef>
              <a:spcAft>
                <a:spcPts val="0"/>
              </a:spcAft>
              <a:buNone/>
            </a:pPr>
            <a:r>
              <a:rPr b="1" lang="en-US" sz="3391">
                <a:solidFill>
                  <a:schemeClr val="dk1"/>
                </a:solidFill>
                <a:latin typeface="Georgia"/>
                <a:ea typeface="Georgia"/>
                <a:cs typeface="Georgia"/>
                <a:sym typeface="Georgia"/>
              </a:rPr>
              <a:t>Niche </a:t>
            </a:r>
            <a:r>
              <a:rPr b="1" lang="en-US" sz="3391">
                <a:solidFill>
                  <a:schemeClr val="dk1"/>
                </a:solidFill>
                <a:latin typeface="Georgia"/>
                <a:ea typeface="Georgia"/>
                <a:cs typeface="Georgia"/>
                <a:sym typeface="Georgia"/>
              </a:rPr>
              <a:t>Market:</a:t>
            </a:r>
            <a:endParaRPr b="1" sz="3391">
              <a:solidFill>
                <a:schemeClr val="dk1"/>
              </a:solidFill>
              <a:latin typeface="Georgia"/>
              <a:ea typeface="Georgia"/>
              <a:cs typeface="Georgia"/>
              <a:sym typeface="Georgia"/>
            </a:endParaRPr>
          </a:p>
          <a:p>
            <a:pPr indent="0" lvl="0" marL="0" rtl="0" algn="ctr">
              <a:lnSpc>
                <a:spcPct val="115000"/>
              </a:lnSpc>
              <a:spcBef>
                <a:spcPts val="0"/>
              </a:spcBef>
              <a:spcAft>
                <a:spcPts val="0"/>
              </a:spcAft>
              <a:buNone/>
            </a:pPr>
            <a:r>
              <a:rPr b="1" lang="en-US" sz="2536">
                <a:solidFill>
                  <a:schemeClr val="dk1"/>
                </a:solidFill>
                <a:latin typeface="Georgia"/>
                <a:ea typeface="Georgia"/>
                <a:cs typeface="Georgia"/>
                <a:sym typeface="Georgia"/>
              </a:rPr>
              <a:t>High-end, custom or tech-focused </a:t>
            </a:r>
            <a:endParaRPr b="1" sz="3391">
              <a:solidFill>
                <a:schemeClr val="dk1"/>
              </a:solidFill>
              <a:latin typeface="Georgia"/>
              <a:ea typeface="Georgia"/>
              <a:cs typeface="Georgia"/>
              <a:sym typeface="Georgia"/>
            </a:endParaRPr>
          </a:p>
        </p:txBody>
      </p:sp>
      <p:cxnSp>
        <p:nvCxnSpPr>
          <p:cNvPr id="251" name="Google Shape;251;p24"/>
          <p:cNvCxnSpPr/>
          <p:nvPr/>
        </p:nvCxnSpPr>
        <p:spPr>
          <a:xfrm>
            <a:off x="8735191" y="4320982"/>
            <a:ext cx="0" cy="468300"/>
          </a:xfrm>
          <a:prstGeom prst="straightConnector1">
            <a:avLst/>
          </a:prstGeom>
          <a:noFill/>
          <a:ln cap="flat" cmpd="sng" w="81400">
            <a:solidFill>
              <a:srgbClr val="2D6913"/>
            </a:solidFill>
            <a:prstDash val="solid"/>
            <a:round/>
            <a:headEnd len="med" w="med" type="none"/>
            <a:tailEnd len="med" w="med" type="none"/>
          </a:ln>
        </p:spPr>
      </p:cxnSp>
      <p:cxnSp>
        <p:nvCxnSpPr>
          <p:cNvPr id="252" name="Google Shape;252;p24"/>
          <p:cNvCxnSpPr/>
          <p:nvPr/>
        </p:nvCxnSpPr>
        <p:spPr>
          <a:xfrm>
            <a:off x="10499940" y="4320982"/>
            <a:ext cx="0" cy="468300"/>
          </a:xfrm>
          <a:prstGeom prst="straightConnector1">
            <a:avLst/>
          </a:prstGeom>
          <a:noFill/>
          <a:ln cap="flat" cmpd="sng" w="81400">
            <a:solidFill>
              <a:srgbClr val="2D6913"/>
            </a:solidFill>
            <a:prstDash val="solid"/>
            <a:round/>
            <a:headEnd len="med" w="med" type="none"/>
            <a:tailEnd len="med" w="med" type="none"/>
          </a:ln>
        </p:spPr>
      </p:cxnSp>
      <p:sp>
        <p:nvSpPr>
          <p:cNvPr id="253" name="Google Shape;253;p24"/>
          <p:cNvSpPr txBox="1"/>
          <p:nvPr/>
        </p:nvSpPr>
        <p:spPr>
          <a:xfrm>
            <a:off x="7029361" y="5611515"/>
            <a:ext cx="5061300" cy="854700"/>
          </a:xfrm>
          <a:prstGeom prst="rect">
            <a:avLst/>
          </a:prstGeom>
          <a:noFill/>
          <a:ln>
            <a:noFill/>
          </a:ln>
        </p:spPr>
        <p:txBody>
          <a:bodyPr anchorCtr="0" anchor="t" bIns="97675" lIns="97675" spcFirstLastPara="1" rIns="97675" wrap="square" tIns="97675">
            <a:noAutofit/>
          </a:bodyPr>
          <a:lstStyle/>
          <a:p>
            <a:pPr indent="0" lvl="0" marL="0" rtl="0" algn="ctr">
              <a:lnSpc>
                <a:spcPct val="115000"/>
              </a:lnSpc>
              <a:spcBef>
                <a:spcPts val="0"/>
              </a:spcBef>
              <a:spcAft>
                <a:spcPts val="0"/>
              </a:spcAft>
              <a:buNone/>
            </a:pPr>
            <a:r>
              <a:rPr b="1" lang="en-US" sz="3391">
                <a:solidFill>
                  <a:srgbClr val="2D6913"/>
                </a:solidFill>
                <a:latin typeface="Georgia"/>
                <a:ea typeface="Georgia"/>
                <a:cs typeface="Georgia"/>
                <a:sym typeface="Georgia"/>
              </a:rPr>
              <a:t>Middle Niche Market: </a:t>
            </a:r>
            <a:r>
              <a:rPr b="1" lang="en-US" sz="2700">
                <a:solidFill>
                  <a:srgbClr val="2D6913"/>
                </a:solidFill>
                <a:highlight>
                  <a:srgbClr val="D9EAD3"/>
                </a:highlight>
                <a:latin typeface="Georgia"/>
                <a:ea typeface="Georgia"/>
                <a:cs typeface="Georgia"/>
                <a:sym typeface="Georgia"/>
              </a:rPr>
              <a:t>Slip On </a:t>
            </a:r>
            <a:r>
              <a:rPr b="1" lang="en-US" sz="2700">
                <a:solidFill>
                  <a:srgbClr val="2D6913"/>
                </a:solidFill>
                <a:highlight>
                  <a:srgbClr val="D9EAD3"/>
                </a:highlight>
                <a:latin typeface="Georgia"/>
                <a:ea typeface="Georgia"/>
                <a:cs typeface="Georgia"/>
                <a:sym typeface="Georgia"/>
              </a:rPr>
              <a:t>Sconce</a:t>
            </a:r>
            <a:endParaRPr b="1" sz="2700">
              <a:solidFill>
                <a:srgbClr val="2D6913"/>
              </a:solidFill>
              <a:highlight>
                <a:srgbClr val="D9EAD3"/>
              </a:highlight>
              <a:latin typeface="Georgia"/>
              <a:ea typeface="Georgia"/>
              <a:cs typeface="Georgia"/>
              <a:sym typeface="Georgia"/>
            </a:endParaRPr>
          </a:p>
          <a:p>
            <a:pPr indent="0" lvl="0" marL="0" rtl="0" algn="ctr">
              <a:lnSpc>
                <a:spcPct val="100000"/>
              </a:lnSpc>
              <a:spcBef>
                <a:spcPts val="0"/>
              </a:spcBef>
              <a:spcAft>
                <a:spcPts val="0"/>
              </a:spcAft>
              <a:buNone/>
            </a:pPr>
            <a:r>
              <a:t/>
            </a:r>
            <a:endParaRPr b="1" sz="3391">
              <a:solidFill>
                <a:srgbClr val="2D6913"/>
              </a:solidFill>
              <a:latin typeface="Georgia"/>
              <a:ea typeface="Georgia"/>
              <a:cs typeface="Georgia"/>
              <a:sym typeface="Georgia"/>
            </a:endParaRPr>
          </a:p>
        </p:txBody>
      </p:sp>
      <p:cxnSp>
        <p:nvCxnSpPr>
          <p:cNvPr id="254" name="Google Shape;254;p24"/>
          <p:cNvCxnSpPr>
            <a:stCxn id="255" idx="3"/>
            <a:endCxn id="256" idx="1"/>
          </p:cNvCxnSpPr>
          <p:nvPr/>
        </p:nvCxnSpPr>
        <p:spPr>
          <a:xfrm>
            <a:off x="9819200" y="8137750"/>
            <a:ext cx="0" cy="0"/>
          </a:xfrm>
          <a:prstGeom prst="straightConnector1">
            <a:avLst/>
          </a:prstGeom>
          <a:noFill/>
          <a:ln cap="flat" cmpd="sng" w="38100">
            <a:solidFill>
              <a:schemeClr val="dk2"/>
            </a:solidFill>
            <a:prstDash val="solid"/>
            <a:round/>
            <a:headEnd len="med" w="med" type="none"/>
            <a:tailEnd len="med" w="med" type="none"/>
          </a:ln>
        </p:spPr>
      </p:cxnSp>
      <p:sp>
        <p:nvSpPr>
          <p:cNvPr id="257" name="Google Shape;257;p24"/>
          <p:cNvSpPr/>
          <p:nvPr/>
        </p:nvSpPr>
        <p:spPr>
          <a:xfrm rot="5400000">
            <a:off x="14654125" y="4237744"/>
            <a:ext cx="778800" cy="739500"/>
          </a:xfrm>
          <a:prstGeom prst="triangle">
            <a:avLst>
              <a:gd fmla="val 50000" name="adj"/>
            </a:avLst>
          </a:prstGeom>
          <a:solidFill>
            <a:srgbClr val="38761D"/>
          </a:solidFill>
          <a:ln cap="flat" cmpd="sng" w="10175">
            <a:solidFill>
              <a:schemeClr val="dk2"/>
            </a:solidFill>
            <a:prstDash val="solid"/>
            <a:round/>
            <a:headEnd len="sm" w="sm" type="none"/>
            <a:tailEnd len="sm" w="sm" type="none"/>
          </a:ln>
        </p:spPr>
        <p:txBody>
          <a:bodyPr anchorCtr="0" anchor="ctr" bIns="97675" lIns="97675" spcFirstLastPara="1" rIns="97675" wrap="square" tIns="97675">
            <a:noAutofit/>
          </a:bodyPr>
          <a:lstStyle/>
          <a:p>
            <a:pPr indent="0" lvl="0" marL="0" rtl="0" algn="ctr">
              <a:spcBef>
                <a:spcPts val="0"/>
              </a:spcBef>
              <a:spcAft>
                <a:spcPts val="0"/>
              </a:spcAft>
              <a:buNone/>
            </a:pPr>
            <a:r>
              <a:t/>
            </a:r>
            <a:endParaRPr sz="1495"/>
          </a:p>
        </p:txBody>
      </p:sp>
      <p:sp>
        <p:nvSpPr>
          <p:cNvPr id="258" name="Google Shape;258;p24"/>
          <p:cNvSpPr/>
          <p:nvPr/>
        </p:nvSpPr>
        <p:spPr>
          <a:xfrm>
            <a:off x="8927822" y="4227389"/>
            <a:ext cx="1404300" cy="655500"/>
          </a:xfrm>
          <a:prstGeom prst="ellipse">
            <a:avLst/>
          </a:prstGeom>
          <a:solidFill>
            <a:srgbClr val="D9EAD3"/>
          </a:solidFill>
          <a:ln cap="flat" cmpd="sng" w="19050">
            <a:solidFill>
              <a:srgbClr val="035642"/>
            </a:solidFill>
            <a:prstDash val="solid"/>
            <a:round/>
            <a:headEnd len="sm" w="sm" type="none"/>
            <a:tailEnd len="sm" w="sm" type="none"/>
          </a:ln>
        </p:spPr>
        <p:txBody>
          <a:bodyPr anchorCtr="0" anchor="ctr" bIns="97675" lIns="97675" spcFirstLastPara="1" rIns="97675" wrap="square" tIns="97675">
            <a:noAutofit/>
          </a:bodyPr>
          <a:lstStyle/>
          <a:p>
            <a:pPr indent="0" lvl="0" marL="0" rtl="0" algn="ctr">
              <a:spcBef>
                <a:spcPts val="0"/>
              </a:spcBef>
              <a:spcAft>
                <a:spcPts val="0"/>
              </a:spcAft>
              <a:buNone/>
            </a:pPr>
            <a:r>
              <a:t/>
            </a:r>
            <a:endParaRPr sz="1495"/>
          </a:p>
        </p:txBody>
      </p:sp>
      <p:cxnSp>
        <p:nvCxnSpPr>
          <p:cNvPr id="259" name="Google Shape;259;p24"/>
          <p:cNvCxnSpPr/>
          <p:nvPr/>
        </p:nvCxnSpPr>
        <p:spPr>
          <a:xfrm rot="10800000">
            <a:off x="9614592" y="5123870"/>
            <a:ext cx="3300" cy="512100"/>
          </a:xfrm>
          <a:prstGeom prst="straightConnector1">
            <a:avLst/>
          </a:prstGeom>
          <a:noFill/>
          <a:ln cap="flat" cmpd="sng" w="40700">
            <a:solidFill>
              <a:srgbClr val="2D6913"/>
            </a:solidFill>
            <a:prstDash val="solid"/>
            <a:round/>
            <a:headEnd len="med" w="med" type="none"/>
            <a:tailEnd len="med" w="med" type="triangle"/>
          </a:ln>
        </p:spPr>
      </p:cxnSp>
      <p:sp>
        <p:nvSpPr>
          <p:cNvPr id="260" name="Google Shape;260;p24"/>
          <p:cNvSpPr/>
          <p:nvPr/>
        </p:nvSpPr>
        <p:spPr>
          <a:xfrm rot="-5400000">
            <a:off x="3822895" y="4278277"/>
            <a:ext cx="778800" cy="739500"/>
          </a:xfrm>
          <a:prstGeom prst="triangle">
            <a:avLst>
              <a:gd fmla="val 50000" name="adj"/>
            </a:avLst>
          </a:prstGeom>
          <a:solidFill>
            <a:srgbClr val="38761D"/>
          </a:solidFill>
          <a:ln cap="flat" cmpd="sng" w="10175">
            <a:solidFill>
              <a:schemeClr val="dk2"/>
            </a:solidFill>
            <a:prstDash val="solid"/>
            <a:round/>
            <a:headEnd len="sm" w="sm" type="none"/>
            <a:tailEnd len="sm" w="sm" type="none"/>
          </a:ln>
        </p:spPr>
        <p:txBody>
          <a:bodyPr anchorCtr="0" anchor="ctr" bIns="97675" lIns="97675" spcFirstLastPara="1" rIns="97675" wrap="square" tIns="97675">
            <a:noAutofit/>
          </a:bodyPr>
          <a:lstStyle/>
          <a:p>
            <a:pPr indent="0" lvl="0" marL="0" rtl="0" algn="ctr">
              <a:spcBef>
                <a:spcPts val="0"/>
              </a:spcBef>
              <a:spcAft>
                <a:spcPts val="0"/>
              </a:spcAft>
              <a:buNone/>
            </a:pPr>
            <a:r>
              <a:t/>
            </a:r>
            <a:endParaRPr sz="1495"/>
          </a:p>
        </p:txBody>
      </p:sp>
      <p:cxnSp>
        <p:nvCxnSpPr>
          <p:cNvPr id="261" name="Google Shape;261;p24"/>
          <p:cNvCxnSpPr/>
          <p:nvPr/>
        </p:nvCxnSpPr>
        <p:spPr>
          <a:xfrm flipH="1" rot="10800000">
            <a:off x="10499950" y="4592475"/>
            <a:ext cx="4231200" cy="1200"/>
          </a:xfrm>
          <a:prstGeom prst="straightConnector1">
            <a:avLst/>
          </a:prstGeom>
          <a:noFill/>
          <a:ln cap="flat" cmpd="sng" w="81400">
            <a:solidFill>
              <a:schemeClr val="dk2"/>
            </a:solidFill>
            <a:prstDash val="solid"/>
            <a:round/>
            <a:headEnd len="med" w="med" type="none"/>
            <a:tailEnd len="med" w="med" type="none"/>
          </a:ln>
        </p:spPr>
      </p:cxnSp>
      <p:pic>
        <p:nvPicPr>
          <p:cNvPr id="262" name="Google Shape;262;p24" title="Screenshot 2025-09-20 at 12.38.10 PM.png"/>
          <p:cNvPicPr preferRelativeResize="0"/>
          <p:nvPr/>
        </p:nvPicPr>
        <p:blipFill rotWithShape="1">
          <a:blip r:embed="rId3">
            <a:alphaModFix/>
          </a:blip>
          <a:srcRect b="14405" l="0" r="0" t="11145"/>
          <a:stretch/>
        </p:blipFill>
        <p:spPr>
          <a:xfrm>
            <a:off x="1933825" y="3654050"/>
            <a:ext cx="1605150" cy="1782050"/>
          </a:xfrm>
          <a:prstGeom prst="rect">
            <a:avLst/>
          </a:prstGeom>
          <a:noFill/>
          <a:ln>
            <a:noFill/>
          </a:ln>
        </p:spPr>
      </p:pic>
      <p:pic>
        <p:nvPicPr>
          <p:cNvPr id="263" name="Google Shape;263;p24" title="Screenshot 2025-07-31 at 8.01.54 AM.png"/>
          <p:cNvPicPr preferRelativeResize="0"/>
          <p:nvPr/>
        </p:nvPicPr>
        <p:blipFill>
          <a:blip r:embed="rId4">
            <a:alphaModFix/>
          </a:blip>
          <a:stretch>
            <a:fillRect/>
          </a:stretch>
        </p:blipFill>
        <p:spPr>
          <a:xfrm>
            <a:off x="15693525" y="3654050"/>
            <a:ext cx="1708075" cy="17820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5"/>
          <p:cNvSpPr txBox="1"/>
          <p:nvPr>
            <p:ph type="ctrTitle"/>
          </p:nvPr>
        </p:nvSpPr>
        <p:spPr>
          <a:xfrm>
            <a:off x="1761450" y="367200"/>
            <a:ext cx="159030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Survey Outreach</a:t>
            </a:r>
            <a:endParaRPr/>
          </a:p>
        </p:txBody>
      </p:sp>
      <p:graphicFrame>
        <p:nvGraphicFramePr>
          <p:cNvPr id="269" name="Google Shape;269;p25"/>
          <p:cNvGraphicFramePr/>
          <p:nvPr/>
        </p:nvGraphicFramePr>
        <p:xfrm>
          <a:off x="1413475" y="2462463"/>
          <a:ext cx="3000000" cy="3000000"/>
        </p:xfrm>
        <a:graphic>
          <a:graphicData uri="http://schemas.openxmlformats.org/drawingml/2006/table">
            <a:tbl>
              <a:tblPr>
                <a:noFill/>
                <a:tableStyleId>{65E25FC9-955F-4D17-9234-7552F81C65A8}</a:tableStyleId>
              </a:tblPr>
              <a:tblGrid>
                <a:gridCol w="7941225"/>
              </a:tblGrid>
              <a:tr h="1336325">
                <a:tc>
                  <a:txBody>
                    <a:bodyPr/>
                    <a:lstStyle/>
                    <a:p>
                      <a:pPr indent="0" lvl="0" marL="0" rtl="0" algn="ctr">
                        <a:spcBef>
                          <a:spcPts val="0"/>
                        </a:spcBef>
                        <a:spcAft>
                          <a:spcPts val="0"/>
                        </a:spcAft>
                        <a:buNone/>
                      </a:pPr>
                      <a:r>
                        <a:rPr b="1" lang="en-US" sz="5000">
                          <a:solidFill>
                            <a:schemeClr val="lt1"/>
                          </a:solidFill>
                          <a:latin typeface="Century Gothic"/>
                          <a:ea typeface="Century Gothic"/>
                          <a:cs typeface="Century Gothic"/>
                          <a:sym typeface="Century Gothic"/>
                        </a:rPr>
                        <a:t>Results (93 responses)</a:t>
                      </a:r>
                      <a:endParaRPr b="1" sz="5000">
                        <a:solidFill>
                          <a:schemeClr val="lt1"/>
                        </a:solidFill>
                        <a:latin typeface="Century Gothic"/>
                        <a:ea typeface="Century Gothic"/>
                        <a:cs typeface="Century Gothic"/>
                        <a:sym typeface="Century Gothic"/>
                      </a:endParaRPr>
                    </a:p>
                  </a:txBody>
                  <a:tcPr marT="91425" marB="91425" marR="91425" marL="91425" anchor="ctr">
                    <a:solidFill>
                      <a:srgbClr val="2D6913"/>
                    </a:solidFill>
                  </a:tcPr>
                </a:tc>
              </a:tr>
              <a:tr h="2697275">
                <a:tc>
                  <a:txBody>
                    <a:bodyPr/>
                    <a:lstStyle/>
                    <a:p>
                      <a:pPr indent="0" lvl="0" marL="0" rtl="0" algn="l">
                        <a:spcBef>
                          <a:spcPts val="0"/>
                        </a:spcBef>
                        <a:spcAft>
                          <a:spcPts val="0"/>
                        </a:spcAft>
                        <a:buNone/>
                      </a:pPr>
                      <a:r>
                        <a:rPr lang="en-US" sz="3000">
                          <a:latin typeface="Georgia"/>
                          <a:ea typeface="Georgia"/>
                          <a:cs typeface="Georgia"/>
                          <a:sym typeface="Georgia"/>
                        </a:rPr>
                        <a:t>1) </a:t>
                      </a:r>
                      <a:r>
                        <a:rPr lang="en-US" sz="3000">
                          <a:latin typeface="Georgia"/>
                          <a:ea typeface="Georgia"/>
                          <a:cs typeface="Georgia"/>
                          <a:sym typeface="Georgia"/>
                        </a:rPr>
                        <a:t>Do they have lighting fixtures?  </a:t>
                      </a:r>
                      <a:endParaRPr sz="3000">
                        <a:latin typeface="Georgia"/>
                        <a:ea typeface="Georgia"/>
                        <a:cs typeface="Georgia"/>
                        <a:sym typeface="Georgia"/>
                      </a:endParaRPr>
                    </a:p>
                    <a:p>
                      <a:pPr indent="0" lvl="0" marL="0" rtl="0" algn="l">
                        <a:spcBef>
                          <a:spcPts val="0"/>
                        </a:spcBef>
                        <a:spcAft>
                          <a:spcPts val="0"/>
                        </a:spcAft>
                        <a:buNone/>
                      </a:pPr>
                      <a:r>
                        <a:rPr lang="en-US" sz="3000">
                          <a:latin typeface="Century Gothic"/>
                          <a:ea typeface="Century Gothic"/>
                          <a:cs typeface="Century Gothic"/>
                          <a:sym typeface="Century Gothic"/>
                        </a:rPr>
                        <a:t>  </a:t>
                      </a:r>
                      <a:endParaRPr sz="3000">
                        <a:latin typeface="Century Gothic"/>
                        <a:ea typeface="Century Gothic"/>
                        <a:cs typeface="Century Gothic"/>
                        <a:sym typeface="Century Gothic"/>
                      </a:endParaRPr>
                    </a:p>
                    <a:p>
                      <a:pPr indent="0" lvl="0" marL="0" rtl="0" algn="l">
                        <a:spcBef>
                          <a:spcPts val="0"/>
                        </a:spcBef>
                        <a:spcAft>
                          <a:spcPts val="0"/>
                        </a:spcAft>
                        <a:buNone/>
                      </a:pPr>
                      <a:r>
                        <a:t/>
                      </a:r>
                      <a:endParaRPr sz="3000">
                        <a:latin typeface="Century Gothic"/>
                        <a:ea typeface="Century Gothic"/>
                        <a:cs typeface="Century Gothic"/>
                        <a:sym typeface="Century Gothic"/>
                      </a:endParaRPr>
                    </a:p>
                    <a:p>
                      <a:pPr indent="0" lvl="0" marL="0" rtl="0" algn="l">
                        <a:spcBef>
                          <a:spcPts val="0"/>
                        </a:spcBef>
                        <a:spcAft>
                          <a:spcPts val="0"/>
                        </a:spcAft>
                        <a:buNone/>
                      </a:pPr>
                      <a:r>
                        <a:t/>
                      </a:r>
                      <a:endParaRPr sz="3000">
                        <a:latin typeface="Century Gothic"/>
                        <a:ea typeface="Century Gothic"/>
                        <a:cs typeface="Century Gothic"/>
                        <a:sym typeface="Century Gothic"/>
                      </a:endParaRPr>
                    </a:p>
                    <a:p>
                      <a:pPr indent="0" lvl="0" marL="0" rtl="0" algn="l">
                        <a:spcBef>
                          <a:spcPts val="0"/>
                        </a:spcBef>
                        <a:spcAft>
                          <a:spcPts val="0"/>
                        </a:spcAft>
                        <a:buNone/>
                      </a:pPr>
                      <a:r>
                        <a:rPr lang="en-US" sz="3000">
                          <a:latin typeface="Georgia"/>
                          <a:ea typeface="Georgia"/>
                          <a:cs typeface="Georgia"/>
                          <a:sym typeface="Georgia"/>
                        </a:rPr>
                        <a:t>2) Would you buy this for your home?</a:t>
                      </a:r>
                      <a:endParaRPr sz="3000">
                        <a:latin typeface="Georgia"/>
                        <a:ea typeface="Georgia"/>
                        <a:cs typeface="Georgia"/>
                        <a:sym typeface="Georgia"/>
                      </a:endParaRPr>
                    </a:p>
                    <a:p>
                      <a:pPr indent="0" lvl="0" marL="0" rtl="0" algn="l">
                        <a:spcBef>
                          <a:spcPts val="0"/>
                        </a:spcBef>
                        <a:spcAft>
                          <a:spcPts val="0"/>
                        </a:spcAft>
                        <a:buNone/>
                      </a:pPr>
                      <a:r>
                        <a:t/>
                      </a:r>
                      <a:endParaRPr sz="3000">
                        <a:latin typeface="Century Gothic"/>
                        <a:ea typeface="Century Gothic"/>
                        <a:cs typeface="Century Gothic"/>
                        <a:sym typeface="Century Gothic"/>
                      </a:endParaRPr>
                    </a:p>
                    <a:p>
                      <a:pPr indent="0" lvl="0" marL="0" rtl="0" algn="l">
                        <a:spcBef>
                          <a:spcPts val="0"/>
                        </a:spcBef>
                        <a:spcAft>
                          <a:spcPts val="0"/>
                        </a:spcAft>
                        <a:buNone/>
                      </a:pPr>
                      <a:r>
                        <a:t/>
                      </a:r>
                      <a:endParaRPr sz="3000">
                        <a:latin typeface="Century Gothic"/>
                        <a:ea typeface="Century Gothic"/>
                        <a:cs typeface="Century Gothic"/>
                        <a:sym typeface="Century Gothic"/>
                      </a:endParaRPr>
                    </a:p>
                    <a:p>
                      <a:pPr indent="0" lvl="0" marL="0" rtl="0" algn="l">
                        <a:lnSpc>
                          <a:spcPct val="150000"/>
                        </a:lnSpc>
                        <a:spcBef>
                          <a:spcPts val="0"/>
                        </a:spcBef>
                        <a:spcAft>
                          <a:spcPts val="0"/>
                        </a:spcAft>
                        <a:buNone/>
                      </a:pPr>
                      <a:r>
                        <a:t/>
                      </a:r>
                      <a:endParaRPr sz="3000">
                        <a:latin typeface="Century Gothic"/>
                        <a:ea typeface="Century Gothic"/>
                        <a:cs typeface="Century Gothic"/>
                        <a:sym typeface="Century Gothic"/>
                      </a:endParaRPr>
                    </a:p>
                  </a:txBody>
                  <a:tcPr marT="91425" marB="91425" marR="91425" marL="91425"/>
                </a:tc>
              </a:tr>
            </a:tbl>
          </a:graphicData>
        </a:graphic>
      </p:graphicFrame>
      <p:sp>
        <p:nvSpPr>
          <p:cNvPr id="270" name="Google Shape;270;p25"/>
          <p:cNvSpPr/>
          <p:nvPr/>
        </p:nvSpPr>
        <p:spPr>
          <a:xfrm>
            <a:off x="1582211" y="4566150"/>
            <a:ext cx="3874500" cy="6090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latin typeface="Georgia"/>
                <a:ea typeface="Georgia"/>
                <a:cs typeface="Georgia"/>
                <a:sym typeface="Georgia"/>
              </a:rPr>
              <a:t>Yes - 53%</a:t>
            </a:r>
            <a:endParaRPr b="1" sz="3000">
              <a:latin typeface="Georgia"/>
              <a:ea typeface="Georgia"/>
              <a:cs typeface="Georgia"/>
              <a:sym typeface="Georgia"/>
            </a:endParaRPr>
          </a:p>
        </p:txBody>
      </p:sp>
      <p:sp>
        <p:nvSpPr>
          <p:cNvPr id="271" name="Google Shape;271;p25"/>
          <p:cNvSpPr/>
          <p:nvPr/>
        </p:nvSpPr>
        <p:spPr>
          <a:xfrm>
            <a:off x="1609211" y="6430832"/>
            <a:ext cx="3487200" cy="6090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latin typeface="Georgia"/>
                <a:ea typeface="Georgia"/>
                <a:cs typeface="Georgia"/>
                <a:sym typeface="Georgia"/>
              </a:rPr>
              <a:t>Yes - 42</a:t>
            </a:r>
            <a:r>
              <a:rPr b="1" lang="en-US" sz="3000">
                <a:latin typeface="Georgia"/>
                <a:ea typeface="Georgia"/>
                <a:cs typeface="Georgia"/>
                <a:sym typeface="Georgia"/>
              </a:rPr>
              <a:t>%</a:t>
            </a:r>
            <a:endParaRPr b="1" sz="3000">
              <a:latin typeface="Georgia"/>
              <a:ea typeface="Georgia"/>
              <a:cs typeface="Georgia"/>
              <a:sym typeface="Georgia"/>
            </a:endParaRPr>
          </a:p>
        </p:txBody>
      </p:sp>
      <p:sp>
        <p:nvSpPr>
          <p:cNvPr id="272" name="Google Shape;272;p25"/>
          <p:cNvSpPr/>
          <p:nvPr/>
        </p:nvSpPr>
        <p:spPr>
          <a:xfrm>
            <a:off x="5456562" y="4566159"/>
            <a:ext cx="3737700" cy="6090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latin typeface="Georgia"/>
                <a:ea typeface="Georgia"/>
                <a:cs typeface="Georgia"/>
                <a:sym typeface="Georgia"/>
              </a:rPr>
              <a:t>No - 47</a:t>
            </a:r>
            <a:r>
              <a:rPr b="1" lang="en-US" sz="3000">
                <a:latin typeface="Georgia"/>
                <a:ea typeface="Georgia"/>
                <a:cs typeface="Georgia"/>
                <a:sym typeface="Georgia"/>
              </a:rPr>
              <a:t>%</a:t>
            </a:r>
            <a:endParaRPr b="1" sz="3000">
              <a:latin typeface="Georgia"/>
              <a:ea typeface="Georgia"/>
              <a:cs typeface="Georgia"/>
              <a:sym typeface="Georgia"/>
            </a:endParaRPr>
          </a:p>
        </p:txBody>
      </p:sp>
      <p:sp>
        <p:nvSpPr>
          <p:cNvPr id="273" name="Google Shape;273;p25"/>
          <p:cNvSpPr/>
          <p:nvPr/>
        </p:nvSpPr>
        <p:spPr>
          <a:xfrm>
            <a:off x="5096299" y="6430832"/>
            <a:ext cx="4125000" cy="6090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latin typeface="Georgia"/>
                <a:ea typeface="Georgia"/>
                <a:cs typeface="Georgia"/>
                <a:sym typeface="Georgia"/>
              </a:rPr>
              <a:t>No - 58%</a:t>
            </a:r>
            <a:endParaRPr b="1" sz="3000">
              <a:latin typeface="Georgia"/>
              <a:ea typeface="Georgia"/>
              <a:cs typeface="Georgia"/>
              <a:sym typeface="Georgia"/>
            </a:endParaRPr>
          </a:p>
        </p:txBody>
      </p:sp>
      <p:sp>
        <p:nvSpPr>
          <p:cNvPr id="274" name="Google Shape;274;p25"/>
          <p:cNvSpPr txBox="1"/>
          <p:nvPr/>
        </p:nvSpPr>
        <p:spPr>
          <a:xfrm>
            <a:off x="1200500" y="8099150"/>
            <a:ext cx="85206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Georgia"/>
                <a:ea typeface="Georgia"/>
                <a:cs typeface="Georgia"/>
                <a:sym typeface="Georgia"/>
              </a:rPr>
              <a:t>*</a:t>
            </a:r>
            <a:r>
              <a:rPr b="1" lang="en-US" sz="2800">
                <a:solidFill>
                  <a:schemeClr val="dk1"/>
                </a:solidFill>
                <a:latin typeface="Georgia"/>
                <a:ea typeface="Georgia"/>
                <a:cs typeface="Georgia"/>
                <a:sym typeface="Georgia"/>
              </a:rPr>
              <a:t>Note</a:t>
            </a:r>
            <a:r>
              <a:rPr lang="en-US" sz="2800">
                <a:solidFill>
                  <a:schemeClr val="dk1"/>
                </a:solidFill>
                <a:latin typeface="Georgia"/>
                <a:ea typeface="Georgia"/>
                <a:cs typeface="Georgia"/>
                <a:sym typeface="Georgia"/>
              </a:rPr>
              <a:t>: Survey sample contains bias and skews toward California homeowners</a:t>
            </a:r>
            <a:endParaRPr sz="2800">
              <a:solidFill>
                <a:schemeClr val="dk1"/>
              </a:solidFill>
              <a:latin typeface="Georgia"/>
              <a:ea typeface="Georgia"/>
              <a:cs typeface="Georgia"/>
              <a:sym typeface="Georgia"/>
            </a:endParaRPr>
          </a:p>
        </p:txBody>
      </p:sp>
      <p:pic>
        <p:nvPicPr>
          <p:cNvPr id="275" name="Google Shape;275;p25" title="download.png"/>
          <p:cNvPicPr preferRelativeResize="0"/>
          <p:nvPr/>
        </p:nvPicPr>
        <p:blipFill>
          <a:blip r:embed="rId3">
            <a:alphaModFix/>
          </a:blip>
          <a:stretch>
            <a:fillRect/>
          </a:stretch>
        </p:blipFill>
        <p:spPr>
          <a:xfrm>
            <a:off x="16379816" y="0"/>
            <a:ext cx="1908185" cy="1651525"/>
          </a:xfrm>
          <a:prstGeom prst="rect">
            <a:avLst/>
          </a:prstGeom>
          <a:noFill/>
          <a:ln>
            <a:noFill/>
          </a:ln>
        </p:spPr>
      </p:pic>
      <p:pic>
        <p:nvPicPr>
          <p:cNvPr id="276" name="Google Shape;276;p25"/>
          <p:cNvPicPr preferRelativeResize="0"/>
          <p:nvPr/>
        </p:nvPicPr>
        <p:blipFill rotWithShape="1">
          <a:blip r:embed="rId4">
            <a:alphaModFix/>
          </a:blip>
          <a:srcRect b="6727" l="30234" r="22546" t="11425"/>
          <a:stretch/>
        </p:blipFill>
        <p:spPr>
          <a:xfrm rot="5400000">
            <a:off x="12074711" y="1326927"/>
            <a:ext cx="4023475" cy="8025150"/>
          </a:xfrm>
          <a:prstGeom prst="rect">
            <a:avLst/>
          </a:prstGeom>
          <a:noFill/>
          <a:ln>
            <a:noFill/>
          </a:ln>
        </p:spPr>
      </p:pic>
      <p:sp>
        <p:nvSpPr>
          <p:cNvPr id="277" name="Google Shape;277;p25"/>
          <p:cNvSpPr txBox="1"/>
          <p:nvPr/>
        </p:nvSpPr>
        <p:spPr>
          <a:xfrm>
            <a:off x="9983675" y="8254177"/>
            <a:ext cx="8115300" cy="11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3000">
                <a:solidFill>
                  <a:srgbClr val="FF0000"/>
                </a:solidFill>
                <a:latin typeface="Georgia"/>
                <a:ea typeface="Georgia"/>
                <a:cs typeface="Georgia"/>
                <a:sym typeface="Georgia"/>
              </a:rPr>
              <a:t>Min</a:t>
            </a:r>
            <a:r>
              <a:rPr b="1" lang="en-US" sz="3000">
                <a:solidFill>
                  <a:schemeClr val="dk2"/>
                </a:solidFill>
                <a:latin typeface="Georgia"/>
                <a:ea typeface="Georgia"/>
                <a:cs typeface="Georgia"/>
                <a:sym typeface="Georgia"/>
              </a:rPr>
              <a:t>: </a:t>
            </a:r>
            <a:r>
              <a:rPr lang="en-US" sz="3000">
                <a:solidFill>
                  <a:schemeClr val="dk2"/>
                </a:solidFill>
                <a:latin typeface="Georgia"/>
                <a:ea typeface="Georgia"/>
                <a:cs typeface="Georgia"/>
                <a:sym typeface="Georgia"/>
              </a:rPr>
              <a:t>$8               </a:t>
            </a:r>
            <a:r>
              <a:rPr b="1" lang="en-US" sz="3000">
                <a:solidFill>
                  <a:schemeClr val="dk2"/>
                </a:solidFill>
                <a:latin typeface="Georgia"/>
                <a:ea typeface="Georgia"/>
                <a:cs typeface="Georgia"/>
                <a:sym typeface="Georgia"/>
              </a:rPr>
              <a:t>Median: </a:t>
            </a:r>
            <a:r>
              <a:rPr lang="en-US" sz="3000">
                <a:solidFill>
                  <a:schemeClr val="dk2"/>
                </a:solidFill>
                <a:latin typeface="Georgia"/>
                <a:ea typeface="Georgia"/>
                <a:cs typeface="Georgia"/>
                <a:sym typeface="Georgia"/>
              </a:rPr>
              <a:t>$25       </a:t>
            </a:r>
            <a:r>
              <a:rPr b="1" lang="en-US" sz="3000">
                <a:solidFill>
                  <a:srgbClr val="93C47D"/>
                </a:solidFill>
                <a:latin typeface="Georgia"/>
                <a:ea typeface="Georgia"/>
                <a:cs typeface="Georgia"/>
                <a:sym typeface="Georgia"/>
              </a:rPr>
              <a:t>Max</a:t>
            </a:r>
            <a:r>
              <a:rPr b="1" lang="en-US" sz="3000">
                <a:solidFill>
                  <a:schemeClr val="dk2"/>
                </a:solidFill>
                <a:latin typeface="Georgia"/>
                <a:ea typeface="Georgia"/>
                <a:cs typeface="Georgia"/>
                <a:sym typeface="Georgia"/>
              </a:rPr>
              <a:t>: </a:t>
            </a:r>
            <a:r>
              <a:rPr lang="en-US" sz="3000">
                <a:solidFill>
                  <a:schemeClr val="dk2"/>
                </a:solidFill>
                <a:latin typeface="Georgia"/>
                <a:ea typeface="Georgia"/>
                <a:cs typeface="Georgia"/>
                <a:sym typeface="Georgia"/>
              </a:rPr>
              <a:t>$100</a:t>
            </a:r>
            <a:endParaRPr sz="3000">
              <a:solidFill>
                <a:schemeClr val="dk2"/>
              </a:solidFill>
              <a:latin typeface="Georgia"/>
              <a:ea typeface="Georgia"/>
              <a:cs typeface="Georgia"/>
              <a:sym typeface="Georgia"/>
            </a:endParaRPr>
          </a:p>
          <a:p>
            <a:pPr indent="0" lvl="0" marL="0" rtl="0" algn="ctr">
              <a:lnSpc>
                <a:spcPct val="115000"/>
              </a:lnSpc>
              <a:spcBef>
                <a:spcPts val="0"/>
              </a:spcBef>
              <a:spcAft>
                <a:spcPts val="0"/>
              </a:spcAft>
              <a:buNone/>
            </a:pPr>
            <a:r>
              <a:rPr b="1" lang="en-US" sz="3000">
                <a:solidFill>
                  <a:schemeClr val="dk2"/>
                </a:solidFill>
                <a:latin typeface="Georgia"/>
                <a:ea typeface="Georgia"/>
                <a:cs typeface="Georgia"/>
                <a:sym typeface="Georgia"/>
              </a:rPr>
              <a:t>Mean: </a:t>
            </a:r>
            <a:r>
              <a:rPr lang="en-US" sz="3000">
                <a:solidFill>
                  <a:schemeClr val="dk2"/>
                </a:solidFill>
                <a:latin typeface="Georgia"/>
                <a:ea typeface="Georgia"/>
                <a:cs typeface="Georgia"/>
                <a:sym typeface="Georgia"/>
              </a:rPr>
              <a:t>$28</a:t>
            </a:r>
            <a:endParaRPr sz="3000">
              <a:solidFill>
                <a:schemeClr val="dk2"/>
              </a:solidFill>
              <a:latin typeface="Georgia"/>
              <a:ea typeface="Georgia"/>
              <a:cs typeface="Georgia"/>
              <a:sym typeface="Georgia"/>
            </a:endParaRPr>
          </a:p>
        </p:txBody>
      </p:sp>
      <p:sp>
        <p:nvSpPr>
          <p:cNvPr id="278" name="Google Shape;278;p25"/>
          <p:cNvSpPr txBox="1"/>
          <p:nvPr/>
        </p:nvSpPr>
        <p:spPr>
          <a:xfrm>
            <a:off x="10400102" y="7384231"/>
            <a:ext cx="7941300" cy="8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2"/>
                </a:solidFill>
                <a:latin typeface="Century Gothic"/>
                <a:ea typeface="Century Gothic"/>
                <a:cs typeface="Century Gothic"/>
                <a:sym typeface="Century Gothic"/>
              </a:rPr>
              <a:t>$0     $20      $40      $60       $80     $100    $120</a:t>
            </a:r>
            <a:endParaRPr sz="2800">
              <a:solidFill>
                <a:schemeClr val="dk2"/>
              </a:solidFill>
              <a:latin typeface="Century Gothic"/>
              <a:ea typeface="Century Gothic"/>
              <a:cs typeface="Century Gothic"/>
              <a:sym typeface="Century Gothic"/>
            </a:endParaRPr>
          </a:p>
        </p:txBody>
      </p:sp>
      <p:sp>
        <p:nvSpPr>
          <p:cNvPr id="279" name="Google Shape;279;p25"/>
          <p:cNvSpPr txBox="1"/>
          <p:nvPr/>
        </p:nvSpPr>
        <p:spPr>
          <a:xfrm>
            <a:off x="10291358" y="2490827"/>
            <a:ext cx="79413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dk1"/>
                </a:solidFill>
                <a:latin typeface="Georgia"/>
                <a:ea typeface="Georgia"/>
                <a:cs typeface="Georgia"/>
                <a:sym typeface="Georgia"/>
              </a:rPr>
              <a:t>3) How much would you buy / sell this for?</a:t>
            </a:r>
            <a:endParaRPr sz="3000">
              <a:solidFill>
                <a:schemeClr val="dk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6"/>
          <p:cNvSpPr txBox="1"/>
          <p:nvPr>
            <p:ph type="ctrTitle"/>
          </p:nvPr>
        </p:nvSpPr>
        <p:spPr>
          <a:xfrm>
            <a:off x="1761450" y="149716"/>
            <a:ext cx="159030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Market Potential (TAM)</a:t>
            </a:r>
            <a:endParaRPr/>
          </a:p>
        </p:txBody>
      </p:sp>
      <p:sp>
        <p:nvSpPr>
          <p:cNvPr id="285" name="Google Shape;285;p26"/>
          <p:cNvSpPr txBox="1"/>
          <p:nvPr/>
        </p:nvSpPr>
        <p:spPr>
          <a:xfrm>
            <a:off x="1193713" y="1686881"/>
            <a:ext cx="163365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solidFill>
                  <a:schemeClr val="dk1"/>
                </a:solidFill>
                <a:latin typeface="Georgia"/>
                <a:ea typeface="Georgia"/>
                <a:cs typeface="Georgia"/>
                <a:sym typeface="Georgia"/>
              </a:rPr>
              <a:t>Total Addressable Market = </a:t>
            </a:r>
            <a:r>
              <a:rPr lang="en-US" sz="4000">
                <a:solidFill>
                  <a:schemeClr val="dk1"/>
                </a:solidFill>
                <a:latin typeface="Georgia"/>
                <a:ea typeface="Georgia"/>
                <a:cs typeface="Georgia"/>
                <a:sym typeface="Georgia"/>
              </a:rPr>
              <a:t>Market Size x Conversion Rate x Price</a:t>
            </a:r>
            <a:endParaRPr sz="4000">
              <a:solidFill>
                <a:schemeClr val="dk1"/>
              </a:solidFill>
              <a:latin typeface="Georgia"/>
              <a:ea typeface="Georgia"/>
              <a:cs typeface="Georgia"/>
              <a:sym typeface="Georgia"/>
            </a:endParaRPr>
          </a:p>
        </p:txBody>
      </p:sp>
      <p:pic>
        <p:nvPicPr>
          <p:cNvPr descr="Sale marketing funnels set. Business pyramid template with four steps. Funnel diagram 4 steps template. Filter level icon. Infographic cone chart. Vector illustration isolated on white background (Provided by Getty Images)" id="286" name="Google Shape;286;p26"/>
          <p:cNvPicPr preferRelativeResize="0"/>
          <p:nvPr/>
        </p:nvPicPr>
        <p:blipFill rotWithShape="1">
          <a:blip r:embed="rId3">
            <a:alphaModFix/>
          </a:blip>
          <a:srcRect b="44926" l="12635" r="11474" t="9467"/>
          <a:stretch/>
        </p:blipFill>
        <p:spPr>
          <a:xfrm>
            <a:off x="3274717" y="2620725"/>
            <a:ext cx="12431027" cy="6392651"/>
          </a:xfrm>
          <a:prstGeom prst="rect">
            <a:avLst/>
          </a:prstGeom>
          <a:noFill/>
          <a:ln>
            <a:noFill/>
          </a:ln>
        </p:spPr>
      </p:pic>
      <p:sp>
        <p:nvSpPr>
          <p:cNvPr id="287" name="Google Shape;287;p26"/>
          <p:cNvSpPr txBox="1"/>
          <p:nvPr/>
        </p:nvSpPr>
        <p:spPr>
          <a:xfrm>
            <a:off x="5512614" y="5345074"/>
            <a:ext cx="7955400" cy="944100"/>
          </a:xfrm>
          <a:prstGeom prst="rect">
            <a:avLst/>
          </a:prstGeom>
          <a:noFill/>
          <a:ln>
            <a:noFill/>
          </a:ln>
        </p:spPr>
        <p:txBody>
          <a:bodyPr anchorCtr="0" anchor="t" bIns="100650" lIns="100650" spcFirstLastPara="1" rIns="100650" wrap="square" tIns="100650">
            <a:noAutofit/>
          </a:bodyPr>
          <a:lstStyle/>
          <a:p>
            <a:pPr indent="0" lvl="0" marL="0" rtl="0" algn="ctr">
              <a:spcBef>
                <a:spcPts val="0"/>
              </a:spcBef>
              <a:spcAft>
                <a:spcPts val="0"/>
              </a:spcAft>
              <a:buClr>
                <a:schemeClr val="dk1"/>
              </a:buClr>
              <a:buSzPts val="1100"/>
              <a:buFont typeface="Arial"/>
              <a:buNone/>
            </a:pPr>
            <a:r>
              <a:rPr lang="en-US" sz="3302">
                <a:solidFill>
                  <a:schemeClr val="lt1"/>
                </a:solidFill>
                <a:latin typeface="Georgia"/>
                <a:ea typeface="Georgia"/>
                <a:cs typeface="Georgia"/>
                <a:sym typeface="Georgia"/>
              </a:rPr>
              <a:t>Adjusting for compatibility and survey interest → ~</a:t>
            </a:r>
            <a:r>
              <a:rPr b="1" lang="en-US" sz="3302">
                <a:solidFill>
                  <a:schemeClr val="lt1"/>
                </a:solidFill>
                <a:latin typeface="Georgia"/>
                <a:ea typeface="Georgia"/>
                <a:cs typeface="Georgia"/>
                <a:sym typeface="Georgia"/>
              </a:rPr>
              <a:t>400k realistic buyers</a:t>
            </a:r>
            <a:endParaRPr b="1" sz="3302">
              <a:solidFill>
                <a:schemeClr val="lt1"/>
              </a:solidFill>
              <a:latin typeface="Georgia"/>
              <a:ea typeface="Georgia"/>
              <a:cs typeface="Georgia"/>
              <a:sym typeface="Georgia"/>
            </a:endParaRPr>
          </a:p>
          <a:p>
            <a:pPr indent="0" lvl="0" marL="0" rtl="0" algn="l">
              <a:spcBef>
                <a:spcPts val="0"/>
              </a:spcBef>
              <a:spcAft>
                <a:spcPts val="0"/>
              </a:spcAft>
              <a:buNone/>
            </a:pPr>
            <a:r>
              <a:t/>
            </a:r>
            <a:endParaRPr b="1" sz="3302">
              <a:solidFill>
                <a:schemeClr val="lt1"/>
              </a:solidFill>
              <a:latin typeface="Georgia"/>
              <a:ea typeface="Georgia"/>
              <a:cs typeface="Georgia"/>
              <a:sym typeface="Georgia"/>
            </a:endParaRPr>
          </a:p>
        </p:txBody>
      </p:sp>
      <p:sp>
        <p:nvSpPr>
          <p:cNvPr id="288" name="Google Shape;288;p26"/>
          <p:cNvSpPr/>
          <p:nvPr/>
        </p:nvSpPr>
        <p:spPr>
          <a:xfrm rot="10800000">
            <a:off x="3538892" y="2985368"/>
            <a:ext cx="11781300" cy="1821300"/>
          </a:xfrm>
          <a:prstGeom prst="trapezoid">
            <a:avLst>
              <a:gd fmla="val 61975" name="adj"/>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Georgia"/>
              <a:ea typeface="Georgia"/>
              <a:cs typeface="Georgia"/>
              <a:sym typeface="Georgia"/>
            </a:endParaRPr>
          </a:p>
        </p:txBody>
      </p:sp>
      <p:sp>
        <p:nvSpPr>
          <p:cNvPr id="289" name="Google Shape;289;p26"/>
          <p:cNvSpPr txBox="1"/>
          <p:nvPr/>
        </p:nvSpPr>
        <p:spPr>
          <a:xfrm>
            <a:off x="4595910" y="3402728"/>
            <a:ext cx="9788700" cy="944100"/>
          </a:xfrm>
          <a:prstGeom prst="rect">
            <a:avLst/>
          </a:prstGeom>
          <a:noFill/>
          <a:ln>
            <a:noFill/>
          </a:ln>
        </p:spPr>
        <p:txBody>
          <a:bodyPr anchorCtr="0" anchor="ctr" bIns="100650" lIns="100650" spcFirstLastPara="1" rIns="100650" wrap="square" tIns="100650">
            <a:noAutofit/>
          </a:bodyPr>
          <a:lstStyle/>
          <a:p>
            <a:pPr indent="0" lvl="0" marL="0" rtl="0" algn="ctr">
              <a:spcBef>
                <a:spcPts val="0"/>
              </a:spcBef>
              <a:spcAft>
                <a:spcPts val="0"/>
              </a:spcAft>
              <a:buNone/>
            </a:pPr>
            <a:r>
              <a:rPr lang="en-US" sz="3302">
                <a:solidFill>
                  <a:schemeClr val="lt1"/>
                </a:solidFill>
                <a:latin typeface="Georgia"/>
                <a:ea typeface="Georgia"/>
                <a:cs typeface="Georgia"/>
                <a:sym typeface="Georgia"/>
              </a:rPr>
              <a:t>Millions of U.S. homes </a:t>
            </a:r>
            <a:r>
              <a:rPr b="1" lang="en-US" sz="3302">
                <a:solidFill>
                  <a:schemeClr val="lt1"/>
                </a:solidFill>
                <a:latin typeface="Georgia"/>
                <a:ea typeface="Georgia"/>
                <a:cs typeface="Georgia"/>
                <a:sym typeface="Georgia"/>
              </a:rPr>
              <a:t>could use</a:t>
            </a:r>
            <a:r>
              <a:rPr lang="en-US" sz="3302">
                <a:solidFill>
                  <a:schemeClr val="lt1"/>
                </a:solidFill>
                <a:latin typeface="Georgia"/>
                <a:ea typeface="Georgia"/>
                <a:cs typeface="Georgia"/>
                <a:sym typeface="Georgia"/>
              </a:rPr>
              <a:t> this product</a:t>
            </a:r>
            <a:endParaRPr sz="3302">
              <a:solidFill>
                <a:schemeClr val="lt1"/>
              </a:solidFill>
              <a:latin typeface="Georgia"/>
              <a:ea typeface="Georgia"/>
              <a:cs typeface="Georgia"/>
              <a:sym typeface="Georgia"/>
            </a:endParaRPr>
          </a:p>
        </p:txBody>
      </p:sp>
      <p:sp>
        <p:nvSpPr>
          <p:cNvPr id="290" name="Google Shape;290;p26"/>
          <p:cNvSpPr/>
          <p:nvPr/>
        </p:nvSpPr>
        <p:spPr>
          <a:xfrm rot="10800000">
            <a:off x="5956717" y="7071725"/>
            <a:ext cx="6823800" cy="1795800"/>
          </a:xfrm>
          <a:prstGeom prst="trapezoid">
            <a:avLst>
              <a:gd fmla="val 53849" name="adj"/>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Georgia"/>
              <a:ea typeface="Georgia"/>
              <a:cs typeface="Georgia"/>
              <a:sym typeface="Georgia"/>
            </a:endParaRPr>
          </a:p>
        </p:txBody>
      </p:sp>
      <p:sp>
        <p:nvSpPr>
          <p:cNvPr id="291" name="Google Shape;291;p26"/>
          <p:cNvSpPr txBox="1"/>
          <p:nvPr/>
        </p:nvSpPr>
        <p:spPr>
          <a:xfrm>
            <a:off x="6971206" y="7152582"/>
            <a:ext cx="4746000" cy="944100"/>
          </a:xfrm>
          <a:prstGeom prst="rect">
            <a:avLst/>
          </a:prstGeom>
          <a:noFill/>
          <a:ln>
            <a:noFill/>
          </a:ln>
        </p:spPr>
        <p:txBody>
          <a:bodyPr anchorCtr="0" anchor="t" bIns="100650" lIns="100650" spcFirstLastPara="1" rIns="100650" wrap="square" tIns="100650">
            <a:noAutofit/>
          </a:bodyPr>
          <a:lstStyle/>
          <a:p>
            <a:pPr indent="0" lvl="0" marL="0" rtl="0" algn="ctr">
              <a:spcBef>
                <a:spcPts val="0"/>
              </a:spcBef>
              <a:spcAft>
                <a:spcPts val="0"/>
              </a:spcAft>
              <a:buNone/>
            </a:pPr>
            <a:r>
              <a:rPr lang="en-US" sz="3302">
                <a:solidFill>
                  <a:schemeClr val="lt1"/>
                </a:solidFill>
                <a:latin typeface="Georgia"/>
                <a:ea typeface="Georgia"/>
                <a:cs typeface="Georgia"/>
                <a:sym typeface="Georgia"/>
              </a:rPr>
              <a:t>Demand exists, but</a:t>
            </a:r>
            <a:r>
              <a:rPr b="1" lang="en-US" sz="3302">
                <a:solidFill>
                  <a:schemeClr val="lt1"/>
                </a:solidFill>
                <a:latin typeface="Georgia"/>
                <a:ea typeface="Georgia"/>
                <a:cs typeface="Georgia"/>
                <a:sym typeface="Georgia"/>
              </a:rPr>
              <a:t> low willingness to pay </a:t>
            </a:r>
            <a:r>
              <a:rPr lang="en-US" sz="3302">
                <a:solidFill>
                  <a:schemeClr val="lt1"/>
                </a:solidFill>
                <a:latin typeface="Georgia"/>
                <a:ea typeface="Georgia"/>
                <a:cs typeface="Georgia"/>
                <a:sym typeface="Georgia"/>
              </a:rPr>
              <a:t>($20–30 range)</a:t>
            </a:r>
            <a:endParaRPr sz="3302">
              <a:solidFill>
                <a:schemeClr val="lt1"/>
              </a:solidFill>
              <a:latin typeface="Georgia"/>
              <a:ea typeface="Georgia"/>
              <a:cs typeface="Georgia"/>
              <a:sym typeface="Georgia"/>
            </a:endParaRPr>
          </a:p>
          <a:p>
            <a:pPr indent="0" lvl="0" marL="0" rtl="0" algn="l">
              <a:spcBef>
                <a:spcPts val="0"/>
              </a:spcBef>
              <a:spcAft>
                <a:spcPts val="0"/>
              </a:spcAft>
              <a:buNone/>
            </a:pPr>
            <a:r>
              <a:t/>
            </a:r>
            <a:endParaRPr b="1" sz="3302">
              <a:solidFill>
                <a:schemeClr val="lt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7"/>
          <p:cNvSpPr txBox="1"/>
          <p:nvPr>
            <p:ph idx="1" type="subTitle"/>
          </p:nvPr>
        </p:nvSpPr>
        <p:spPr>
          <a:xfrm>
            <a:off x="1178542" y="2263127"/>
            <a:ext cx="11500800" cy="3425400"/>
          </a:xfrm>
          <a:prstGeom prst="rect">
            <a:avLst/>
          </a:prstGeom>
        </p:spPr>
        <p:txBody>
          <a:bodyPr anchorCtr="0" anchor="t" bIns="182850" lIns="182850" spcFirstLastPara="1" rIns="182850" wrap="square" tIns="182850">
            <a:noAutofit/>
          </a:bodyPr>
          <a:lstStyle/>
          <a:p>
            <a:pPr indent="-711200" lvl="0" marL="914400" rtl="0" algn="l">
              <a:lnSpc>
                <a:spcPct val="115000"/>
              </a:lnSpc>
              <a:spcBef>
                <a:spcPts val="0"/>
              </a:spcBef>
              <a:spcAft>
                <a:spcPts val="0"/>
              </a:spcAft>
              <a:buClr>
                <a:schemeClr val="dk1"/>
              </a:buClr>
              <a:buSzPts val="4000"/>
              <a:buFont typeface="Georgia"/>
              <a:buChar char="●"/>
            </a:pPr>
            <a:r>
              <a:rPr lang="en-US" sz="4000">
                <a:solidFill>
                  <a:schemeClr val="dk1"/>
                </a:solidFill>
                <a:latin typeface="Georgia"/>
                <a:ea typeface="Georgia"/>
                <a:cs typeface="Georgia"/>
                <a:sym typeface="Georgia"/>
              </a:rPr>
              <a:t>Total Vendors</a:t>
            </a:r>
            <a:r>
              <a:rPr lang="en-US" sz="4000">
                <a:solidFill>
                  <a:schemeClr val="dk1"/>
                </a:solidFill>
                <a:latin typeface="Georgia"/>
                <a:ea typeface="Georgia"/>
                <a:cs typeface="Georgia"/>
                <a:sym typeface="Georgia"/>
              </a:rPr>
              <a:t> Contacted: </a:t>
            </a:r>
            <a:r>
              <a:rPr b="1" lang="en-US" sz="4000">
                <a:solidFill>
                  <a:schemeClr val="dk1"/>
                </a:solidFill>
                <a:latin typeface="Georgia"/>
                <a:ea typeface="Georgia"/>
                <a:cs typeface="Georgia"/>
                <a:sym typeface="Georgia"/>
              </a:rPr>
              <a:t>93</a:t>
            </a:r>
            <a:endParaRPr b="1" sz="4000">
              <a:solidFill>
                <a:schemeClr val="dk1"/>
              </a:solidFill>
              <a:latin typeface="Georgia"/>
              <a:ea typeface="Georgia"/>
              <a:cs typeface="Georgia"/>
              <a:sym typeface="Georgia"/>
            </a:endParaRPr>
          </a:p>
          <a:p>
            <a:pPr indent="-711200" lvl="0" marL="914400" rtl="0" algn="l">
              <a:lnSpc>
                <a:spcPct val="115000"/>
              </a:lnSpc>
              <a:spcBef>
                <a:spcPts val="0"/>
              </a:spcBef>
              <a:spcAft>
                <a:spcPts val="0"/>
              </a:spcAft>
              <a:buClr>
                <a:schemeClr val="dk1"/>
              </a:buClr>
              <a:buSzPts val="4000"/>
              <a:buFont typeface="Georgia"/>
              <a:buChar char="●"/>
            </a:pPr>
            <a:r>
              <a:rPr b="1" lang="en-US" sz="4000">
                <a:solidFill>
                  <a:schemeClr val="dk1"/>
                </a:solidFill>
                <a:latin typeface="Georgia"/>
                <a:ea typeface="Georgia"/>
                <a:cs typeface="Georgia"/>
                <a:sym typeface="Georgia"/>
              </a:rPr>
              <a:t>Key Criteria</a:t>
            </a:r>
            <a:r>
              <a:rPr lang="en-US" sz="4000">
                <a:solidFill>
                  <a:schemeClr val="dk1"/>
                </a:solidFill>
                <a:latin typeface="Georgia"/>
                <a:ea typeface="Georgia"/>
                <a:cs typeface="Georgia"/>
                <a:sym typeface="Georgia"/>
              </a:rPr>
              <a:t>: Local, Cut/Bend, Engrave, Weld, Strip, Coat, Color</a:t>
            </a:r>
            <a:endParaRPr sz="4000">
              <a:solidFill>
                <a:schemeClr val="dk1"/>
              </a:solidFill>
              <a:latin typeface="Georgia"/>
              <a:ea typeface="Georgia"/>
              <a:cs typeface="Georgia"/>
              <a:sym typeface="Georgia"/>
            </a:endParaRPr>
          </a:p>
          <a:p>
            <a:pPr indent="-711200" lvl="0" marL="914400" rtl="0" algn="l">
              <a:lnSpc>
                <a:spcPct val="115000"/>
              </a:lnSpc>
              <a:spcBef>
                <a:spcPts val="0"/>
              </a:spcBef>
              <a:spcAft>
                <a:spcPts val="0"/>
              </a:spcAft>
              <a:buClr>
                <a:schemeClr val="dk1"/>
              </a:buClr>
              <a:buSzPts val="4000"/>
              <a:buFont typeface="Georgia"/>
              <a:buChar char="●"/>
            </a:pPr>
            <a:r>
              <a:rPr lang="en-US" sz="4000">
                <a:solidFill>
                  <a:schemeClr val="dk1"/>
                </a:solidFill>
                <a:latin typeface="Georgia"/>
                <a:ea typeface="Georgia"/>
                <a:cs typeface="Georgia"/>
                <a:sym typeface="Georgia"/>
              </a:rPr>
              <a:t>Questions Asked: </a:t>
            </a:r>
            <a:r>
              <a:rPr b="1" lang="en-US" sz="4000">
                <a:solidFill>
                  <a:schemeClr val="dk1"/>
                </a:solidFill>
                <a:latin typeface="Georgia"/>
                <a:ea typeface="Georgia"/>
                <a:cs typeface="Georgia"/>
                <a:sym typeface="Georgia"/>
              </a:rPr>
              <a:t>Capability</a:t>
            </a:r>
            <a:r>
              <a:rPr lang="en-US" sz="4000">
                <a:solidFill>
                  <a:schemeClr val="dk1"/>
                </a:solidFill>
                <a:latin typeface="Georgia"/>
                <a:ea typeface="Georgia"/>
                <a:cs typeface="Georgia"/>
                <a:sym typeface="Georgia"/>
              </a:rPr>
              <a:t>, </a:t>
            </a:r>
            <a:r>
              <a:rPr b="1" lang="en-US" sz="4000">
                <a:solidFill>
                  <a:schemeClr val="dk1"/>
                </a:solidFill>
                <a:latin typeface="Georgia"/>
                <a:ea typeface="Georgia"/>
                <a:cs typeface="Georgia"/>
                <a:sym typeface="Georgia"/>
              </a:rPr>
              <a:t>Price</a:t>
            </a:r>
            <a:r>
              <a:rPr lang="en-US" sz="4000">
                <a:solidFill>
                  <a:schemeClr val="dk1"/>
                </a:solidFill>
                <a:latin typeface="Georgia"/>
                <a:ea typeface="Georgia"/>
                <a:cs typeface="Georgia"/>
                <a:sym typeface="Georgia"/>
              </a:rPr>
              <a:t>, </a:t>
            </a:r>
            <a:r>
              <a:rPr b="1" lang="en-US" sz="4000">
                <a:solidFill>
                  <a:schemeClr val="dk1"/>
                </a:solidFill>
                <a:latin typeface="Georgia"/>
                <a:ea typeface="Georgia"/>
                <a:cs typeface="Georgia"/>
                <a:sym typeface="Georgia"/>
              </a:rPr>
              <a:t>MOQ</a:t>
            </a:r>
            <a:endParaRPr b="1" sz="4000">
              <a:latin typeface="Georgia"/>
              <a:ea typeface="Georgia"/>
              <a:cs typeface="Georgia"/>
              <a:sym typeface="Georgia"/>
            </a:endParaRPr>
          </a:p>
        </p:txBody>
      </p:sp>
      <p:sp>
        <p:nvSpPr>
          <p:cNvPr id="297" name="Google Shape;297;p27"/>
          <p:cNvSpPr txBox="1"/>
          <p:nvPr>
            <p:ph type="ctrTitle"/>
          </p:nvPr>
        </p:nvSpPr>
        <p:spPr>
          <a:xfrm>
            <a:off x="1761450" y="305816"/>
            <a:ext cx="159030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Manufacturing Research</a:t>
            </a:r>
            <a:endParaRPr/>
          </a:p>
        </p:txBody>
      </p:sp>
      <p:pic>
        <p:nvPicPr>
          <p:cNvPr id="298" name="Google Shape;298;p27"/>
          <p:cNvPicPr preferRelativeResize="0"/>
          <p:nvPr/>
        </p:nvPicPr>
        <p:blipFill>
          <a:blip r:embed="rId3">
            <a:alphaModFix/>
          </a:blip>
          <a:stretch>
            <a:fillRect/>
          </a:stretch>
        </p:blipFill>
        <p:spPr>
          <a:xfrm>
            <a:off x="1178550" y="6591728"/>
            <a:ext cx="17068800" cy="2419350"/>
          </a:xfrm>
          <a:prstGeom prst="rect">
            <a:avLst/>
          </a:prstGeom>
          <a:noFill/>
          <a:ln>
            <a:noFill/>
          </a:ln>
        </p:spPr>
      </p:pic>
      <p:pic>
        <p:nvPicPr>
          <p:cNvPr id="299" name="Google Shape;299;p27"/>
          <p:cNvPicPr preferRelativeResize="0"/>
          <p:nvPr/>
        </p:nvPicPr>
        <p:blipFill>
          <a:blip r:embed="rId4">
            <a:alphaModFix/>
          </a:blip>
          <a:stretch>
            <a:fillRect/>
          </a:stretch>
        </p:blipFill>
        <p:spPr>
          <a:xfrm>
            <a:off x="12689700" y="1877766"/>
            <a:ext cx="5397850" cy="4498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8"/>
          <p:cNvSpPr txBox="1"/>
          <p:nvPr>
            <p:ph type="ctrTitle"/>
          </p:nvPr>
        </p:nvSpPr>
        <p:spPr>
          <a:xfrm>
            <a:off x="1761438" y="220920"/>
            <a:ext cx="15903000" cy="1467600"/>
          </a:xfrm>
          <a:prstGeom prst="rect">
            <a:avLst/>
          </a:prstGeom>
          <a:solidFill>
            <a:schemeClr val="lt1"/>
          </a:solidFill>
          <a:ln cap="flat" cmpd="sng" w="38100">
            <a:solidFill>
              <a:schemeClr val="lt1"/>
            </a:solidFill>
            <a:prstDash val="solid"/>
            <a:round/>
            <a:headEnd len="sm" w="sm" type="none"/>
            <a:tailEnd len="sm" w="sm" type="none"/>
          </a:ln>
        </p:spPr>
        <p:txBody>
          <a:bodyPr anchorCtr="0" anchor="b" bIns="182850" lIns="182850" spcFirstLastPara="1" rIns="182850" wrap="square" tIns="182850">
            <a:noAutofit/>
          </a:bodyPr>
          <a:lstStyle/>
          <a:p>
            <a:pPr indent="0" lvl="0" marL="0" rtl="0" algn="ctr">
              <a:spcBef>
                <a:spcPts val="0"/>
              </a:spcBef>
              <a:spcAft>
                <a:spcPts val="0"/>
              </a:spcAft>
              <a:buNone/>
            </a:pPr>
            <a:r>
              <a:rPr lang="en-US"/>
              <a:t>Manufacturing Research - Timeline</a:t>
            </a:r>
            <a:endParaRPr/>
          </a:p>
        </p:txBody>
      </p:sp>
      <p:graphicFrame>
        <p:nvGraphicFramePr>
          <p:cNvPr id="305" name="Google Shape;305;p28"/>
          <p:cNvGraphicFramePr/>
          <p:nvPr/>
        </p:nvGraphicFramePr>
        <p:xfrm>
          <a:off x="1761446" y="2552961"/>
          <a:ext cx="3000000" cy="3000000"/>
        </p:xfrm>
        <a:graphic>
          <a:graphicData uri="http://schemas.openxmlformats.org/drawingml/2006/table">
            <a:tbl>
              <a:tblPr>
                <a:noFill/>
                <a:tableStyleId>{65E25FC9-955F-4D17-9234-7552F81C65A8}</a:tableStyleId>
              </a:tblPr>
              <a:tblGrid>
                <a:gridCol w="3051950"/>
                <a:gridCol w="4852850"/>
              </a:tblGrid>
              <a:tr h="1229550">
                <a:tc>
                  <a:txBody>
                    <a:bodyPr/>
                    <a:lstStyle/>
                    <a:p>
                      <a:pPr indent="0" lvl="0" marL="0" rtl="0" algn="ctr">
                        <a:spcBef>
                          <a:spcPts val="0"/>
                        </a:spcBef>
                        <a:spcAft>
                          <a:spcPts val="0"/>
                        </a:spcAft>
                        <a:buNone/>
                      </a:pPr>
                      <a:r>
                        <a:rPr b="1" lang="en-US" sz="4000">
                          <a:solidFill>
                            <a:schemeClr val="lt1"/>
                          </a:solidFill>
                          <a:latin typeface="Century Gothic"/>
                          <a:ea typeface="Century Gothic"/>
                          <a:cs typeface="Century Gothic"/>
                          <a:sym typeface="Century Gothic"/>
                        </a:rPr>
                        <a:t>Phase </a:t>
                      </a:r>
                      <a:r>
                        <a:rPr b="1" lang="en-US" sz="4000">
                          <a:solidFill>
                            <a:schemeClr val="lt1"/>
                          </a:solidFill>
                          <a:latin typeface="Century Gothic"/>
                          <a:ea typeface="Century Gothic"/>
                          <a:cs typeface="Century Gothic"/>
                          <a:sym typeface="Century Gothic"/>
                        </a:rPr>
                        <a:t>#</a:t>
                      </a:r>
                      <a:endParaRPr b="1" sz="4000">
                        <a:solidFill>
                          <a:schemeClr val="lt1"/>
                        </a:solidFill>
                        <a:latin typeface="Century Gothic"/>
                        <a:ea typeface="Century Gothic"/>
                        <a:cs typeface="Century Gothic"/>
                        <a:sym typeface="Century Gothic"/>
                      </a:endParaRPr>
                    </a:p>
                  </a:txBody>
                  <a:tcPr marT="91425" marB="91425" marR="91425" marL="91425" anchor="ctr">
                    <a:lnL cap="flat" cmpd="sng" w="38100">
                      <a:solidFill>
                        <a:srgbClr val="085630"/>
                      </a:solidFill>
                      <a:prstDash val="solid"/>
                      <a:round/>
                      <a:headEnd len="sm" w="sm" type="none"/>
                      <a:tailEnd len="sm" w="sm" type="none"/>
                    </a:lnL>
                    <a:lnR cap="flat" cmpd="sng" w="38100">
                      <a:solidFill>
                        <a:srgbClr val="085630"/>
                      </a:solidFill>
                      <a:prstDash val="solid"/>
                      <a:round/>
                      <a:headEnd len="sm" w="sm" type="none"/>
                      <a:tailEnd len="sm" w="sm" type="none"/>
                    </a:lnR>
                    <a:lnT cap="flat" cmpd="sng" w="38100">
                      <a:solidFill>
                        <a:srgbClr val="085630"/>
                      </a:solidFill>
                      <a:prstDash val="solid"/>
                      <a:round/>
                      <a:headEnd len="sm" w="sm" type="none"/>
                      <a:tailEnd len="sm" w="sm" type="none"/>
                    </a:lnT>
                    <a:lnB cap="flat" cmpd="sng" w="38100">
                      <a:solidFill>
                        <a:srgbClr val="085630"/>
                      </a:solidFill>
                      <a:prstDash val="solid"/>
                      <a:round/>
                      <a:headEnd len="sm" w="sm" type="none"/>
                      <a:tailEnd len="sm" w="sm" type="none"/>
                    </a:lnB>
                    <a:solidFill>
                      <a:srgbClr val="2D6913"/>
                    </a:solidFill>
                  </a:tcPr>
                </a:tc>
                <a:tc>
                  <a:txBody>
                    <a:bodyPr/>
                    <a:lstStyle/>
                    <a:p>
                      <a:pPr indent="0" lvl="0" marL="0" rtl="0" algn="ctr">
                        <a:spcBef>
                          <a:spcPts val="0"/>
                        </a:spcBef>
                        <a:spcAft>
                          <a:spcPts val="0"/>
                        </a:spcAft>
                        <a:buNone/>
                      </a:pPr>
                      <a:r>
                        <a:rPr b="1" lang="en-US" sz="4000">
                          <a:solidFill>
                            <a:schemeClr val="lt1"/>
                          </a:solidFill>
                          <a:latin typeface="Century Gothic"/>
                          <a:ea typeface="Century Gothic"/>
                          <a:cs typeface="Century Gothic"/>
                          <a:sym typeface="Century Gothic"/>
                        </a:rPr>
                        <a:t>Phase Name</a:t>
                      </a:r>
                      <a:endParaRPr b="1" sz="4000">
                        <a:solidFill>
                          <a:schemeClr val="lt1"/>
                        </a:solidFill>
                        <a:latin typeface="Century Gothic"/>
                        <a:ea typeface="Century Gothic"/>
                        <a:cs typeface="Century Gothic"/>
                        <a:sym typeface="Century Gothic"/>
                      </a:endParaRPr>
                    </a:p>
                  </a:txBody>
                  <a:tcPr marT="91425" marB="91425" marR="91425" marL="91425" anchor="ctr">
                    <a:lnL cap="flat" cmpd="sng" w="38100">
                      <a:solidFill>
                        <a:srgbClr val="085630"/>
                      </a:solidFill>
                      <a:prstDash val="solid"/>
                      <a:round/>
                      <a:headEnd len="sm" w="sm" type="none"/>
                      <a:tailEnd len="sm" w="sm" type="none"/>
                    </a:lnL>
                    <a:lnR cap="flat" cmpd="sng" w="38100">
                      <a:solidFill>
                        <a:srgbClr val="085630"/>
                      </a:solidFill>
                      <a:prstDash val="solid"/>
                      <a:round/>
                      <a:headEnd len="sm" w="sm" type="none"/>
                      <a:tailEnd len="sm" w="sm" type="none"/>
                    </a:lnR>
                    <a:lnT cap="flat" cmpd="sng" w="38100">
                      <a:solidFill>
                        <a:srgbClr val="085630"/>
                      </a:solidFill>
                      <a:prstDash val="solid"/>
                      <a:round/>
                      <a:headEnd len="sm" w="sm" type="none"/>
                      <a:tailEnd len="sm" w="sm" type="none"/>
                    </a:lnT>
                    <a:lnB cap="flat" cmpd="sng" w="38100">
                      <a:solidFill>
                        <a:srgbClr val="085630"/>
                      </a:solidFill>
                      <a:prstDash val="solid"/>
                      <a:round/>
                      <a:headEnd len="sm" w="sm" type="none"/>
                      <a:tailEnd len="sm" w="sm" type="none"/>
                    </a:lnB>
                    <a:solidFill>
                      <a:srgbClr val="2D6913"/>
                    </a:solidFill>
                  </a:tcPr>
                </a:tc>
              </a:tr>
              <a:tr h="1257550">
                <a:tc>
                  <a:txBody>
                    <a:bodyPr/>
                    <a:lstStyle/>
                    <a:p>
                      <a:pPr indent="0" lvl="0" marL="0" rtl="0" algn="ctr">
                        <a:spcBef>
                          <a:spcPts val="0"/>
                        </a:spcBef>
                        <a:spcAft>
                          <a:spcPts val="0"/>
                        </a:spcAft>
                        <a:buNone/>
                      </a:pPr>
                      <a:r>
                        <a:rPr lang="en-US" sz="4000">
                          <a:latin typeface="Georgia"/>
                          <a:ea typeface="Georgia"/>
                          <a:cs typeface="Georgia"/>
                          <a:sym typeface="Georgia"/>
                        </a:rPr>
                        <a:t>1</a:t>
                      </a:r>
                      <a:endParaRPr sz="4000">
                        <a:latin typeface="Georgia"/>
                        <a:ea typeface="Georgia"/>
                        <a:cs typeface="Georgia"/>
                        <a:sym typeface="Georgia"/>
                      </a:endParaRPr>
                    </a:p>
                  </a:txBody>
                  <a:tcPr marT="91425" marB="91425" marR="91425" marL="91425" anchor="ctr">
                    <a:lnL cap="flat" cmpd="sng" w="38100">
                      <a:solidFill>
                        <a:srgbClr val="085630"/>
                      </a:solidFill>
                      <a:prstDash val="solid"/>
                      <a:round/>
                      <a:headEnd len="sm" w="sm" type="none"/>
                      <a:tailEnd len="sm" w="sm" type="none"/>
                    </a:lnL>
                    <a:lnR cap="flat" cmpd="sng" w="38100">
                      <a:solidFill>
                        <a:srgbClr val="085630"/>
                      </a:solidFill>
                      <a:prstDash val="solid"/>
                      <a:round/>
                      <a:headEnd len="sm" w="sm" type="none"/>
                      <a:tailEnd len="sm" w="sm" type="none"/>
                    </a:lnR>
                    <a:lnT cap="flat" cmpd="sng" w="38100">
                      <a:solidFill>
                        <a:srgbClr val="085630"/>
                      </a:solidFill>
                      <a:prstDash val="solid"/>
                      <a:round/>
                      <a:headEnd len="sm" w="sm" type="none"/>
                      <a:tailEnd len="sm" w="sm" type="none"/>
                    </a:lnT>
                    <a:lnB cap="flat" cmpd="sng" w="38100">
                      <a:solidFill>
                        <a:srgbClr val="085630"/>
                      </a:solidFill>
                      <a:prstDash val="solid"/>
                      <a:round/>
                      <a:headEnd len="sm" w="sm" type="none"/>
                      <a:tailEnd len="sm" w="sm" type="none"/>
                    </a:lnB>
                  </a:tcPr>
                </a:tc>
                <a:tc>
                  <a:txBody>
                    <a:bodyPr/>
                    <a:lstStyle/>
                    <a:p>
                      <a:pPr indent="0" lvl="0" marL="0" rtl="0" algn="ctr">
                        <a:spcBef>
                          <a:spcPts val="0"/>
                        </a:spcBef>
                        <a:spcAft>
                          <a:spcPts val="0"/>
                        </a:spcAft>
                        <a:buNone/>
                      </a:pPr>
                      <a:r>
                        <a:rPr lang="en-US" sz="3500">
                          <a:latin typeface="Georgia"/>
                          <a:ea typeface="Georgia"/>
                          <a:cs typeface="Georgia"/>
                          <a:sym typeface="Georgia"/>
                        </a:rPr>
                        <a:t>Capabilities &amp; Initial Outreach</a:t>
                      </a:r>
                      <a:endParaRPr sz="3500">
                        <a:latin typeface="Georgia"/>
                        <a:ea typeface="Georgia"/>
                        <a:cs typeface="Georgia"/>
                        <a:sym typeface="Georgia"/>
                      </a:endParaRPr>
                    </a:p>
                  </a:txBody>
                  <a:tcPr marT="91425" marB="91425" marR="91425" marL="91425" anchor="ctr">
                    <a:lnL cap="flat" cmpd="sng" w="38100">
                      <a:solidFill>
                        <a:srgbClr val="085630"/>
                      </a:solidFill>
                      <a:prstDash val="solid"/>
                      <a:round/>
                      <a:headEnd len="sm" w="sm" type="none"/>
                      <a:tailEnd len="sm" w="sm" type="none"/>
                    </a:lnL>
                    <a:lnR cap="flat" cmpd="sng" w="38100">
                      <a:solidFill>
                        <a:srgbClr val="085630"/>
                      </a:solidFill>
                      <a:prstDash val="solid"/>
                      <a:round/>
                      <a:headEnd len="sm" w="sm" type="none"/>
                      <a:tailEnd len="sm" w="sm" type="none"/>
                    </a:lnR>
                    <a:lnT cap="flat" cmpd="sng" w="38100">
                      <a:solidFill>
                        <a:srgbClr val="085630"/>
                      </a:solidFill>
                      <a:prstDash val="solid"/>
                      <a:round/>
                      <a:headEnd len="sm" w="sm" type="none"/>
                      <a:tailEnd len="sm" w="sm" type="none"/>
                    </a:lnT>
                    <a:lnB cap="flat" cmpd="sng" w="38100">
                      <a:solidFill>
                        <a:srgbClr val="085630"/>
                      </a:solidFill>
                      <a:prstDash val="solid"/>
                      <a:round/>
                      <a:headEnd len="sm" w="sm" type="none"/>
                      <a:tailEnd len="sm" w="sm" type="none"/>
                    </a:lnB>
                  </a:tcPr>
                </a:tc>
              </a:tr>
              <a:tr h="1257550">
                <a:tc>
                  <a:txBody>
                    <a:bodyPr/>
                    <a:lstStyle/>
                    <a:p>
                      <a:pPr indent="0" lvl="0" marL="0" rtl="0" algn="ctr">
                        <a:spcBef>
                          <a:spcPts val="0"/>
                        </a:spcBef>
                        <a:spcAft>
                          <a:spcPts val="0"/>
                        </a:spcAft>
                        <a:buNone/>
                      </a:pPr>
                      <a:r>
                        <a:rPr lang="en-US" sz="4000">
                          <a:latin typeface="Georgia"/>
                          <a:ea typeface="Georgia"/>
                          <a:cs typeface="Georgia"/>
                          <a:sym typeface="Georgia"/>
                        </a:rPr>
                        <a:t>2</a:t>
                      </a:r>
                      <a:endParaRPr sz="4000">
                        <a:latin typeface="Georgia"/>
                        <a:ea typeface="Georgia"/>
                        <a:cs typeface="Georgia"/>
                        <a:sym typeface="Georgia"/>
                      </a:endParaRPr>
                    </a:p>
                  </a:txBody>
                  <a:tcPr marT="91425" marB="91425" marR="91425" marL="91425" anchor="ctr">
                    <a:lnL cap="flat" cmpd="sng" w="38100">
                      <a:solidFill>
                        <a:srgbClr val="085630"/>
                      </a:solidFill>
                      <a:prstDash val="solid"/>
                      <a:round/>
                      <a:headEnd len="sm" w="sm" type="none"/>
                      <a:tailEnd len="sm" w="sm" type="none"/>
                    </a:lnL>
                    <a:lnR cap="flat" cmpd="sng" w="38100">
                      <a:solidFill>
                        <a:srgbClr val="085630"/>
                      </a:solidFill>
                      <a:prstDash val="solid"/>
                      <a:round/>
                      <a:headEnd len="sm" w="sm" type="none"/>
                      <a:tailEnd len="sm" w="sm" type="none"/>
                    </a:lnR>
                    <a:lnT cap="flat" cmpd="sng" w="38100">
                      <a:solidFill>
                        <a:srgbClr val="085630"/>
                      </a:solidFill>
                      <a:prstDash val="solid"/>
                      <a:round/>
                      <a:headEnd len="sm" w="sm" type="none"/>
                      <a:tailEnd len="sm" w="sm" type="none"/>
                    </a:lnT>
                    <a:lnB cap="flat" cmpd="sng" w="38100">
                      <a:solidFill>
                        <a:srgbClr val="085630"/>
                      </a:solidFill>
                      <a:prstDash val="solid"/>
                      <a:round/>
                      <a:headEnd len="sm" w="sm" type="none"/>
                      <a:tailEnd len="sm" w="sm" type="none"/>
                    </a:lnB>
                  </a:tcPr>
                </a:tc>
                <a:tc>
                  <a:txBody>
                    <a:bodyPr/>
                    <a:lstStyle/>
                    <a:p>
                      <a:pPr indent="0" lvl="0" marL="0" rtl="0" algn="ctr">
                        <a:spcBef>
                          <a:spcPts val="0"/>
                        </a:spcBef>
                        <a:spcAft>
                          <a:spcPts val="0"/>
                        </a:spcAft>
                        <a:buNone/>
                      </a:pPr>
                      <a:r>
                        <a:rPr lang="en-US" sz="3500">
                          <a:latin typeface="Georgia"/>
                          <a:ea typeface="Georgia"/>
                          <a:cs typeface="Georgia"/>
                          <a:sym typeface="Georgia"/>
                        </a:rPr>
                        <a:t>Targeted Outreach &amp; Challenges</a:t>
                      </a:r>
                      <a:endParaRPr sz="3500">
                        <a:latin typeface="Georgia"/>
                        <a:ea typeface="Georgia"/>
                        <a:cs typeface="Georgia"/>
                        <a:sym typeface="Georgia"/>
                      </a:endParaRPr>
                    </a:p>
                  </a:txBody>
                  <a:tcPr marT="91425" marB="91425" marR="91425" marL="91425" anchor="ctr">
                    <a:lnL cap="flat" cmpd="sng" w="38100">
                      <a:solidFill>
                        <a:srgbClr val="085630"/>
                      </a:solidFill>
                      <a:prstDash val="solid"/>
                      <a:round/>
                      <a:headEnd len="sm" w="sm" type="none"/>
                      <a:tailEnd len="sm" w="sm" type="none"/>
                    </a:lnL>
                    <a:lnR cap="flat" cmpd="sng" w="38100">
                      <a:solidFill>
                        <a:srgbClr val="085630"/>
                      </a:solidFill>
                      <a:prstDash val="solid"/>
                      <a:round/>
                      <a:headEnd len="sm" w="sm" type="none"/>
                      <a:tailEnd len="sm" w="sm" type="none"/>
                    </a:lnR>
                    <a:lnT cap="flat" cmpd="sng" w="38100">
                      <a:solidFill>
                        <a:srgbClr val="085630"/>
                      </a:solidFill>
                      <a:prstDash val="solid"/>
                      <a:round/>
                      <a:headEnd len="sm" w="sm" type="none"/>
                      <a:tailEnd len="sm" w="sm" type="none"/>
                    </a:lnT>
                    <a:lnB cap="flat" cmpd="sng" w="38100">
                      <a:solidFill>
                        <a:srgbClr val="085630"/>
                      </a:solidFill>
                      <a:prstDash val="solid"/>
                      <a:round/>
                      <a:headEnd len="sm" w="sm" type="none"/>
                      <a:tailEnd len="sm" w="sm" type="none"/>
                    </a:lnB>
                  </a:tcPr>
                </a:tc>
              </a:tr>
              <a:tr h="1229550">
                <a:tc>
                  <a:txBody>
                    <a:bodyPr/>
                    <a:lstStyle/>
                    <a:p>
                      <a:pPr indent="0" lvl="0" marL="0" rtl="0" algn="ctr">
                        <a:spcBef>
                          <a:spcPts val="0"/>
                        </a:spcBef>
                        <a:spcAft>
                          <a:spcPts val="0"/>
                        </a:spcAft>
                        <a:buNone/>
                      </a:pPr>
                      <a:r>
                        <a:rPr lang="en-US" sz="4000">
                          <a:latin typeface="Georgia"/>
                          <a:ea typeface="Georgia"/>
                          <a:cs typeface="Georgia"/>
                          <a:sym typeface="Georgia"/>
                        </a:rPr>
                        <a:t>3</a:t>
                      </a:r>
                      <a:endParaRPr sz="4000">
                        <a:latin typeface="Georgia"/>
                        <a:ea typeface="Georgia"/>
                        <a:cs typeface="Georgia"/>
                        <a:sym typeface="Georgia"/>
                      </a:endParaRPr>
                    </a:p>
                  </a:txBody>
                  <a:tcPr marT="91425" marB="91425" marR="91425" marL="91425" anchor="ctr">
                    <a:lnL cap="flat" cmpd="sng" w="38100">
                      <a:solidFill>
                        <a:srgbClr val="085630"/>
                      </a:solidFill>
                      <a:prstDash val="solid"/>
                      <a:round/>
                      <a:headEnd len="sm" w="sm" type="none"/>
                      <a:tailEnd len="sm" w="sm" type="none"/>
                    </a:lnL>
                    <a:lnR cap="flat" cmpd="sng" w="38100">
                      <a:solidFill>
                        <a:srgbClr val="085630"/>
                      </a:solidFill>
                      <a:prstDash val="solid"/>
                      <a:round/>
                      <a:headEnd len="sm" w="sm" type="none"/>
                      <a:tailEnd len="sm" w="sm" type="none"/>
                    </a:lnR>
                    <a:lnT cap="flat" cmpd="sng" w="38100">
                      <a:solidFill>
                        <a:srgbClr val="085630"/>
                      </a:solidFill>
                      <a:prstDash val="solid"/>
                      <a:round/>
                      <a:headEnd len="sm" w="sm" type="none"/>
                      <a:tailEnd len="sm" w="sm" type="none"/>
                    </a:lnT>
                    <a:lnB cap="flat" cmpd="sng" w="38100">
                      <a:solidFill>
                        <a:srgbClr val="085630"/>
                      </a:solidFill>
                      <a:prstDash val="solid"/>
                      <a:round/>
                      <a:headEnd len="sm" w="sm" type="none"/>
                      <a:tailEnd len="sm" w="sm" type="none"/>
                    </a:lnB>
                  </a:tcPr>
                </a:tc>
                <a:tc>
                  <a:txBody>
                    <a:bodyPr/>
                    <a:lstStyle/>
                    <a:p>
                      <a:pPr indent="0" lvl="0" marL="0" rtl="0" algn="ctr">
                        <a:spcBef>
                          <a:spcPts val="0"/>
                        </a:spcBef>
                        <a:spcAft>
                          <a:spcPts val="0"/>
                        </a:spcAft>
                        <a:buNone/>
                      </a:pPr>
                      <a:r>
                        <a:rPr lang="en-US" sz="3500">
                          <a:latin typeface="Georgia"/>
                          <a:ea typeface="Georgia"/>
                          <a:cs typeface="Georgia"/>
                          <a:sym typeface="Georgia"/>
                        </a:rPr>
                        <a:t>Follow-up Actions</a:t>
                      </a:r>
                      <a:endParaRPr sz="3500">
                        <a:latin typeface="Georgia"/>
                        <a:ea typeface="Georgia"/>
                        <a:cs typeface="Georgia"/>
                        <a:sym typeface="Georgia"/>
                      </a:endParaRPr>
                    </a:p>
                  </a:txBody>
                  <a:tcPr marT="91425" marB="91425" marR="91425" marL="91425" anchor="ctr">
                    <a:lnL cap="flat" cmpd="sng" w="38100">
                      <a:solidFill>
                        <a:srgbClr val="085630"/>
                      </a:solidFill>
                      <a:prstDash val="solid"/>
                      <a:round/>
                      <a:headEnd len="sm" w="sm" type="none"/>
                      <a:tailEnd len="sm" w="sm" type="none"/>
                    </a:lnL>
                    <a:lnR cap="flat" cmpd="sng" w="38100">
                      <a:solidFill>
                        <a:srgbClr val="085630"/>
                      </a:solidFill>
                      <a:prstDash val="solid"/>
                      <a:round/>
                      <a:headEnd len="sm" w="sm" type="none"/>
                      <a:tailEnd len="sm" w="sm" type="none"/>
                    </a:lnR>
                    <a:lnT cap="flat" cmpd="sng" w="38100">
                      <a:solidFill>
                        <a:srgbClr val="085630"/>
                      </a:solidFill>
                      <a:prstDash val="solid"/>
                      <a:round/>
                      <a:headEnd len="sm" w="sm" type="none"/>
                      <a:tailEnd len="sm" w="sm" type="none"/>
                    </a:lnT>
                    <a:lnB cap="flat" cmpd="sng" w="38100">
                      <a:solidFill>
                        <a:srgbClr val="085630"/>
                      </a:solidFill>
                      <a:prstDash val="solid"/>
                      <a:round/>
                      <a:headEnd len="sm" w="sm" type="none"/>
                      <a:tailEnd len="sm" w="sm" type="none"/>
                    </a:lnB>
                  </a:tcPr>
                </a:tc>
              </a:tr>
            </a:tbl>
          </a:graphicData>
        </a:graphic>
      </p:graphicFrame>
      <p:pic>
        <p:nvPicPr>
          <p:cNvPr id="306" name="Google Shape;306;p28"/>
          <p:cNvPicPr preferRelativeResize="0"/>
          <p:nvPr/>
        </p:nvPicPr>
        <p:blipFill>
          <a:blip r:embed="rId3">
            <a:alphaModFix/>
          </a:blip>
          <a:stretch>
            <a:fillRect/>
          </a:stretch>
        </p:blipFill>
        <p:spPr>
          <a:xfrm>
            <a:off x="10156060" y="3697013"/>
            <a:ext cx="7211824" cy="4474000"/>
          </a:xfrm>
          <a:prstGeom prst="rect">
            <a:avLst/>
          </a:prstGeom>
          <a:noFill/>
          <a:ln>
            <a:noFill/>
          </a:ln>
        </p:spPr>
      </p:pic>
      <p:sp>
        <p:nvSpPr>
          <p:cNvPr id="307" name="Google Shape;307;p28"/>
          <p:cNvSpPr txBox="1"/>
          <p:nvPr/>
        </p:nvSpPr>
        <p:spPr>
          <a:xfrm>
            <a:off x="10317775" y="2473000"/>
            <a:ext cx="7050000" cy="92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4000">
                <a:solidFill>
                  <a:srgbClr val="085630"/>
                </a:solidFill>
                <a:latin typeface="Georgia"/>
                <a:ea typeface="Georgia"/>
                <a:cs typeface="Georgia"/>
                <a:sym typeface="Georgia"/>
              </a:rPr>
              <a:t>Response Overview</a:t>
            </a:r>
            <a:endParaRPr b="1" sz="4000">
              <a:solidFill>
                <a:srgbClr val="085630"/>
              </a:solidFill>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9"/>
          <p:cNvSpPr txBox="1"/>
          <p:nvPr>
            <p:ph type="ctrTitle"/>
          </p:nvPr>
        </p:nvSpPr>
        <p:spPr>
          <a:xfrm>
            <a:off x="1026525" y="367200"/>
            <a:ext cx="172617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Manufacturing Shortlist</a:t>
            </a:r>
            <a:endParaRPr/>
          </a:p>
        </p:txBody>
      </p:sp>
      <p:pic>
        <p:nvPicPr>
          <p:cNvPr id="313" name="Google Shape;313;p29"/>
          <p:cNvPicPr preferRelativeResize="0"/>
          <p:nvPr/>
        </p:nvPicPr>
        <p:blipFill>
          <a:blip r:embed="rId3">
            <a:alphaModFix/>
          </a:blip>
          <a:stretch>
            <a:fillRect/>
          </a:stretch>
        </p:blipFill>
        <p:spPr>
          <a:xfrm>
            <a:off x="1374975" y="3205999"/>
            <a:ext cx="16564800" cy="3875026"/>
          </a:xfrm>
          <a:prstGeom prst="rect">
            <a:avLst/>
          </a:prstGeom>
          <a:noFill/>
          <a:ln>
            <a:noFill/>
          </a:ln>
        </p:spPr>
      </p:pic>
      <p:sp>
        <p:nvSpPr>
          <p:cNvPr id="314" name="Google Shape;314;p29"/>
          <p:cNvSpPr/>
          <p:nvPr/>
        </p:nvSpPr>
        <p:spPr>
          <a:xfrm>
            <a:off x="12199345" y="3551925"/>
            <a:ext cx="1147800" cy="4020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0"/>
          <p:cNvSpPr txBox="1"/>
          <p:nvPr>
            <p:ph type="ctrTitle"/>
          </p:nvPr>
        </p:nvSpPr>
        <p:spPr>
          <a:xfrm>
            <a:off x="1026525" y="367200"/>
            <a:ext cx="172617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Final Recommendation</a:t>
            </a:r>
            <a:endParaRPr/>
          </a:p>
        </p:txBody>
      </p:sp>
      <p:sp>
        <p:nvSpPr>
          <p:cNvPr id="320" name="Google Shape;320;p30"/>
          <p:cNvSpPr txBox="1"/>
          <p:nvPr/>
        </p:nvSpPr>
        <p:spPr>
          <a:xfrm>
            <a:off x="2179200" y="2131200"/>
            <a:ext cx="14933400" cy="23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4000">
                <a:solidFill>
                  <a:srgbClr val="035642"/>
                </a:solidFill>
                <a:highlight>
                  <a:srgbClr val="D9EAD3"/>
                </a:highlight>
                <a:latin typeface="Georgia"/>
                <a:ea typeface="Georgia"/>
                <a:cs typeface="Georgia"/>
                <a:sym typeface="Georgia"/>
              </a:rPr>
              <a:t>At this moment</a:t>
            </a:r>
            <a:r>
              <a:rPr b="1" lang="en-US" sz="4000">
                <a:solidFill>
                  <a:schemeClr val="dk1"/>
                </a:solidFill>
                <a:latin typeface="Georgia"/>
                <a:ea typeface="Georgia"/>
                <a:cs typeface="Georgia"/>
                <a:sym typeface="Georgia"/>
              </a:rPr>
              <a:t>, given the </a:t>
            </a:r>
            <a:r>
              <a:rPr b="1" lang="en-US" sz="4000">
                <a:solidFill>
                  <a:srgbClr val="035642"/>
                </a:solidFill>
                <a:latin typeface="Georgia"/>
                <a:ea typeface="Georgia"/>
                <a:cs typeface="Georgia"/>
                <a:sym typeface="Georgia"/>
              </a:rPr>
              <a:t>current manufacturing estimates and our survey outreach responses</a:t>
            </a:r>
            <a:r>
              <a:rPr b="1" lang="en-US" sz="4000">
                <a:solidFill>
                  <a:schemeClr val="dk1"/>
                </a:solidFill>
                <a:latin typeface="Georgia"/>
                <a:ea typeface="Georgia"/>
                <a:cs typeface="Georgia"/>
                <a:sym typeface="Georgia"/>
              </a:rPr>
              <a:t>, we</a:t>
            </a:r>
            <a:r>
              <a:rPr b="1" lang="en-US" sz="4000">
                <a:solidFill>
                  <a:schemeClr val="dk2"/>
                </a:solidFill>
                <a:latin typeface="Georgia"/>
                <a:ea typeface="Georgia"/>
                <a:cs typeface="Georgia"/>
                <a:sym typeface="Georgia"/>
              </a:rPr>
              <a:t> </a:t>
            </a:r>
            <a:r>
              <a:rPr b="1" lang="en-US" sz="4000">
                <a:solidFill>
                  <a:srgbClr val="035642"/>
                </a:solidFill>
                <a:highlight>
                  <a:srgbClr val="D9EAD3"/>
                </a:highlight>
                <a:latin typeface="Georgia"/>
                <a:ea typeface="Georgia"/>
                <a:cs typeface="Georgia"/>
                <a:sym typeface="Georgia"/>
              </a:rPr>
              <a:t>do not</a:t>
            </a:r>
            <a:r>
              <a:rPr b="1" lang="en-US" sz="4000">
                <a:solidFill>
                  <a:schemeClr val="dk2"/>
                </a:solidFill>
                <a:latin typeface="Georgia"/>
                <a:ea typeface="Georgia"/>
                <a:cs typeface="Georgia"/>
                <a:sym typeface="Georgia"/>
              </a:rPr>
              <a:t> </a:t>
            </a:r>
            <a:r>
              <a:rPr b="1" lang="en-US" sz="4000">
                <a:solidFill>
                  <a:schemeClr val="dk1"/>
                </a:solidFill>
                <a:latin typeface="Georgia"/>
                <a:ea typeface="Georgia"/>
                <a:cs typeface="Georgia"/>
                <a:sym typeface="Georgia"/>
              </a:rPr>
              <a:t>find the revival of Slip On Sconce </a:t>
            </a:r>
            <a:r>
              <a:rPr b="1" lang="en-US" sz="4000">
                <a:solidFill>
                  <a:srgbClr val="035642"/>
                </a:solidFill>
                <a:highlight>
                  <a:srgbClr val="D9EAD3"/>
                </a:highlight>
                <a:latin typeface="Georgia"/>
                <a:ea typeface="Georgia"/>
                <a:cs typeface="Georgia"/>
                <a:sym typeface="Georgia"/>
              </a:rPr>
              <a:t>feasible</a:t>
            </a:r>
            <a:r>
              <a:rPr b="1" lang="en-US" sz="4000">
                <a:solidFill>
                  <a:schemeClr val="dk1"/>
                </a:solidFill>
                <a:latin typeface="Georgia"/>
                <a:ea typeface="Georgia"/>
                <a:cs typeface="Georgia"/>
                <a:sym typeface="Georgia"/>
              </a:rPr>
              <a:t>. </a:t>
            </a:r>
            <a:endParaRPr b="1" sz="4000">
              <a:solidFill>
                <a:schemeClr val="dk1"/>
              </a:solidFill>
              <a:latin typeface="Georgia"/>
              <a:ea typeface="Georgia"/>
              <a:cs typeface="Georgia"/>
              <a:sym typeface="Georgia"/>
            </a:endParaRPr>
          </a:p>
          <a:p>
            <a:pPr indent="0" lvl="0" marL="0" rtl="0" algn="l">
              <a:spcBef>
                <a:spcPts val="0"/>
              </a:spcBef>
              <a:spcAft>
                <a:spcPts val="0"/>
              </a:spcAft>
              <a:buNone/>
            </a:pPr>
            <a:r>
              <a:t/>
            </a:r>
            <a:endParaRPr b="1" sz="4000">
              <a:solidFill>
                <a:schemeClr val="dk2"/>
              </a:solidFill>
              <a:latin typeface="Georgia"/>
              <a:ea typeface="Georgia"/>
              <a:cs typeface="Georgia"/>
              <a:sym typeface="Georgia"/>
            </a:endParaRPr>
          </a:p>
          <a:p>
            <a:pPr indent="0" lvl="0" marL="0" rtl="0" algn="l">
              <a:spcBef>
                <a:spcPts val="0"/>
              </a:spcBef>
              <a:spcAft>
                <a:spcPts val="0"/>
              </a:spcAft>
              <a:buNone/>
            </a:pPr>
            <a:r>
              <a:t/>
            </a:r>
            <a:endParaRPr b="1" sz="4000">
              <a:solidFill>
                <a:schemeClr val="dk2"/>
              </a:solidFill>
              <a:latin typeface="Century Gothic"/>
              <a:ea typeface="Century Gothic"/>
              <a:cs typeface="Century Gothic"/>
              <a:sym typeface="Century Gothic"/>
            </a:endParaRPr>
          </a:p>
          <a:p>
            <a:pPr indent="0" lvl="0" marL="0" rtl="0" algn="l">
              <a:spcBef>
                <a:spcPts val="0"/>
              </a:spcBef>
              <a:spcAft>
                <a:spcPts val="0"/>
              </a:spcAft>
              <a:buNone/>
            </a:pPr>
            <a:r>
              <a:t/>
            </a:r>
            <a:endParaRPr b="1" sz="4000">
              <a:solidFill>
                <a:schemeClr val="dk2"/>
              </a:solidFill>
              <a:latin typeface="Century Gothic"/>
              <a:ea typeface="Century Gothic"/>
              <a:cs typeface="Century Gothic"/>
              <a:sym typeface="Century Gothic"/>
            </a:endParaRPr>
          </a:p>
        </p:txBody>
      </p:sp>
      <p:sp>
        <p:nvSpPr>
          <p:cNvPr id="321" name="Google Shape;321;p30"/>
          <p:cNvSpPr txBox="1"/>
          <p:nvPr/>
        </p:nvSpPr>
        <p:spPr>
          <a:xfrm>
            <a:off x="4703475" y="5295563"/>
            <a:ext cx="9907800" cy="954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5000">
                <a:solidFill>
                  <a:schemeClr val="dk1"/>
                </a:solidFill>
                <a:latin typeface="Century Gothic"/>
                <a:ea typeface="Century Gothic"/>
                <a:cs typeface="Century Gothic"/>
                <a:sym typeface="Century Gothic"/>
              </a:rPr>
              <a:t>Deliverable Handoff</a:t>
            </a:r>
            <a:endParaRPr b="1" sz="5000">
              <a:solidFill>
                <a:schemeClr val="dk1"/>
              </a:solidFill>
              <a:latin typeface="Century Gothic"/>
              <a:ea typeface="Century Gothic"/>
              <a:cs typeface="Century Gothic"/>
              <a:sym typeface="Century Gothic"/>
            </a:endParaRPr>
          </a:p>
        </p:txBody>
      </p:sp>
      <p:pic>
        <p:nvPicPr>
          <p:cNvPr id="322" name="Google Shape;322;p30" title="Screenshot 2025-09-20 at 3.33.45 PM.png"/>
          <p:cNvPicPr preferRelativeResize="0"/>
          <p:nvPr/>
        </p:nvPicPr>
        <p:blipFill>
          <a:blip r:embed="rId3">
            <a:alphaModFix/>
          </a:blip>
          <a:stretch>
            <a:fillRect/>
          </a:stretch>
        </p:blipFill>
        <p:spPr>
          <a:xfrm>
            <a:off x="3205050" y="6726116"/>
            <a:ext cx="1475485" cy="1467600"/>
          </a:xfrm>
          <a:prstGeom prst="rect">
            <a:avLst/>
          </a:prstGeom>
          <a:noFill/>
          <a:ln cap="flat" cmpd="sng" w="19050">
            <a:solidFill>
              <a:srgbClr val="035642"/>
            </a:solidFill>
            <a:prstDash val="solid"/>
            <a:round/>
            <a:headEnd len="sm" w="sm" type="none"/>
            <a:tailEnd len="sm" w="sm" type="none"/>
          </a:ln>
        </p:spPr>
      </p:pic>
      <p:pic>
        <p:nvPicPr>
          <p:cNvPr id="323" name="Google Shape;323;p30" title="Screenshot 2025-09-20 at 3.34.53 PM.png"/>
          <p:cNvPicPr preferRelativeResize="0"/>
          <p:nvPr/>
        </p:nvPicPr>
        <p:blipFill>
          <a:blip r:embed="rId4">
            <a:alphaModFix/>
          </a:blip>
          <a:stretch>
            <a:fillRect/>
          </a:stretch>
        </p:blipFill>
        <p:spPr>
          <a:xfrm>
            <a:off x="8927132" y="6726133"/>
            <a:ext cx="1437543" cy="1467600"/>
          </a:xfrm>
          <a:prstGeom prst="rect">
            <a:avLst/>
          </a:prstGeom>
          <a:noFill/>
          <a:ln cap="flat" cmpd="sng" w="19050">
            <a:solidFill>
              <a:srgbClr val="035642"/>
            </a:solidFill>
            <a:prstDash val="solid"/>
            <a:round/>
            <a:headEnd len="sm" w="sm" type="none"/>
            <a:tailEnd len="sm" w="sm" type="none"/>
          </a:ln>
        </p:spPr>
      </p:pic>
      <p:pic>
        <p:nvPicPr>
          <p:cNvPr id="324" name="Google Shape;324;p30" title="Screenshot 2025-09-20 at 3.35.42 PM.png"/>
          <p:cNvPicPr preferRelativeResize="0"/>
          <p:nvPr/>
        </p:nvPicPr>
        <p:blipFill rotWithShape="1">
          <a:blip r:embed="rId5">
            <a:alphaModFix/>
          </a:blip>
          <a:srcRect b="9157" l="15464" r="12974" t="14593"/>
          <a:stretch/>
        </p:blipFill>
        <p:spPr>
          <a:xfrm>
            <a:off x="14416702" y="6726125"/>
            <a:ext cx="1327225" cy="1467600"/>
          </a:xfrm>
          <a:prstGeom prst="rect">
            <a:avLst/>
          </a:prstGeom>
          <a:noFill/>
          <a:ln cap="flat" cmpd="sng" w="19050">
            <a:solidFill>
              <a:srgbClr val="035642"/>
            </a:solidFill>
            <a:prstDash val="solid"/>
            <a:round/>
            <a:headEnd len="sm" w="sm" type="none"/>
            <a:tailEnd len="sm" w="sm" type="none"/>
          </a:ln>
        </p:spPr>
      </p:pic>
      <p:sp>
        <p:nvSpPr>
          <p:cNvPr id="325" name="Google Shape;325;p30"/>
          <p:cNvSpPr txBox="1"/>
          <p:nvPr/>
        </p:nvSpPr>
        <p:spPr>
          <a:xfrm>
            <a:off x="734887" y="8440125"/>
            <a:ext cx="6415800" cy="78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solidFill>
                  <a:schemeClr val="dk2"/>
                </a:solidFill>
                <a:latin typeface="Century Gothic"/>
                <a:ea typeface="Century Gothic"/>
                <a:cs typeface="Century Gothic"/>
                <a:sym typeface="Century Gothic"/>
              </a:rPr>
              <a:t>Executive Summary </a:t>
            </a:r>
            <a:endParaRPr b="1" sz="3000">
              <a:solidFill>
                <a:schemeClr val="dk2"/>
              </a:solidFill>
              <a:latin typeface="Century Gothic"/>
              <a:ea typeface="Century Gothic"/>
              <a:cs typeface="Century Gothic"/>
              <a:sym typeface="Century Gothic"/>
            </a:endParaRPr>
          </a:p>
        </p:txBody>
      </p:sp>
      <p:sp>
        <p:nvSpPr>
          <p:cNvPr id="326" name="Google Shape;326;p30"/>
          <p:cNvSpPr txBox="1"/>
          <p:nvPr/>
        </p:nvSpPr>
        <p:spPr>
          <a:xfrm>
            <a:off x="6449487" y="8440115"/>
            <a:ext cx="6415800" cy="78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solidFill>
                  <a:schemeClr val="dk2"/>
                </a:solidFill>
                <a:latin typeface="Century Gothic"/>
                <a:ea typeface="Century Gothic"/>
                <a:cs typeface="Century Gothic"/>
                <a:sym typeface="Century Gothic"/>
              </a:rPr>
              <a:t>Marketing </a:t>
            </a:r>
            <a:endParaRPr b="1" sz="3000">
              <a:solidFill>
                <a:schemeClr val="dk2"/>
              </a:solidFill>
              <a:latin typeface="Century Gothic"/>
              <a:ea typeface="Century Gothic"/>
              <a:cs typeface="Century Gothic"/>
              <a:sym typeface="Century Gothic"/>
            </a:endParaRPr>
          </a:p>
          <a:p>
            <a:pPr indent="0" lvl="0" marL="0" rtl="0" algn="ctr">
              <a:spcBef>
                <a:spcPts val="0"/>
              </a:spcBef>
              <a:spcAft>
                <a:spcPts val="0"/>
              </a:spcAft>
              <a:buNone/>
            </a:pPr>
            <a:r>
              <a:rPr b="1" lang="en-US" sz="3000">
                <a:solidFill>
                  <a:schemeClr val="dk2"/>
                </a:solidFill>
                <a:latin typeface="Century Gothic"/>
                <a:ea typeface="Century Gothic"/>
                <a:cs typeface="Century Gothic"/>
                <a:sym typeface="Century Gothic"/>
              </a:rPr>
              <a:t>Documentation</a:t>
            </a:r>
            <a:endParaRPr b="1" sz="3000">
              <a:solidFill>
                <a:schemeClr val="dk2"/>
              </a:solidFill>
              <a:latin typeface="Century Gothic"/>
              <a:ea typeface="Century Gothic"/>
              <a:cs typeface="Century Gothic"/>
              <a:sym typeface="Century Gothic"/>
            </a:endParaRPr>
          </a:p>
        </p:txBody>
      </p:sp>
      <p:sp>
        <p:nvSpPr>
          <p:cNvPr id="327" name="Google Shape;327;p30"/>
          <p:cNvSpPr txBox="1"/>
          <p:nvPr/>
        </p:nvSpPr>
        <p:spPr>
          <a:xfrm>
            <a:off x="11959418" y="8440137"/>
            <a:ext cx="6415800" cy="78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solidFill>
                  <a:schemeClr val="dk2"/>
                </a:solidFill>
                <a:latin typeface="Century Gothic"/>
                <a:ea typeface="Century Gothic"/>
                <a:cs typeface="Century Gothic"/>
                <a:sym typeface="Century Gothic"/>
              </a:rPr>
              <a:t>Manufacturing </a:t>
            </a:r>
            <a:endParaRPr b="1" sz="3000">
              <a:solidFill>
                <a:schemeClr val="dk2"/>
              </a:solidFill>
              <a:latin typeface="Century Gothic"/>
              <a:ea typeface="Century Gothic"/>
              <a:cs typeface="Century Gothic"/>
              <a:sym typeface="Century Gothic"/>
            </a:endParaRPr>
          </a:p>
          <a:p>
            <a:pPr indent="0" lvl="0" marL="0" rtl="0" algn="ctr">
              <a:spcBef>
                <a:spcPts val="0"/>
              </a:spcBef>
              <a:spcAft>
                <a:spcPts val="0"/>
              </a:spcAft>
              <a:buNone/>
            </a:pPr>
            <a:r>
              <a:rPr b="1" lang="en-US" sz="3000">
                <a:solidFill>
                  <a:schemeClr val="dk2"/>
                </a:solidFill>
                <a:latin typeface="Century Gothic"/>
                <a:ea typeface="Century Gothic"/>
                <a:cs typeface="Century Gothic"/>
                <a:sym typeface="Century Gothic"/>
              </a:rPr>
              <a:t>Documentation</a:t>
            </a:r>
            <a:endParaRPr b="1" sz="3000">
              <a:solidFill>
                <a:schemeClr val="dk2"/>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ph type="ctrTitle"/>
          </p:nvPr>
        </p:nvSpPr>
        <p:spPr>
          <a:xfrm>
            <a:off x="1026525" y="367200"/>
            <a:ext cx="172617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Recommendation for Next Steps</a:t>
            </a:r>
            <a:endParaRPr/>
          </a:p>
        </p:txBody>
      </p:sp>
      <p:grpSp>
        <p:nvGrpSpPr>
          <p:cNvPr id="333" name="Google Shape;333;p31"/>
          <p:cNvGrpSpPr/>
          <p:nvPr/>
        </p:nvGrpSpPr>
        <p:grpSpPr>
          <a:xfrm>
            <a:off x="1157248" y="3986006"/>
            <a:ext cx="5067517" cy="6435501"/>
            <a:chOff x="0" y="1189987"/>
            <a:chExt cx="2136300" cy="3217750"/>
          </a:xfrm>
        </p:grpSpPr>
        <p:sp>
          <p:nvSpPr>
            <p:cNvPr id="334" name="Google Shape;334;p31"/>
            <p:cNvSpPr/>
            <p:nvPr/>
          </p:nvSpPr>
          <p:spPr>
            <a:xfrm>
              <a:off x="0" y="1189987"/>
              <a:ext cx="2136300" cy="669000"/>
            </a:xfrm>
            <a:prstGeom prst="homePlate">
              <a:avLst>
                <a:gd fmla="val 50000" name="adj"/>
              </a:avLst>
            </a:prstGeom>
            <a:solidFill>
              <a:srgbClr val="274E13"/>
            </a:solid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US" sz="3000">
                  <a:solidFill>
                    <a:srgbClr val="FFFFFF"/>
                  </a:solidFill>
                  <a:latin typeface="Century Gothic"/>
                  <a:ea typeface="Century Gothic"/>
                  <a:cs typeface="Century Gothic"/>
                  <a:sym typeface="Century Gothic"/>
                </a:rPr>
                <a:t>Explore International Options</a:t>
              </a:r>
              <a:endParaRPr b="1" sz="3000">
                <a:solidFill>
                  <a:srgbClr val="FFFFFF"/>
                </a:solidFill>
                <a:latin typeface="Century Gothic"/>
                <a:ea typeface="Century Gothic"/>
                <a:cs typeface="Century Gothic"/>
                <a:sym typeface="Century Gothic"/>
              </a:endParaRPr>
            </a:p>
          </p:txBody>
        </p:sp>
        <p:sp>
          <p:nvSpPr>
            <p:cNvPr id="335" name="Google Shape;335;p31"/>
            <p:cNvSpPr txBox="1"/>
            <p:nvPr/>
          </p:nvSpPr>
          <p:spPr>
            <a:xfrm>
              <a:off x="143188" y="2057238"/>
              <a:ext cx="1624500" cy="2350500"/>
            </a:xfrm>
            <a:prstGeom prst="rect">
              <a:avLst/>
            </a:prstGeom>
            <a:noFill/>
            <a:ln>
              <a:noFill/>
            </a:ln>
          </p:spPr>
          <p:txBody>
            <a:bodyPr anchorCtr="0" anchor="t" bIns="182850" lIns="182850" spcFirstLastPara="1" rIns="182850" wrap="square" tIns="182850">
              <a:noAutofit/>
            </a:bodyPr>
            <a:lstStyle/>
            <a:p>
              <a:pPr indent="-400050" lvl="0" marL="457200" rtl="0" algn="l">
                <a:lnSpc>
                  <a:spcPct val="115000"/>
                </a:lnSpc>
                <a:spcBef>
                  <a:spcPts val="0"/>
                </a:spcBef>
                <a:spcAft>
                  <a:spcPts val="0"/>
                </a:spcAft>
                <a:buClr>
                  <a:schemeClr val="dk1"/>
                </a:buClr>
                <a:buSzPts val="2700"/>
                <a:buFont typeface="Century Gothic"/>
                <a:buChar char="●"/>
              </a:pPr>
              <a:r>
                <a:rPr lang="en-US" sz="2700">
                  <a:solidFill>
                    <a:schemeClr val="dk1"/>
                  </a:solidFill>
                  <a:latin typeface="Century Gothic"/>
                  <a:ea typeface="Century Gothic"/>
                  <a:cs typeface="Century Gothic"/>
                  <a:sym typeface="Century Gothic"/>
                </a:rPr>
                <a:t>Mexico / Asia to reduce COGS</a:t>
              </a:r>
              <a:endParaRPr sz="2700">
                <a:latin typeface="Century Gothic"/>
                <a:ea typeface="Century Gothic"/>
                <a:cs typeface="Century Gothic"/>
                <a:sym typeface="Century Gothic"/>
              </a:endParaRPr>
            </a:p>
          </p:txBody>
        </p:sp>
      </p:grpSp>
      <p:grpSp>
        <p:nvGrpSpPr>
          <p:cNvPr id="336" name="Google Shape;336;p31"/>
          <p:cNvGrpSpPr/>
          <p:nvPr/>
        </p:nvGrpSpPr>
        <p:grpSpPr>
          <a:xfrm>
            <a:off x="5393870" y="3985579"/>
            <a:ext cx="5268909" cy="6435700"/>
            <a:chOff x="1589809" y="1189774"/>
            <a:chExt cx="2221200" cy="3217850"/>
          </a:xfrm>
        </p:grpSpPr>
        <p:sp>
          <p:nvSpPr>
            <p:cNvPr id="337" name="Google Shape;337;p31"/>
            <p:cNvSpPr/>
            <p:nvPr/>
          </p:nvSpPr>
          <p:spPr>
            <a:xfrm>
              <a:off x="1589809" y="1189774"/>
              <a:ext cx="2221200" cy="669000"/>
            </a:xfrm>
            <a:prstGeom prst="chevron">
              <a:avLst>
                <a:gd fmla="val 50000" name="adj"/>
              </a:avLst>
            </a:prstGeom>
            <a:solidFill>
              <a:srgbClr val="38761D"/>
            </a:solid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US" sz="3000">
                  <a:solidFill>
                    <a:srgbClr val="FFFFFF"/>
                  </a:solidFill>
                  <a:latin typeface="Century Gothic"/>
                  <a:ea typeface="Century Gothic"/>
                  <a:cs typeface="Century Gothic"/>
                  <a:sym typeface="Century Gothic"/>
                </a:rPr>
                <a:t>Create Engineering Drawings</a:t>
              </a:r>
              <a:endParaRPr b="1" sz="3000">
                <a:solidFill>
                  <a:srgbClr val="FFFFFF"/>
                </a:solidFill>
                <a:latin typeface="Century Gothic"/>
                <a:ea typeface="Century Gothic"/>
                <a:cs typeface="Century Gothic"/>
                <a:sym typeface="Century Gothic"/>
              </a:endParaRPr>
            </a:p>
          </p:txBody>
        </p:sp>
        <p:sp>
          <p:nvSpPr>
            <p:cNvPr id="338" name="Google Shape;338;p31"/>
            <p:cNvSpPr txBox="1"/>
            <p:nvPr/>
          </p:nvSpPr>
          <p:spPr>
            <a:xfrm>
              <a:off x="1750638" y="2057124"/>
              <a:ext cx="1739400" cy="2350500"/>
            </a:xfrm>
            <a:prstGeom prst="rect">
              <a:avLst/>
            </a:prstGeom>
            <a:noFill/>
            <a:ln>
              <a:noFill/>
            </a:ln>
          </p:spPr>
          <p:txBody>
            <a:bodyPr anchorCtr="0" anchor="t" bIns="182850" lIns="182850" spcFirstLastPara="1" rIns="182850" wrap="square" tIns="182850">
              <a:noAutofit/>
            </a:bodyPr>
            <a:lstStyle/>
            <a:p>
              <a:pPr indent="-400050" lvl="0" marL="457200" rtl="0" algn="l">
                <a:lnSpc>
                  <a:spcPct val="115000"/>
                </a:lnSpc>
                <a:spcBef>
                  <a:spcPts val="0"/>
                </a:spcBef>
                <a:spcAft>
                  <a:spcPts val="0"/>
                </a:spcAft>
                <a:buSzPts val="2700"/>
                <a:buFont typeface="Century Gothic"/>
                <a:buChar char="●"/>
              </a:pPr>
              <a:r>
                <a:rPr lang="en-US" sz="2700">
                  <a:latin typeface="Century Gothic"/>
                  <a:ea typeface="Century Gothic"/>
                  <a:cs typeface="Century Gothic"/>
                  <a:sym typeface="Century Gothic"/>
                </a:rPr>
                <a:t>Finalize CADs &amp; specs</a:t>
              </a:r>
              <a:endParaRPr sz="2700">
                <a:latin typeface="Century Gothic"/>
                <a:ea typeface="Century Gothic"/>
                <a:cs typeface="Century Gothic"/>
                <a:sym typeface="Century Gothic"/>
              </a:endParaRPr>
            </a:p>
          </p:txBody>
        </p:sp>
      </p:grpSp>
      <p:grpSp>
        <p:nvGrpSpPr>
          <p:cNvPr id="339" name="Google Shape;339;p31"/>
          <p:cNvGrpSpPr/>
          <p:nvPr/>
        </p:nvGrpSpPr>
        <p:grpSpPr>
          <a:xfrm>
            <a:off x="13836570" y="3985681"/>
            <a:ext cx="4386600" cy="6435600"/>
            <a:chOff x="7157397" y="1189776"/>
            <a:chExt cx="2193300" cy="3217800"/>
          </a:xfrm>
        </p:grpSpPr>
        <p:sp>
          <p:nvSpPr>
            <p:cNvPr id="340" name="Google Shape;340;p31"/>
            <p:cNvSpPr/>
            <p:nvPr/>
          </p:nvSpPr>
          <p:spPr>
            <a:xfrm>
              <a:off x="7157397" y="1189776"/>
              <a:ext cx="2193300" cy="669000"/>
            </a:xfrm>
            <a:prstGeom prst="chevron">
              <a:avLst>
                <a:gd fmla="val 50000" name="adj"/>
              </a:avLst>
            </a:prstGeom>
            <a:solidFill>
              <a:srgbClr val="93C47D"/>
            </a:solid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US" sz="3000">
                  <a:solidFill>
                    <a:schemeClr val="lt1"/>
                  </a:solidFill>
                  <a:latin typeface="Century Gothic"/>
                  <a:ea typeface="Century Gothic"/>
                  <a:cs typeface="Century Gothic"/>
                  <a:sym typeface="Century Gothic"/>
                </a:rPr>
                <a:t>Validate Demand</a:t>
              </a:r>
              <a:endParaRPr b="1" sz="3000">
                <a:solidFill>
                  <a:srgbClr val="FFFFFF"/>
                </a:solidFill>
                <a:latin typeface="Century Gothic"/>
                <a:ea typeface="Century Gothic"/>
                <a:cs typeface="Century Gothic"/>
                <a:sym typeface="Century Gothic"/>
              </a:endParaRPr>
            </a:p>
          </p:txBody>
        </p:sp>
        <p:sp>
          <p:nvSpPr>
            <p:cNvPr id="341" name="Google Shape;341;p31"/>
            <p:cNvSpPr txBox="1"/>
            <p:nvPr/>
          </p:nvSpPr>
          <p:spPr>
            <a:xfrm>
              <a:off x="7364009" y="2057076"/>
              <a:ext cx="1955700" cy="2350500"/>
            </a:xfrm>
            <a:prstGeom prst="rect">
              <a:avLst/>
            </a:prstGeom>
            <a:noFill/>
            <a:ln>
              <a:noFill/>
            </a:ln>
          </p:spPr>
          <p:txBody>
            <a:bodyPr anchorCtr="0" anchor="t" bIns="182850" lIns="182850" spcFirstLastPara="1" rIns="182850" wrap="square" tIns="182850">
              <a:noAutofit/>
            </a:bodyPr>
            <a:lstStyle/>
            <a:p>
              <a:pPr indent="-400050" lvl="0" marL="457200" rtl="0" algn="l">
                <a:lnSpc>
                  <a:spcPct val="115000"/>
                </a:lnSpc>
                <a:spcBef>
                  <a:spcPts val="0"/>
                </a:spcBef>
                <a:spcAft>
                  <a:spcPts val="0"/>
                </a:spcAft>
                <a:buClr>
                  <a:schemeClr val="dk1"/>
                </a:buClr>
                <a:buSzPts val="2700"/>
                <a:buFont typeface="Century Gothic"/>
                <a:buChar char="●"/>
              </a:pPr>
              <a:r>
                <a:rPr lang="en-US" sz="2700">
                  <a:solidFill>
                    <a:schemeClr val="dk1"/>
                  </a:solidFill>
                  <a:latin typeface="Century Gothic"/>
                  <a:ea typeface="Century Gothic"/>
                  <a:cs typeface="Century Gothic"/>
                  <a:sym typeface="Century Gothic"/>
                </a:rPr>
                <a:t>Run pre-sales (Kickstarter or Etsy pre-orders)</a:t>
              </a:r>
              <a:endParaRPr sz="2700">
                <a:solidFill>
                  <a:schemeClr val="dk1"/>
                </a:solidFill>
                <a:latin typeface="Century Gothic"/>
                <a:ea typeface="Century Gothic"/>
                <a:cs typeface="Century Gothic"/>
                <a:sym typeface="Century Gothic"/>
              </a:endParaRPr>
            </a:p>
          </p:txBody>
        </p:sp>
      </p:grpSp>
      <p:grpSp>
        <p:nvGrpSpPr>
          <p:cNvPr id="342" name="Google Shape;342;p31"/>
          <p:cNvGrpSpPr/>
          <p:nvPr/>
        </p:nvGrpSpPr>
        <p:grpSpPr>
          <a:xfrm>
            <a:off x="9814245" y="3985804"/>
            <a:ext cx="4742302" cy="6435700"/>
            <a:chOff x="4674433" y="2379668"/>
            <a:chExt cx="1999200" cy="3217850"/>
          </a:xfrm>
        </p:grpSpPr>
        <p:sp>
          <p:nvSpPr>
            <p:cNvPr id="343" name="Google Shape;343;p31"/>
            <p:cNvSpPr/>
            <p:nvPr/>
          </p:nvSpPr>
          <p:spPr>
            <a:xfrm>
              <a:off x="4674433" y="2379668"/>
              <a:ext cx="1999200" cy="669000"/>
            </a:xfrm>
            <a:prstGeom prst="chevron">
              <a:avLst>
                <a:gd fmla="val 50000" name="adj"/>
              </a:avLst>
            </a:prstGeom>
            <a:solidFill>
              <a:srgbClr val="6AA84F"/>
            </a:solid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US" sz="3000">
                  <a:solidFill>
                    <a:srgbClr val="FFFFFF"/>
                  </a:solidFill>
                  <a:latin typeface="Century Gothic"/>
                  <a:ea typeface="Century Gothic"/>
                  <a:cs typeface="Century Gothic"/>
                  <a:sym typeface="Century Gothic"/>
                </a:rPr>
                <a:t>Re-Engage Manufacturers</a:t>
              </a:r>
              <a:endParaRPr b="1" sz="3000">
                <a:solidFill>
                  <a:srgbClr val="FFFFFF"/>
                </a:solidFill>
                <a:latin typeface="Century Gothic"/>
                <a:ea typeface="Century Gothic"/>
                <a:cs typeface="Century Gothic"/>
                <a:sym typeface="Century Gothic"/>
              </a:endParaRPr>
            </a:p>
          </p:txBody>
        </p:sp>
        <p:sp>
          <p:nvSpPr>
            <p:cNvPr id="344" name="Google Shape;344;p31"/>
            <p:cNvSpPr txBox="1"/>
            <p:nvPr/>
          </p:nvSpPr>
          <p:spPr>
            <a:xfrm>
              <a:off x="4793621" y="3247018"/>
              <a:ext cx="1756800" cy="2350500"/>
            </a:xfrm>
            <a:prstGeom prst="rect">
              <a:avLst/>
            </a:prstGeom>
            <a:noFill/>
            <a:ln>
              <a:noFill/>
            </a:ln>
          </p:spPr>
          <p:txBody>
            <a:bodyPr anchorCtr="0" anchor="t" bIns="182850" lIns="182850" spcFirstLastPara="1" rIns="182850" wrap="square" tIns="182850">
              <a:noAutofit/>
            </a:bodyPr>
            <a:lstStyle/>
            <a:p>
              <a:pPr indent="-400050" lvl="0" marL="457200" rtl="0" algn="l">
                <a:lnSpc>
                  <a:spcPct val="115000"/>
                </a:lnSpc>
                <a:spcBef>
                  <a:spcPts val="0"/>
                </a:spcBef>
                <a:spcAft>
                  <a:spcPts val="0"/>
                </a:spcAft>
                <a:buSzPts val="2700"/>
                <a:buFont typeface="Century Gothic"/>
                <a:buChar char="●"/>
              </a:pPr>
              <a:r>
                <a:rPr lang="en-US" sz="2700">
                  <a:latin typeface="Century Gothic"/>
                  <a:ea typeface="Century Gothic"/>
                  <a:cs typeface="Century Gothic"/>
                  <a:sym typeface="Century Gothic"/>
                </a:rPr>
                <a:t>Share drawings &amp; follow up</a:t>
              </a:r>
              <a:endParaRPr sz="2700">
                <a:latin typeface="Century Gothic"/>
                <a:ea typeface="Century Gothic"/>
                <a:cs typeface="Century Gothic"/>
                <a:sym typeface="Century Gothic"/>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2"/>
          <p:cNvSpPr txBox="1"/>
          <p:nvPr>
            <p:ph type="ctrTitle"/>
          </p:nvPr>
        </p:nvSpPr>
        <p:spPr>
          <a:xfrm>
            <a:off x="11645238" y="3348300"/>
            <a:ext cx="6379200" cy="26694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Key</a:t>
            </a:r>
            <a:endParaRPr/>
          </a:p>
          <a:p>
            <a:pPr indent="0" lvl="0" marL="0" rtl="0" algn="ctr">
              <a:spcBef>
                <a:spcPts val="0"/>
              </a:spcBef>
              <a:spcAft>
                <a:spcPts val="0"/>
              </a:spcAft>
              <a:buNone/>
            </a:pPr>
            <a:r>
              <a:rPr lang="en-US"/>
              <a:t>Takeaways</a:t>
            </a:r>
            <a:endParaRPr/>
          </a:p>
        </p:txBody>
      </p:sp>
      <p:pic>
        <p:nvPicPr>
          <p:cNvPr id="350" name="Google Shape;350;p32" title="IMG_5866.heic"/>
          <p:cNvPicPr preferRelativeResize="0"/>
          <p:nvPr/>
        </p:nvPicPr>
        <p:blipFill rotWithShape="1">
          <a:blip r:embed="rId3">
            <a:alphaModFix/>
          </a:blip>
          <a:srcRect b="8200" l="0" r="0" t="38514"/>
          <a:stretch/>
        </p:blipFill>
        <p:spPr>
          <a:xfrm>
            <a:off x="1750100" y="1804725"/>
            <a:ext cx="9588427" cy="62581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txBox="1"/>
          <p:nvPr>
            <p:ph type="ctrTitle"/>
          </p:nvPr>
        </p:nvSpPr>
        <p:spPr>
          <a:xfrm>
            <a:off x="1278400" y="3560150"/>
            <a:ext cx="16386000" cy="1467600"/>
          </a:xfrm>
          <a:prstGeom prst="rect">
            <a:avLst/>
          </a:prstGeom>
        </p:spPr>
        <p:txBody>
          <a:bodyPr anchorCtr="0" anchor="b" bIns="182850" lIns="182850" spcFirstLastPara="1" rIns="182850" wrap="square" tIns="182850">
            <a:noAutofit/>
          </a:bodyPr>
          <a:lstStyle/>
          <a:p>
            <a:pPr indent="0" lvl="0" marL="0" rtl="0" algn="ctr">
              <a:spcBef>
                <a:spcPts val="0"/>
              </a:spcBef>
              <a:spcAft>
                <a:spcPts val="0"/>
              </a:spcAft>
              <a:buNone/>
            </a:pPr>
            <a:r>
              <a:rPr lang="en-US"/>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ystems Optimization Club">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C '22">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